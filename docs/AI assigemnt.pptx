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1" r:id="rId6"/>
    <p:sldId id="262" r:id="rId7"/>
    <p:sldId id="298" r:id="rId8"/>
    <p:sldId id="300" r:id="rId9"/>
    <p:sldId id="301" r:id="rId10"/>
    <p:sldId id="302" r:id="rId11"/>
    <p:sldId id="303" r:id="rId12"/>
    <p:sldId id="306" r:id="rId13"/>
    <p:sldId id="305" r:id="rId14"/>
  </p:sldIdLst>
  <p:sldSz cx="9144000" cy="5143500"/>
  <p:notesSz cx="6858000" cy="9144000"/>
  <p:embeddedFontLst>
    <p:embeddedFont>
      <p:font typeface="Figtree"/>
      <p:regular r:id="rId18"/>
    </p:embeddedFont>
    <p:embeddedFont>
      <p:font typeface="Raleway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aa4002076b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aa4002076b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d431007ba2_0_2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d431007ba2_0_2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54dda1946d_6_3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54dda1946d_6_3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84d99d1a7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84d99d1a7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jpeg"/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34550" y="1377825"/>
            <a:ext cx="4707000" cy="151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700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2134550" y="3094100"/>
            <a:ext cx="2269800" cy="68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14525" y="-11349"/>
            <a:ext cx="9173048" cy="5132799"/>
            <a:chOff x="-14525" y="-11349"/>
            <a:chExt cx="9173048" cy="5132799"/>
          </a:xfrm>
        </p:grpSpPr>
        <p:pic>
          <p:nvPicPr>
            <p:cNvPr id="12" name="Google Shape;12;p2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 rot="-5400000">
              <a:off x="7337449" y="754027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372951" y="27073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grpSp>
        <p:nvGrpSpPr>
          <p:cNvPr id="14" name="Google Shape;14;p2"/>
          <p:cNvGrpSpPr/>
          <p:nvPr/>
        </p:nvGrpSpPr>
        <p:grpSpPr>
          <a:xfrm rot="3641443">
            <a:off x="146578" y="318528"/>
            <a:ext cx="846043" cy="831506"/>
            <a:chOff x="2534325" y="685190"/>
            <a:chExt cx="628560" cy="617760"/>
          </a:xfrm>
        </p:grpSpPr>
        <p:sp>
          <p:nvSpPr>
            <p:cNvPr id="15" name="Google Shape;15;p2"/>
            <p:cNvSpPr/>
            <p:nvPr/>
          </p:nvSpPr>
          <p:spPr>
            <a:xfrm>
              <a:off x="2534325" y="818750"/>
              <a:ext cx="389160" cy="484200"/>
            </a:xfrm>
            <a:custGeom>
              <a:avLst/>
              <a:gdLst/>
              <a:ahLst/>
              <a:cxnLst/>
              <a:rect l="l" t="t" r="r" b="b"/>
              <a:pathLst>
                <a:path w="1081" h="1345" extrusionOk="0">
                  <a:moveTo>
                    <a:pt x="704" y="1345"/>
                  </a:moveTo>
                  <a:cubicBezTo>
                    <a:pt x="624" y="1304"/>
                    <a:pt x="629" y="1250"/>
                    <a:pt x="663" y="1180"/>
                  </a:cubicBezTo>
                  <a:cubicBezTo>
                    <a:pt x="667" y="1170"/>
                    <a:pt x="665" y="1157"/>
                    <a:pt x="666" y="1145"/>
                  </a:cubicBezTo>
                  <a:cubicBezTo>
                    <a:pt x="652" y="1145"/>
                    <a:pt x="636" y="1142"/>
                    <a:pt x="625" y="1148"/>
                  </a:cubicBezTo>
                  <a:cubicBezTo>
                    <a:pt x="604" y="1159"/>
                    <a:pt x="587" y="1175"/>
                    <a:pt x="568" y="1189"/>
                  </a:cubicBezTo>
                  <a:cubicBezTo>
                    <a:pt x="595" y="1229"/>
                    <a:pt x="592" y="1260"/>
                    <a:pt x="555" y="1300"/>
                  </a:cubicBezTo>
                  <a:cubicBezTo>
                    <a:pt x="530" y="1327"/>
                    <a:pt x="497" y="1334"/>
                    <a:pt x="467" y="1319"/>
                  </a:cubicBezTo>
                  <a:cubicBezTo>
                    <a:pt x="434" y="1301"/>
                    <a:pt x="421" y="1261"/>
                    <a:pt x="433" y="1216"/>
                  </a:cubicBezTo>
                  <a:cubicBezTo>
                    <a:pt x="442" y="1183"/>
                    <a:pt x="456" y="1173"/>
                    <a:pt x="491" y="1175"/>
                  </a:cubicBezTo>
                  <a:cubicBezTo>
                    <a:pt x="488" y="1142"/>
                    <a:pt x="484" y="1109"/>
                    <a:pt x="480" y="1075"/>
                  </a:cubicBezTo>
                  <a:cubicBezTo>
                    <a:pt x="465" y="1079"/>
                    <a:pt x="449" y="1084"/>
                    <a:pt x="434" y="1088"/>
                  </a:cubicBezTo>
                  <a:cubicBezTo>
                    <a:pt x="463" y="1138"/>
                    <a:pt x="426" y="1205"/>
                    <a:pt x="358" y="1225"/>
                  </a:cubicBezTo>
                  <a:cubicBezTo>
                    <a:pt x="331" y="1234"/>
                    <a:pt x="305" y="1215"/>
                    <a:pt x="299" y="1185"/>
                  </a:cubicBezTo>
                  <a:cubicBezTo>
                    <a:pt x="285" y="1106"/>
                    <a:pt x="331" y="1062"/>
                    <a:pt x="417" y="1076"/>
                  </a:cubicBezTo>
                  <a:cubicBezTo>
                    <a:pt x="413" y="1068"/>
                    <a:pt x="409" y="1062"/>
                    <a:pt x="407" y="1055"/>
                  </a:cubicBezTo>
                  <a:cubicBezTo>
                    <a:pt x="392" y="1017"/>
                    <a:pt x="397" y="1011"/>
                    <a:pt x="438" y="1008"/>
                  </a:cubicBezTo>
                  <a:cubicBezTo>
                    <a:pt x="451" y="1007"/>
                    <a:pt x="464" y="1002"/>
                    <a:pt x="480" y="997"/>
                  </a:cubicBezTo>
                  <a:cubicBezTo>
                    <a:pt x="484" y="1003"/>
                    <a:pt x="488" y="1011"/>
                    <a:pt x="496" y="1024"/>
                  </a:cubicBezTo>
                  <a:cubicBezTo>
                    <a:pt x="503" y="1015"/>
                    <a:pt x="509" y="1007"/>
                    <a:pt x="518" y="995"/>
                  </a:cubicBezTo>
                  <a:cubicBezTo>
                    <a:pt x="460" y="975"/>
                    <a:pt x="450" y="924"/>
                    <a:pt x="444" y="871"/>
                  </a:cubicBezTo>
                  <a:cubicBezTo>
                    <a:pt x="301" y="916"/>
                    <a:pt x="280" y="911"/>
                    <a:pt x="266" y="833"/>
                  </a:cubicBezTo>
                  <a:cubicBezTo>
                    <a:pt x="251" y="836"/>
                    <a:pt x="236" y="838"/>
                    <a:pt x="220" y="840"/>
                  </a:cubicBezTo>
                  <a:cubicBezTo>
                    <a:pt x="219" y="852"/>
                    <a:pt x="217" y="864"/>
                    <a:pt x="216" y="876"/>
                  </a:cubicBezTo>
                  <a:cubicBezTo>
                    <a:pt x="243" y="889"/>
                    <a:pt x="264" y="907"/>
                    <a:pt x="261" y="940"/>
                  </a:cubicBezTo>
                  <a:cubicBezTo>
                    <a:pt x="259" y="972"/>
                    <a:pt x="239" y="994"/>
                    <a:pt x="213" y="1009"/>
                  </a:cubicBezTo>
                  <a:cubicBezTo>
                    <a:pt x="179" y="1027"/>
                    <a:pt x="151" y="1011"/>
                    <a:pt x="150" y="973"/>
                  </a:cubicBezTo>
                  <a:cubicBezTo>
                    <a:pt x="150" y="954"/>
                    <a:pt x="154" y="935"/>
                    <a:pt x="156" y="914"/>
                  </a:cubicBezTo>
                  <a:cubicBezTo>
                    <a:pt x="137" y="906"/>
                    <a:pt x="122" y="904"/>
                    <a:pt x="107" y="925"/>
                  </a:cubicBezTo>
                  <a:cubicBezTo>
                    <a:pt x="92" y="945"/>
                    <a:pt x="68" y="946"/>
                    <a:pt x="45" y="937"/>
                  </a:cubicBezTo>
                  <a:cubicBezTo>
                    <a:pt x="23" y="927"/>
                    <a:pt x="7" y="912"/>
                    <a:pt x="6" y="886"/>
                  </a:cubicBezTo>
                  <a:cubicBezTo>
                    <a:pt x="5" y="835"/>
                    <a:pt x="28" y="813"/>
                    <a:pt x="81" y="809"/>
                  </a:cubicBezTo>
                  <a:cubicBezTo>
                    <a:pt x="90" y="774"/>
                    <a:pt x="95" y="740"/>
                    <a:pt x="106" y="709"/>
                  </a:cubicBezTo>
                  <a:cubicBezTo>
                    <a:pt x="119" y="673"/>
                    <a:pt x="151" y="664"/>
                    <a:pt x="182" y="683"/>
                  </a:cubicBezTo>
                  <a:cubicBezTo>
                    <a:pt x="205" y="697"/>
                    <a:pt x="228" y="711"/>
                    <a:pt x="250" y="726"/>
                  </a:cubicBezTo>
                  <a:cubicBezTo>
                    <a:pt x="263" y="735"/>
                    <a:pt x="274" y="747"/>
                    <a:pt x="285" y="758"/>
                  </a:cubicBezTo>
                  <a:cubicBezTo>
                    <a:pt x="333" y="708"/>
                    <a:pt x="356" y="700"/>
                    <a:pt x="428" y="703"/>
                  </a:cubicBezTo>
                  <a:cubicBezTo>
                    <a:pt x="411" y="688"/>
                    <a:pt x="397" y="675"/>
                    <a:pt x="383" y="662"/>
                  </a:cubicBezTo>
                  <a:cubicBezTo>
                    <a:pt x="370" y="649"/>
                    <a:pt x="358" y="635"/>
                    <a:pt x="342" y="617"/>
                  </a:cubicBezTo>
                  <a:cubicBezTo>
                    <a:pt x="336" y="624"/>
                    <a:pt x="332" y="633"/>
                    <a:pt x="325" y="638"/>
                  </a:cubicBezTo>
                  <a:cubicBezTo>
                    <a:pt x="306" y="653"/>
                    <a:pt x="285" y="655"/>
                    <a:pt x="264" y="641"/>
                  </a:cubicBezTo>
                  <a:cubicBezTo>
                    <a:pt x="246" y="628"/>
                    <a:pt x="246" y="610"/>
                    <a:pt x="251" y="589"/>
                  </a:cubicBezTo>
                  <a:cubicBezTo>
                    <a:pt x="255" y="574"/>
                    <a:pt x="255" y="558"/>
                    <a:pt x="256" y="543"/>
                  </a:cubicBezTo>
                  <a:cubicBezTo>
                    <a:pt x="252" y="543"/>
                    <a:pt x="248" y="542"/>
                    <a:pt x="245" y="541"/>
                  </a:cubicBezTo>
                  <a:cubicBezTo>
                    <a:pt x="241" y="552"/>
                    <a:pt x="238" y="563"/>
                    <a:pt x="234" y="573"/>
                  </a:cubicBezTo>
                  <a:cubicBezTo>
                    <a:pt x="224" y="601"/>
                    <a:pt x="207" y="622"/>
                    <a:pt x="177" y="630"/>
                  </a:cubicBezTo>
                  <a:cubicBezTo>
                    <a:pt x="139" y="641"/>
                    <a:pt x="100" y="612"/>
                    <a:pt x="107" y="573"/>
                  </a:cubicBezTo>
                  <a:cubicBezTo>
                    <a:pt x="116" y="525"/>
                    <a:pt x="133" y="477"/>
                    <a:pt x="94" y="431"/>
                  </a:cubicBezTo>
                  <a:cubicBezTo>
                    <a:pt x="87" y="431"/>
                    <a:pt x="80" y="432"/>
                    <a:pt x="73" y="433"/>
                  </a:cubicBezTo>
                  <a:cubicBezTo>
                    <a:pt x="44" y="436"/>
                    <a:pt x="18" y="430"/>
                    <a:pt x="5" y="400"/>
                  </a:cubicBezTo>
                  <a:cubicBezTo>
                    <a:pt x="-7" y="370"/>
                    <a:pt x="3" y="342"/>
                    <a:pt x="25" y="323"/>
                  </a:cubicBezTo>
                  <a:cubicBezTo>
                    <a:pt x="43" y="307"/>
                    <a:pt x="71" y="302"/>
                    <a:pt x="89" y="286"/>
                  </a:cubicBezTo>
                  <a:cubicBezTo>
                    <a:pt x="122" y="256"/>
                    <a:pt x="153" y="267"/>
                    <a:pt x="177" y="283"/>
                  </a:cubicBezTo>
                  <a:cubicBezTo>
                    <a:pt x="194" y="252"/>
                    <a:pt x="211" y="223"/>
                    <a:pt x="225" y="193"/>
                  </a:cubicBezTo>
                  <a:cubicBezTo>
                    <a:pt x="229" y="184"/>
                    <a:pt x="226" y="172"/>
                    <a:pt x="226" y="161"/>
                  </a:cubicBezTo>
                  <a:cubicBezTo>
                    <a:pt x="225" y="144"/>
                    <a:pt x="220" y="127"/>
                    <a:pt x="223" y="110"/>
                  </a:cubicBezTo>
                  <a:cubicBezTo>
                    <a:pt x="227" y="83"/>
                    <a:pt x="255" y="64"/>
                    <a:pt x="281" y="72"/>
                  </a:cubicBezTo>
                  <a:cubicBezTo>
                    <a:pt x="304" y="79"/>
                    <a:pt x="326" y="90"/>
                    <a:pt x="348" y="101"/>
                  </a:cubicBezTo>
                  <a:cubicBezTo>
                    <a:pt x="353" y="103"/>
                    <a:pt x="356" y="113"/>
                    <a:pt x="357" y="120"/>
                  </a:cubicBezTo>
                  <a:cubicBezTo>
                    <a:pt x="359" y="135"/>
                    <a:pt x="359" y="150"/>
                    <a:pt x="360" y="165"/>
                  </a:cubicBezTo>
                  <a:cubicBezTo>
                    <a:pt x="383" y="168"/>
                    <a:pt x="405" y="170"/>
                    <a:pt x="428" y="173"/>
                  </a:cubicBezTo>
                  <a:cubicBezTo>
                    <a:pt x="433" y="134"/>
                    <a:pt x="425" y="82"/>
                    <a:pt x="474" y="74"/>
                  </a:cubicBezTo>
                  <a:cubicBezTo>
                    <a:pt x="509" y="68"/>
                    <a:pt x="535" y="105"/>
                    <a:pt x="551" y="139"/>
                  </a:cubicBezTo>
                  <a:cubicBezTo>
                    <a:pt x="559" y="135"/>
                    <a:pt x="567" y="130"/>
                    <a:pt x="574" y="126"/>
                  </a:cubicBezTo>
                  <a:cubicBezTo>
                    <a:pt x="558" y="58"/>
                    <a:pt x="570" y="17"/>
                    <a:pt x="612" y="3"/>
                  </a:cubicBezTo>
                  <a:cubicBezTo>
                    <a:pt x="641" y="-8"/>
                    <a:pt x="681" y="13"/>
                    <a:pt x="696" y="47"/>
                  </a:cubicBezTo>
                  <a:cubicBezTo>
                    <a:pt x="715" y="88"/>
                    <a:pt x="697" y="129"/>
                    <a:pt x="645" y="160"/>
                  </a:cubicBezTo>
                  <a:cubicBezTo>
                    <a:pt x="651" y="167"/>
                    <a:pt x="656" y="174"/>
                    <a:pt x="662" y="182"/>
                  </a:cubicBezTo>
                  <a:cubicBezTo>
                    <a:pt x="681" y="172"/>
                    <a:pt x="698" y="164"/>
                    <a:pt x="715" y="155"/>
                  </a:cubicBezTo>
                  <a:cubicBezTo>
                    <a:pt x="700" y="80"/>
                    <a:pt x="755" y="22"/>
                    <a:pt x="819" y="61"/>
                  </a:cubicBezTo>
                  <a:cubicBezTo>
                    <a:pt x="823" y="53"/>
                    <a:pt x="825" y="45"/>
                    <a:pt x="829" y="37"/>
                  </a:cubicBezTo>
                  <a:cubicBezTo>
                    <a:pt x="846" y="4"/>
                    <a:pt x="882" y="-7"/>
                    <a:pt x="907" y="19"/>
                  </a:cubicBezTo>
                  <a:cubicBezTo>
                    <a:pt x="931" y="45"/>
                    <a:pt x="951" y="77"/>
                    <a:pt x="966" y="109"/>
                  </a:cubicBezTo>
                  <a:cubicBezTo>
                    <a:pt x="979" y="139"/>
                    <a:pt x="964" y="166"/>
                    <a:pt x="938" y="182"/>
                  </a:cubicBezTo>
                  <a:cubicBezTo>
                    <a:pt x="953" y="203"/>
                    <a:pt x="966" y="222"/>
                    <a:pt x="981" y="242"/>
                  </a:cubicBezTo>
                  <a:cubicBezTo>
                    <a:pt x="1030" y="231"/>
                    <a:pt x="1095" y="292"/>
                    <a:pt x="1078" y="350"/>
                  </a:cubicBezTo>
                  <a:cubicBezTo>
                    <a:pt x="1058" y="418"/>
                    <a:pt x="1050" y="495"/>
                    <a:pt x="985" y="547"/>
                  </a:cubicBezTo>
                  <a:cubicBezTo>
                    <a:pt x="1014" y="563"/>
                    <a:pt x="1046" y="582"/>
                    <a:pt x="1028" y="618"/>
                  </a:cubicBezTo>
                  <a:cubicBezTo>
                    <a:pt x="1016" y="643"/>
                    <a:pt x="990" y="661"/>
                    <a:pt x="970" y="681"/>
                  </a:cubicBezTo>
                  <a:cubicBezTo>
                    <a:pt x="971" y="698"/>
                    <a:pt x="979" y="724"/>
                    <a:pt x="972" y="743"/>
                  </a:cubicBezTo>
                  <a:cubicBezTo>
                    <a:pt x="961" y="772"/>
                    <a:pt x="943" y="802"/>
                    <a:pt x="919" y="822"/>
                  </a:cubicBezTo>
                  <a:cubicBezTo>
                    <a:pt x="886" y="849"/>
                    <a:pt x="837" y="827"/>
                    <a:pt x="832" y="781"/>
                  </a:cubicBezTo>
                  <a:cubicBezTo>
                    <a:pt x="828" y="746"/>
                    <a:pt x="833" y="709"/>
                    <a:pt x="839" y="673"/>
                  </a:cubicBezTo>
                  <a:cubicBezTo>
                    <a:pt x="840" y="665"/>
                    <a:pt x="858" y="659"/>
                    <a:pt x="873" y="648"/>
                  </a:cubicBezTo>
                  <a:cubicBezTo>
                    <a:pt x="816" y="659"/>
                    <a:pt x="829" y="620"/>
                    <a:pt x="827" y="592"/>
                  </a:cubicBezTo>
                  <a:cubicBezTo>
                    <a:pt x="814" y="588"/>
                    <a:pt x="802" y="584"/>
                    <a:pt x="790" y="579"/>
                  </a:cubicBezTo>
                  <a:cubicBezTo>
                    <a:pt x="779" y="593"/>
                    <a:pt x="769" y="607"/>
                    <a:pt x="756" y="623"/>
                  </a:cubicBezTo>
                  <a:cubicBezTo>
                    <a:pt x="788" y="642"/>
                    <a:pt x="823" y="661"/>
                    <a:pt x="820" y="706"/>
                  </a:cubicBezTo>
                  <a:cubicBezTo>
                    <a:pt x="817" y="748"/>
                    <a:pt x="783" y="768"/>
                    <a:pt x="750" y="790"/>
                  </a:cubicBezTo>
                  <a:cubicBezTo>
                    <a:pt x="781" y="818"/>
                    <a:pt x="816" y="844"/>
                    <a:pt x="801" y="893"/>
                  </a:cubicBezTo>
                  <a:cubicBezTo>
                    <a:pt x="826" y="903"/>
                    <a:pt x="849" y="913"/>
                    <a:pt x="872" y="923"/>
                  </a:cubicBezTo>
                  <a:cubicBezTo>
                    <a:pt x="874" y="908"/>
                    <a:pt x="870" y="889"/>
                    <a:pt x="878" y="877"/>
                  </a:cubicBezTo>
                  <a:cubicBezTo>
                    <a:pt x="886" y="866"/>
                    <a:pt x="906" y="860"/>
                    <a:pt x="921" y="859"/>
                  </a:cubicBezTo>
                  <a:cubicBezTo>
                    <a:pt x="948" y="857"/>
                    <a:pt x="966" y="877"/>
                    <a:pt x="966" y="903"/>
                  </a:cubicBezTo>
                  <a:cubicBezTo>
                    <a:pt x="966" y="935"/>
                    <a:pt x="950" y="947"/>
                    <a:pt x="899" y="949"/>
                  </a:cubicBezTo>
                  <a:cubicBezTo>
                    <a:pt x="913" y="982"/>
                    <a:pt x="905" y="1010"/>
                    <a:pt x="886" y="1037"/>
                  </a:cubicBezTo>
                  <a:cubicBezTo>
                    <a:pt x="864" y="1068"/>
                    <a:pt x="834" y="1078"/>
                    <a:pt x="801" y="1067"/>
                  </a:cubicBezTo>
                  <a:cubicBezTo>
                    <a:pt x="765" y="1056"/>
                    <a:pt x="741" y="1026"/>
                    <a:pt x="745" y="989"/>
                  </a:cubicBezTo>
                  <a:cubicBezTo>
                    <a:pt x="749" y="955"/>
                    <a:pt x="737" y="949"/>
                    <a:pt x="707" y="956"/>
                  </a:cubicBezTo>
                  <a:cubicBezTo>
                    <a:pt x="695" y="959"/>
                    <a:pt x="682" y="956"/>
                    <a:pt x="669" y="955"/>
                  </a:cubicBezTo>
                  <a:cubicBezTo>
                    <a:pt x="657" y="954"/>
                    <a:pt x="646" y="950"/>
                    <a:pt x="634" y="948"/>
                  </a:cubicBezTo>
                  <a:cubicBezTo>
                    <a:pt x="625" y="961"/>
                    <a:pt x="616" y="973"/>
                    <a:pt x="606" y="987"/>
                  </a:cubicBezTo>
                  <a:cubicBezTo>
                    <a:pt x="615" y="997"/>
                    <a:pt x="625" y="1008"/>
                    <a:pt x="637" y="1020"/>
                  </a:cubicBezTo>
                  <a:cubicBezTo>
                    <a:pt x="648" y="1013"/>
                    <a:pt x="657" y="1003"/>
                    <a:pt x="669" y="1000"/>
                  </a:cubicBezTo>
                  <a:cubicBezTo>
                    <a:pt x="688" y="996"/>
                    <a:pt x="713" y="988"/>
                    <a:pt x="725" y="997"/>
                  </a:cubicBezTo>
                  <a:cubicBezTo>
                    <a:pt x="737" y="1005"/>
                    <a:pt x="744" y="1033"/>
                    <a:pt x="741" y="1050"/>
                  </a:cubicBezTo>
                  <a:cubicBezTo>
                    <a:pt x="735" y="1082"/>
                    <a:pt x="720" y="1111"/>
                    <a:pt x="709" y="1142"/>
                  </a:cubicBezTo>
                  <a:cubicBezTo>
                    <a:pt x="723" y="1144"/>
                    <a:pt x="739" y="1147"/>
                    <a:pt x="755" y="1149"/>
                  </a:cubicBezTo>
                  <a:cubicBezTo>
                    <a:pt x="758" y="1147"/>
                    <a:pt x="761" y="1146"/>
                    <a:pt x="761" y="1145"/>
                  </a:cubicBezTo>
                  <a:cubicBezTo>
                    <a:pt x="767" y="1116"/>
                    <a:pt x="777" y="1088"/>
                    <a:pt x="811" y="1085"/>
                  </a:cubicBezTo>
                  <a:cubicBezTo>
                    <a:pt x="840" y="1083"/>
                    <a:pt x="888" y="1124"/>
                    <a:pt x="892" y="1150"/>
                  </a:cubicBezTo>
                  <a:cubicBezTo>
                    <a:pt x="897" y="1182"/>
                    <a:pt x="877" y="1216"/>
                    <a:pt x="848" y="1230"/>
                  </a:cubicBezTo>
                  <a:cubicBezTo>
                    <a:pt x="839" y="1234"/>
                    <a:pt x="828" y="1243"/>
                    <a:pt x="825" y="1252"/>
                  </a:cubicBezTo>
                  <a:cubicBezTo>
                    <a:pt x="813" y="1296"/>
                    <a:pt x="787" y="1329"/>
                    <a:pt x="743" y="1345"/>
                  </a:cubicBezTo>
                  <a:lnTo>
                    <a:pt x="704" y="1345"/>
                  </a:lnTo>
                  <a:moveTo>
                    <a:pt x="298" y="398"/>
                  </a:moveTo>
                  <a:cubicBezTo>
                    <a:pt x="326" y="402"/>
                    <a:pt x="352" y="402"/>
                    <a:pt x="374" y="411"/>
                  </a:cubicBezTo>
                  <a:cubicBezTo>
                    <a:pt x="397" y="419"/>
                    <a:pt x="423" y="434"/>
                    <a:pt x="434" y="453"/>
                  </a:cubicBezTo>
                  <a:cubicBezTo>
                    <a:pt x="448" y="479"/>
                    <a:pt x="422" y="498"/>
                    <a:pt x="403" y="514"/>
                  </a:cubicBezTo>
                  <a:cubicBezTo>
                    <a:pt x="401" y="516"/>
                    <a:pt x="401" y="518"/>
                    <a:pt x="401" y="517"/>
                  </a:cubicBezTo>
                  <a:cubicBezTo>
                    <a:pt x="435" y="542"/>
                    <a:pt x="469" y="566"/>
                    <a:pt x="502" y="590"/>
                  </a:cubicBezTo>
                  <a:cubicBezTo>
                    <a:pt x="561" y="544"/>
                    <a:pt x="594" y="545"/>
                    <a:pt x="649" y="595"/>
                  </a:cubicBezTo>
                  <a:cubicBezTo>
                    <a:pt x="654" y="589"/>
                    <a:pt x="658" y="584"/>
                    <a:pt x="659" y="584"/>
                  </a:cubicBezTo>
                  <a:cubicBezTo>
                    <a:pt x="634" y="565"/>
                    <a:pt x="610" y="547"/>
                    <a:pt x="584" y="527"/>
                  </a:cubicBezTo>
                  <a:cubicBezTo>
                    <a:pt x="545" y="549"/>
                    <a:pt x="495" y="545"/>
                    <a:pt x="465" y="513"/>
                  </a:cubicBezTo>
                  <a:cubicBezTo>
                    <a:pt x="435" y="480"/>
                    <a:pt x="441" y="451"/>
                    <a:pt x="482" y="435"/>
                  </a:cubicBezTo>
                  <a:cubicBezTo>
                    <a:pt x="489" y="431"/>
                    <a:pt x="497" y="428"/>
                    <a:pt x="508" y="424"/>
                  </a:cubicBezTo>
                  <a:cubicBezTo>
                    <a:pt x="457" y="396"/>
                    <a:pt x="458" y="350"/>
                    <a:pt x="462" y="300"/>
                  </a:cubicBezTo>
                  <a:cubicBezTo>
                    <a:pt x="447" y="313"/>
                    <a:pt x="435" y="323"/>
                    <a:pt x="423" y="333"/>
                  </a:cubicBezTo>
                  <a:cubicBezTo>
                    <a:pt x="426" y="333"/>
                    <a:pt x="429" y="333"/>
                    <a:pt x="433" y="333"/>
                  </a:cubicBezTo>
                  <a:cubicBezTo>
                    <a:pt x="436" y="350"/>
                    <a:pt x="448" y="374"/>
                    <a:pt x="442" y="383"/>
                  </a:cubicBezTo>
                  <a:cubicBezTo>
                    <a:pt x="433" y="395"/>
                    <a:pt x="409" y="400"/>
                    <a:pt x="391" y="400"/>
                  </a:cubicBezTo>
                  <a:cubicBezTo>
                    <a:pt x="375" y="400"/>
                    <a:pt x="359" y="390"/>
                    <a:pt x="342" y="385"/>
                  </a:cubicBezTo>
                  <a:cubicBezTo>
                    <a:pt x="328" y="381"/>
                    <a:pt x="313" y="378"/>
                    <a:pt x="296" y="374"/>
                  </a:cubicBezTo>
                  <a:cubicBezTo>
                    <a:pt x="297" y="384"/>
                    <a:pt x="297" y="391"/>
                    <a:pt x="298" y="398"/>
                  </a:cubicBezTo>
                  <a:moveTo>
                    <a:pt x="398" y="745"/>
                  </a:moveTo>
                  <a:cubicBezTo>
                    <a:pt x="358" y="746"/>
                    <a:pt x="319" y="775"/>
                    <a:pt x="313" y="807"/>
                  </a:cubicBezTo>
                  <a:cubicBezTo>
                    <a:pt x="310" y="823"/>
                    <a:pt x="309" y="844"/>
                    <a:pt x="317" y="855"/>
                  </a:cubicBezTo>
                  <a:cubicBezTo>
                    <a:pt x="323" y="862"/>
                    <a:pt x="348" y="861"/>
                    <a:pt x="361" y="857"/>
                  </a:cubicBezTo>
                  <a:cubicBezTo>
                    <a:pt x="388" y="848"/>
                    <a:pt x="414" y="836"/>
                    <a:pt x="437" y="821"/>
                  </a:cubicBezTo>
                  <a:cubicBezTo>
                    <a:pt x="469" y="800"/>
                    <a:pt x="465" y="767"/>
                    <a:pt x="429" y="752"/>
                  </a:cubicBezTo>
                  <a:cubicBezTo>
                    <a:pt x="417" y="748"/>
                    <a:pt x="404" y="747"/>
                    <a:pt x="398" y="745"/>
                  </a:cubicBezTo>
                  <a:moveTo>
                    <a:pt x="670" y="785"/>
                  </a:moveTo>
                  <a:cubicBezTo>
                    <a:pt x="662" y="751"/>
                    <a:pt x="656" y="721"/>
                    <a:pt x="650" y="697"/>
                  </a:cubicBezTo>
                  <a:cubicBezTo>
                    <a:pt x="634" y="703"/>
                    <a:pt x="613" y="711"/>
                    <a:pt x="594" y="718"/>
                  </a:cubicBezTo>
                  <a:cubicBezTo>
                    <a:pt x="586" y="736"/>
                    <a:pt x="582" y="764"/>
                    <a:pt x="567" y="774"/>
                  </a:cubicBezTo>
                  <a:cubicBezTo>
                    <a:pt x="552" y="784"/>
                    <a:pt x="525" y="776"/>
                    <a:pt x="502" y="776"/>
                  </a:cubicBezTo>
                  <a:cubicBezTo>
                    <a:pt x="502" y="782"/>
                    <a:pt x="503" y="792"/>
                    <a:pt x="504" y="802"/>
                  </a:cubicBezTo>
                  <a:cubicBezTo>
                    <a:pt x="506" y="800"/>
                    <a:pt x="508" y="798"/>
                    <a:pt x="511" y="796"/>
                  </a:cubicBezTo>
                  <a:cubicBezTo>
                    <a:pt x="537" y="815"/>
                    <a:pt x="564" y="833"/>
                    <a:pt x="592" y="852"/>
                  </a:cubicBezTo>
                  <a:cubicBezTo>
                    <a:pt x="599" y="807"/>
                    <a:pt x="633" y="791"/>
                    <a:pt x="670" y="785"/>
                  </a:cubicBezTo>
                  <a:moveTo>
                    <a:pt x="786" y="1232"/>
                  </a:moveTo>
                  <a:cubicBezTo>
                    <a:pt x="788" y="1212"/>
                    <a:pt x="768" y="1194"/>
                    <a:pt x="741" y="1190"/>
                  </a:cubicBezTo>
                  <a:cubicBezTo>
                    <a:pt x="723" y="1188"/>
                    <a:pt x="668" y="1225"/>
                    <a:pt x="666" y="1242"/>
                  </a:cubicBezTo>
                  <a:cubicBezTo>
                    <a:pt x="663" y="1258"/>
                    <a:pt x="702" y="1302"/>
                    <a:pt x="720" y="1304"/>
                  </a:cubicBezTo>
                  <a:cubicBezTo>
                    <a:pt x="750" y="1307"/>
                    <a:pt x="782" y="1272"/>
                    <a:pt x="786" y="1232"/>
                  </a:cubicBezTo>
                  <a:moveTo>
                    <a:pt x="686" y="923"/>
                  </a:moveTo>
                  <a:cubicBezTo>
                    <a:pt x="710" y="913"/>
                    <a:pt x="732" y="907"/>
                    <a:pt x="748" y="895"/>
                  </a:cubicBezTo>
                  <a:cubicBezTo>
                    <a:pt x="756" y="888"/>
                    <a:pt x="760" y="866"/>
                    <a:pt x="755" y="857"/>
                  </a:cubicBezTo>
                  <a:cubicBezTo>
                    <a:pt x="733" y="817"/>
                    <a:pt x="673" y="812"/>
                    <a:pt x="644" y="847"/>
                  </a:cubicBezTo>
                  <a:cubicBezTo>
                    <a:pt x="635" y="858"/>
                    <a:pt x="628" y="882"/>
                    <a:pt x="634" y="889"/>
                  </a:cubicBezTo>
                  <a:cubicBezTo>
                    <a:pt x="646" y="904"/>
                    <a:pt x="667" y="912"/>
                    <a:pt x="686" y="924"/>
                  </a:cubicBezTo>
                  <a:lnTo>
                    <a:pt x="686" y="923"/>
                  </a:lnTo>
                  <a:moveTo>
                    <a:pt x="612" y="429"/>
                  </a:moveTo>
                  <a:cubicBezTo>
                    <a:pt x="620" y="459"/>
                    <a:pt x="624" y="487"/>
                    <a:pt x="634" y="513"/>
                  </a:cubicBezTo>
                  <a:cubicBezTo>
                    <a:pt x="637" y="521"/>
                    <a:pt x="652" y="531"/>
                    <a:pt x="661" y="530"/>
                  </a:cubicBezTo>
                  <a:cubicBezTo>
                    <a:pt x="669" y="530"/>
                    <a:pt x="681" y="518"/>
                    <a:pt x="685" y="509"/>
                  </a:cubicBezTo>
                  <a:cubicBezTo>
                    <a:pt x="698" y="478"/>
                    <a:pt x="691" y="447"/>
                    <a:pt x="674" y="419"/>
                  </a:cubicBezTo>
                  <a:cubicBezTo>
                    <a:pt x="664" y="403"/>
                    <a:pt x="647" y="390"/>
                    <a:pt x="633" y="376"/>
                  </a:cubicBezTo>
                  <a:cubicBezTo>
                    <a:pt x="626" y="394"/>
                    <a:pt x="619" y="412"/>
                    <a:pt x="612" y="429"/>
                  </a:cubicBezTo>
                  <a:moveTo>
                    <a:pt x="519" y="1137"/>
                  </a:moveTo>
                  <a:cubicBezTo>
                    <a:pt x="531" y="1142"/>
                    <a:pt x="539" y="1148"/>
                    <a:pt x="547" y="1147"/>
                  </a:cubicBezTo>
                  <a:cubicBezTo>
                    <a:pt x="589" y="1146"/>
                    <a:pt x="623" y="1088"/>
                    <a:pt x="604" y="1051"/>
                  </a:cubicBezTo>
                  <a:cubicBezTo>
                    <a:pt x="594" y="1031"/>
                    <a:pt x="577" y="1014"/>
                    <a:pt x="556" y="1028"/>
                  </a:cubicBezTo>
                  <a:cubicBezTo>
                    <a:pt x="541" y="1038"/>
                    <a:pt x="522" y="1072"/>
                    <a:pt x="527" y="1078"/>
                  </a:cubicBezTo>
                  <a:cubicBezTo>
                    <a:pt x="546" y="1101"/>
                    <a:pt x="535" y="1116"/>
                    <a:pt x="519" y="1137"/>
                  </a:cubicBezTo>
                  <a:moveTo>
                    <a:pt x="380" y="570"/>
                  </a:moveTo>
                  <a:cubicBezTo>
                    <a:pt x="386" y="631"/>
                    <a:pt x="437" y="653"/>
                    <a:pt x="474" y="685"/>
                  </a:cubicBezTo>
                  <a:cubicBezTo>
                    <a:pt x="480" y="691"/>
                    <a:pt x="499" y="683"/>
                    <a:pt x="511" y="679"/>
                  </a:cubicBezTo>
                  <a:cubicBezTo>
                    <a:pt x="515" y="677"/>
                    <a:pt x="517" y="659"/>
                    <a:pt x="513" y="657"/>
                  </a:cubicBezTo>
                  <a:cubicBezTo>
                    <a:pt x="473" y="626"/>
                    <a:pt x="432" y="596"/>
                    <a:pt x="391" y="567"/>
                  </a:cubicBezTo>
                  <a:cubicBezTo>
                    <a:pt x="390" y="566"/>
                    <a:pt x="385" y="569"/>
                    <a:pt x="380" y="570"/>
                  </a:cubicBezTo>
                  <a:moveTo>
                    <a:pt x="392" y="464"/>
                  </a:moveTo>
                  <a:cubicBezTo>
                    <a:pt x="332" y="429"/>
                    <a:pt x="281" y="440"/>
                    <a:pt x="250" y="494"/>
                  </a:cubicBezTo>
                  <a:cubicBezTo>
                    <a:pt x="294" y="527"/>
                    <a:pt x="346" y="516"/>
                    <a:pt x="392" y="464"/>
                  </a:cubicBezTo>
                  <a:moveTo>
                    <a:pt x="497" y="895"/>
                  </a:moveTo>
                  <a:cubicBezTo>
                    <a:pt x="504" y="914"/>
                    <a:pt x="506" y="933"/>
                    <a:pt x="516" y="942"/>
                  </a:cubicBezTo>
                  <a:cubicBezTo>
                    <a:pt x="528" y="952"/>
                    <a:pt x="548" y="958"/>
                    <a:pt x="564" y="957"/>
                  </a:cubicBezTo>
                  <a:cubicBezTo>
                    <a:pt x="573" y="957"/>
                    <a:pt x="587" y="940"/>
                    <a:pt x="587" y="930"/>
                  </a:cubicBezTo>
                  <a:cubicBezTo>
                    <a:pt x="589" y="909"/>
                    <a:pt x="528" y="854"/>
                    <a:pt x="497" y="847"/>
                  </a:cubicBezTo>
                  <a:cubicBezTo>
                    <a:pt x="532" y="868"/>
                    <a:pt x="526" y="884"/>
                    <a:pt x="497" y="895"/>
                  </a:cubicBezTo>
                  <a:moveTo>
                    <a:pt x="744" y="660"/>
                  </a:moveTo>
                  <a:cubicBezTo>
                    <a:pt x="718" y="665"/>
                    <a:pt x="693" y="690"/>
                    <a:pt x="692" y="713"/>
                  </a:cubicBezTo>
                  <a:cubicBezTo>
                    <a:pt x="691" y="733"/>
                    <a:pt x="698" y="750"/>
                    <a:pt x="721" y="753"/>
                  </a:cubicBezTo>
                  <a:cubicBezTo>
                    <a:pt x="741" y="755"/>
                    <a:pt x="782" y="720"/>
                    <a:pt x="776" y="703"/>
                  </a:cubicBezTo>
                  <a:cubicBezTo>
                    <a:pt x="770" y="687"/>
                    <a:pt x="755" y="674"/>
                    <a:pt x="743" y="660"/>
                  </a:cubicBezTo>
                  <a:lnTo>
                    <a:pt x="744" y="660"/>
                  </a:lnTo>
                  <a:moveTo>
                    <a:pt x="516" y="272"/>
                  </a:moveTo>
                  <a:cubicBezTo>
                    <a:pt x="497" y="302"/>
                    <a:pt x="494" y="334"/>
                    <a:pt x="507" y="365"/>
                  </a:cubicBezTo>
                  <a:cubicBezTo>
                    <a:pt x="511" y="375"/>
                    <a:pt x="527" y="383"/>
                    <a:pt x="539" y="385"/>
                  </a:cubicBezTo>
                  <a:cubicBezTo>
                    <a:pt x="545" y="385"/>
                    <a:pt x="558" y="371"/>
                    <a:pt x="561" y="362"/>
                  </a:cubicBezTo>
                  <a:cubicBezTo>
                    <a:pt x="570" y="331"/>
                    <a:pt x="548" y="289"/>
                    <a:pt x="516" y="272"/>
                  </a:cubicBezTo>
                  <a:moveTo>
                    <a:pt x="164" y="329"/>
                  </a:moveTo>
                  <a:cubicBezTo>
                    <a:pt x="126" y="311"/>
                    <a:pt x="61" y="331"/>
                    <a:pt x="46" y="361"/>
                  </a:cubicBezTo>
                  <a:cubicBezTo>
                    <a:pt x="36" y="381"/>
                    <a:pt x="44" y="396"/>
                    <a:pt x="64" y="393"/>
                  </a:cubicBezTo>
                  <a:cubicBezTo>
                    <a:pt x="104" y="385"/>
                    <a:pt x="139" y="368"/>
                    <a:pt x="164" y="329"/>
                  </a:cubicBezTo>
                  <a:moveTo>
                    <a:pt x="892" y="286"/>
                  </a:moveTo>
                  <a:cubicBezTo>
                    <a:pt x="892" y="286"/>
                    <a:pt x="891" y="286"/>
                    <a:pt x="890" y="286"/>
                  </a:cubicBezTo>
                  <a:cubicBezTo>
                    <a:pt x="891" y="305"/>
                    <a:pt x="891" y="323"/>
                    <a:pt x="894" y="341"/>
                  </a:cubicBezTo>
                  <a:cubicBezTo>
                    <a:pt x="898" y="357"/>
                    <a:pt x="909" y="366"/>
                    <a:pt x="924" y="351"/>
                  </a:cubicBezTo>
                  <a:cubicBezTo>
                    <a:pt x="944" y="333"/>
                    <a:pt x="943" y="255"/>
                    <a:pt x="924" y="235"/>
                  </a:cubicBezTo>
                  <a:cubicBezTo>
                    <a:pt x="918" y="229"/>
                    <a:pt x="909" y="226"/>
                    <a:pt x="901" y="227"/>
                  </a:cubicBezTo>
                  <a:cubicBezTo>
                    <a:pt x="898" y="227"/>
                    <a:pt x="893" y="238"/>
                    <a:pt x="893" y="244"/>
                  </a:cubicBezTo>
                  <a:cubicBezTo>
                    <a:pt x="891" y="258"/>
                    <a:pt x="892" y="272"/>
                    <a:pt x="892" y="286"/>
                  </a:cubicBezTo>
                  <a:moveTo>
                    <a:pt x="252" y="391"/>
                  </a:moveTo>
                  <a:cubicBezTo>
                    <a:pt x="197" y="364"/>
                    <a:pt x="154" y="384"/>
                    <a:pt x="139" y="443"/>
                  </a:cubicBezTo>
                  <a:cubicBezTo>
                    <a:pt x="171" y="461"/>
                    <a:pt x="216" y="441"/>
                    <a:pt x="252" y="391"/>
                  </a:cubicBezTo>
                  <a:moveTo>
                    <a:pt x="782" y="980"/>
                  </a:moveTo>
                  <a:cubicBezTo>
                    <a:pt x="786" y="1014"/>
                    <a:pt x="799" y="1028"/>
                    <a:pt x="822" y="1031"/>
                  </a:cubicBezTo>
                  <a:cubicBezTo>
                    <a:pt x="839" y="1033"/>
                    <a:pt x="872" y="999"/>
                    <a:pt x="863" y="986"/>
                  </a:cubicBezTo>
                  <a:cubicBezTo>
                    <a:pt x="852" y="968"/>
                    <a:pt x="832" y="952"/>
                    <a:pt x="813" y="946"/>
                  </a:cubicBezTo>
                  <a:cubicBezTo>
                    <a:pt x="806" y="944"/>
                    <a:pt x="790" y="971"/>
                    <a:pt x="782" y="980"/>
                  </a:cubicBezTo>
                  <a:moveTo>
                    <a:pt x="946" y="710"/>
                  </a:moveTo>
                  <a:cubicBezTo>
                    <a:pt x="916" y="710"/>
                    <a:pt x="891" y="703"/>
                    <a:pt x="881" y="712"/>
                  </a:cubicBezTo>
                  <a:cubicBezTo>
                    <a:pt x="870" y="723"/>
                    <a:pt x="870" y="747"/>
                    <a:pt x="869" y="766"/>
                  </a:cubicBezTo>
                  <a:cubicBezTo>
                    <a:pt x="868" y="774"/>
                    <a:pt x="876" y="786"/>
                    <a:pt x="883" y="789"/>
                  </a:cubicBezTo>
                  <a:cubicBezTo>
                    <a:pt x="889" y="791"/>
                    <a:pt x="903" y="786"/>
                    <a:pt x="907" y="780"/>
                  </a:cubicBezTo>
                  <a:cubicBezTo>
                    <a:pt x="920" y="761"/>
                    <a:pt x="930" y="740"/>
                    <a:pt x="946" y="710"/>
                  </a:cubicBezTo>
                  <a:moveTo>
                    <a:pt x="879" y="599"/>
                  </a:moveTo>
                  <a:cubicBezTo>
                    <a:pt x="920" y="646"/>
                    <a:pt x="966" y="647"/>
                    <a:pt x="990" y="604"/>
                  </a:cubicBezTo>
                  <a:cubicBezTo>
                    <a:pt x="956" y="576"/>
                    <a:pt x="915" y="574"/>
                    <a:pt x="879" y="599"/>
                  </a:cubicBezTo>
                  <a:moveTo>
                    <a:pt x="446" y="248"/>
                  </a:moveTo>
                  <a:cubicBezTo>
                    <a:pt x="423" y="232"/>
                    <a:pt x="410" y="216"/>
                    <a:pt x="395" y="213"/>
                  </a:cubicBezTo>
                  <a:cubicBezTo>
                    <a:pt x="368" y="208"/>
                    <a:pt x="365" y="235"/>
                    <a:pt x="368" y="250"/>
                  </a:cubicBezTo>
                  <a:cubicBezTo>
                    <a:pt x="371" y="266"/>
                    <a:pt x="387" y="280"/>
                    <a:pt x="397" y="294"/>
                  </a:cubicBezTo>
                  <a:cubicBezTo>
                    <a:pt x="411" y="281"/>
                    <a:pt x="424" y="269"/>
                    <a:pt x="447" y="248"/>
                  </a:cubicBezTo>
                  <a:lnTo>
                    <a:pt x="446" y="248"/>
                  </a:lnTo>
                  <a:moveTo>
                    <a:pt x="544" y="1230"/>
                  </a:moveTo>
                  <a:cubicBezTo>
                    <a:pt x="505" y="1214"/>
                    <a:pt x="475" y="1216"/>
                    <a:pt x="470" y="1236"/>
                  </a:cubicBezTo>
                  <a:cubicBezTo>
                    <a:pt x="466" y="1256"/>
                    <a:pt x="467" y="1276"/>
                    <a:pt x="491" y="1285"/>
                  </a:cubicBezTo>
                  <a:cubicBezTo>
                    <a:pt x="513" y="1293"/>
                    <a:pt x="534" y="1271"/>
                    <a:pt x="544" y="1230"/>
                  </a:cubicBezTo>
                  <a:moveTo>
                    <a:pt x="293" y="213"/>
                  </a:moveTo>
                  <a:cubicBezTo>
                    <a:pt x="296" y="212"/>
                    <a:pt x="300" y="211"/>
                    <a:pt x="303" y="210"/>
                  </a:cubicBezTo>
                  <a:cubicBezTo>
                    <a:pt x="306" y="190"/>
                    <a:pt x="315" y="167"/>
                    <a:pt x="310" y="149"/>
                  </a:cubicBezTo>
                  <a:cubicBezTo>
                    <a:pt x="307" y="135"/>
                    <a:pt x="286" y="125"/>
                    <a:pt x="273" y="113"/>
                  </a:cubicBezTo>
                  <a:cubicBezTo>
                    <a:pt x="269" y="126"/>
                    <a:pt x="261" y="140"/>
                    <a:pt x="264" y="151"/>
                  </a:cubicBezTo>
                  <a:cubicBezTo>
                    <a:pt x="270" y="172"/>
                    <a:pt x="283" y="192"/>
                    <a:pt x="293" y="212"/>
                  </a:cubicBezTo>
                  <a:lnTo>
                    <a:pt x="293" y="213"/>
                  </a:lnTo>
                  <a:moveTo>
                    <a:pt x="789" y="94"/>
                  </a:moveTo>
                  <a:cubicBezTo>
                    <a:pt x="754" y="128"/>
                    <a:pt x="745" y="151"/>
                    <a:pt x="765" y="164"/>
                  </a:cubicBezTo>
                  <a:cubicBezTo>
                    <a:pt x="775" y="171"/>
                    <a:pt x="802" y="170"/>
                    <a:pt x="809" y="162"/>
                  </a:cubicBezTo>
                  <a:cubicBezTo>
                    <a:pt x="832" y="134"/>
                    <a:pt x="806" y="116"/>
                    <a:pt x="789" y="94"/>
                  </a:cubicBezTo>
                  <a:moveTo>
                    <a:pt x="828" y="355"/>
                  </a:moveTo>
                  <a:cubicBezTo>
                    <a:pt x="845" y="326"/>
                    <a:pt x="845" y="288"/>
                    <a:pt x="826" y="263"/>
                  </a:cubicBezTo>
                  <a:cubicBezTo>
                    <a:pt x="819" y="254"/>
                    <a:pt x="805" y="247"/>
                    <a:pt x="794" y="247"/>
                  </a:cubicBezTo>
                  <a:cubicBezTo>
                    <a:pt x="786" y="247"/>
                    <a:pt x="778" y="260"/>
                    <a:pt x="769" y="267"/>
                  </a:cubicBezTo>
                  <a:cubicBezTo>
                    <a:pt x="804" y="260"/>
                    <a:pt x="811" y="265"/>
                    <a:pt x="808" y="298"/>
                  </a:cubicBezTo>
                  <a:cubicBezTo>
                    <a:pt x="807" y="318"/>
                    <a:pt x="799" y="342"/>
                    <a:pt x="828" y="355"/>
                  </a:cubicBezTo>
                  <a:moveTo>
                    <a:pt x="346" y="1194"/>
                  </a:moveTo>
                  <a:cubicBezTo>
                    <a:pt x="366" y="1175"/>
                    <a:pt x="383" y="1161"/>
                    <a:pt x="397" y="1143"/>
                  </a:cubicBezTo>
                  <a:cubicBezTo>
                    <a:pt x="410" y="1126"/>
                    <a:pt x="399" y="1115"/>
                    <a:pt x="380" y="1113"/>
                  </a:cubicBezTo>
                  <a:cubicBezTo>
                    <a:pt x="346" y="1110"/>
                    <a:pt x="331" y="1139"/>
                    <a:pt x="346" y="1194"/>
                  </a:cubicBezTo>
                  <a:moveTo>
                    <a:pt x="625" y="41"/>
                  </a:moveTo>
                  <a:cubicBezTo>
                    <a:pt x="616" y="67"/>
                    <a:pt x="585" y="90"/>
                    <a:pt x="623" y="112"/>
                  </a:cubicBezTo>
                  <a:cubicBezTo>
                    <a:pt x="629" y="116"/>
                    <a:pt x="650" y="104"/>
                    <a:pt x="657" y="94"/>
                  </a:cubicBezTo>
                  <a:cubicBezTo>
                    <a:pt x="671" y="73"/>
                    <a:pt x="660" y="56"/>
                    <a:pt x="626" y="42"/>
                  </a:cubicBezTo>
                  <a:lnTo>
                    <a:pt x="625" y="41"/>
                  </a:lnTo>
                  <a:moveTo>
                    <a:pt x="985" y="424"/>
                  </a:moveTo>
                  <a:cubicBezTo>
                    <a:pt x="981" y="424"/>
                    <a:pt x="977" y="423"/>
                    <a:pt x="972" y="422"/>
                  </a:cubicBezTo>
                  <a:cubicBezTo>
                    <a:pt x="959" y="440"/>
                    <a:pt x="945" y="458"/>
                    <a:pt x="933" y="477"/>
                  </a:cubicBezTo>
                  <a:cubicBezTo>
                    <a:pt x="932" y="479"/>
                    <a:pt x="951" y="496"/>
                    <a:pt x="952" y="495"/>
                  </a:cubicBezTo>
                  <a:cubicBezTo>
                    <a:pt x="968" y="482"/>
                    <a:pt x="984" y="468"/>
                    <a:pt x="997" y="451"/>
                  </a:cubicBezTo>
                  <a:cubicBezTo>
                    <a:pt x="1000" y="447"/>
                    <a:pt x="989" y="433"/>
                    <a:pt x="985" y="424"/>
                  </a:cubicBezTo>
                  <a:moveTo>
                    <a:pt x="136" y="807"/>
                  </a:moveTo>
                  <a:cubicBezTo>
                    <a:pt x="170" y="800"/>
                    <a:pt x="184" y="771"/>
                    <a:pt x="171" y="731"/>
                  </a:cubicBezTo>
                  <a:cubicBezTo>
                    <a:pt x="126" y="736"/>
                    <a:pt x="115" y="759"/>
                    <a:pt x="136" y="807"/>
                  </a:cubicBezTo>
                  <a:moveTo>
                    <a:pt x="688" y="341"/>
                  </a:moveTo>
                  <a:cubicBezTo>
                    <a:pt x="682" y="319"/>
                    <a:pt x="675" y="297"/>
                    <a:pt x="670" y="279"/>
                  </a:cubicBezTo>
                  <a:cubicBezTo>
                    <a:pt x="645" y="289"/>
                    <a:pt x="623" y="299"/>
                    <a:pt x="599" y="309"/>
                  </a:cubicBezTo>
                  <a:cubicBezTo>
                    <a:pt x="600" y="312"/>
                    <a:pt x="601" y="319"/>
                    <a:pt x="603" y="330"/>
                  </a:cubicBezTo>
                  <a:cubicBezTo>
                    <a:pt x="636" y="303"/>
                    <a:pt x="655" y="334"/>
                    <a:pt x="688" y="341"/>
                  </a:cubicBezTo>
                  <a:moveTo>
                    <a:pt x="460" y="156"/>
                  </a:moveTo>
                  <a:cubicBezTo>
                    <a:pt x="473" y="173"/>
                    <a:pt x="483" y="187"/>
                    <a:pt x="494" y="201"/>
                  </a:cubicBezTo>
                  <a:cubicBezTo>
                    <a:pt x="501" y="191"/>
                    <a:pt x="515" y="178"/>
                    <a:pt x="512" y="172"/>
                  </a:cubicBezTo>
                  <a:cubicBezTo>
                    <a:pt x="507" y="155"/>
                    <a:pt x="494" y="141"/>
                    <a:pt x="483" y="126"/>
                  </a:cubicBezTo>
                  <a:cubicBezTo>
                    <a:pt x="477" y="134"/>
                    <a:pt x="471" y="142"/>
                    <a:pt x="460" y="156"/>
                  </a:cubicBezTo>
                  <a:moveTo>
                    <a:pt x="184" y="507"/>
                  </a:moveTo>
                  <a:cubicBezTo>
                    <a:pt x="178" y="519"/>
                    <a:pt x="174" y="528"/>
                    <a:pt x="169" y="536"/>
                  </a:cubicBezTo>
                  <a:cubicBezTo>
                    <a:pt x="164" y="545"/>
                    <a:pt x="157" y="553"/>
                    <a:pt x="153" y="563"/>
                  </a:cubicBezTo>
                  <a:cubicBezTo>
                    <a:pt x="150" y="569"/>
                    <a:pt x="150" y="577"/>
                    <a:pt x="149" y="585"/>
                  </a:cubicBezTo>
                  <a:cubicBezTo>
                    <a:pt x="158" y="586"/>
                    <a:pt x="169" y="590"/>
                    <a:pt x="175" y="586"/>
                  </a:cubicBezTo>
                  <a:cubicBezTo>
                    <a:pt x="199" y="575"/>
                    <a:pt x="204" y="541"/>
                    <a:pt x="184" y="507"/>
                  </a:cubicBezTo>
                  <a:moveTo>
                    <a:pt x="814" y="543"/>
                  </a:moveTo>
                  <a:cubicBezTo>
                    <a:pt x="820" y="544"/>
                    <a:pt x="825" y="544"/>
                    <a:pt x="831" y="545"/>
                  </a:cubicBezTo>
                  <a:cubicBezTo>
                    <a:pt x="834" y="526"/>
                    <a:pt x="840" y="506"/>
                    <a:pt x="839" y="487"/>
                  </a:cubicBezTo>
                  <a:cubicBezTo>
                    <a:pt x="837" y="476"/>
                    <a:pt x="823" y="467"/>
                    <a:pt x="815" y="457"/>
                  </a:cubicBezTo>
                  <a:cubicBezTo>
                    <a:pt x="812" y="459"/>
                    <a:pt x="809" y="460"/>
                    <a:pt x="806" y="462"/>
                  </a:cubicBezTo>
                  <a:cubicBezTo>
                    <a:pt x="809" y="489"/>
                    <a:pt x="811" y="516"/>
                    <a:pt x="814" y="543"/>
                  </a:cubicBezTo>
                  <a:moveTo>
                    <a:pt x="905" y="76"/>
                  </a:moveTo>
                  <a:cubicBezTo>
                    <a:pt x="897" y="86"/>
                    <a:pt x="887" y="92"/>
                    <a:pt x="886" y="99"/>
                  </a:cubicBezTo>
                  <a:cubicBezTo>
                    <a:pt x="885" y="111"/>
                    <a:pt x="886" y="126"/>
                    <a:pt x="891" y="136"/>
                  </a:cubicBezTo>
                  <a:cubicBezTo>
                    <a:pt x="894" y="142"/>
                    <a:pt x="910" y="141"/>
                    <a:pt x="920" y="143"/>
                  </a:cubicBezTo>
                  <a:cubicBezTo>
                    <a:pt x="921" y="131"/>
                    <a:pt x="925" y="119"/>
                    <a:pt x="923" y="108"/>
                  </a:cubicBezTo>
                  <a:cubicBezTo>
                    <a:pt x="921" y="97"/>
                    <a:pt x="912" y="87"/>
                    <a:pt x="906" y="76"/>
                  </a:cubicBezTo>
                  <a:lnTo>
                    <a:pt x="905" y="76"/>
                  </a:lnTo>
                  <a:moveTo>
                    <a:pt x="235" y="251"/>
                  </a:moveTo>
                  <a:cubicBezTo>
                    <a:pt x="232" y="253"/>
                    <a:pt x="229" y="255"/>
                    <a:pt x="226" y="257"/>
                  </a:cubicBezTo>
                  <a:cubicBezTo>
                    <a:pt x="229" y="273"/>
                    <a:pt x="230" y="289"/>
                    <a:pt x="236" y="303"/>
                  </a:cubicBezTo>
                  <a:cubicBezTo>
                    <a:pt x="240" y="311"/>
                    <a:pt x="252" y="315"/>
                    <a:pt x="261" y="322"/>
                  </a:cubicBezTo>
                  <a:cubicBezTo>
                    <a:pt x="264" y="309"/>
                    <a:pt x="273" y="294"/>
                    <a:pt x="269" y="286"/>
                  </a:cubicBezTo>
                  <a:cubicBezTo>
                    <a:pt x="263" y="272"/>
                    <a:pt x="247" y="262"/>
                    <a:pt x="235" y="251"/>
                  </a:cubicBezTo>
                  <a:moveTo>
                    <a:pt x="1027" y="372"/>
                  </a:moveTo>
                  <a:cubicBezTo>
                    <a:pt x="1031" y="371"/>
                    <a:pt x="1035" y="370"/>
                    <a:pt x="1039" y="368"/>
                  </a:cubicBezTo>
                  <a:cubicBezTo>
                    <a:pt x="1034" y="345"/>
                    <a:pt x="1029" y="322"/>
                    <a:pt x="1025" y="298"/>
                  </a:cubicBezTo>
                  <a:lnTo>
                    <a:pt x="1013" y="301"/>
                  </a:lnTo>
                  <a:cubicBezTo>
                    <a:pt x="1009" y="326"/>
                    <a:pt x="985" y="355"/>
                    <a:pt x="1027" y="372"/>
                  </a:cubicBezTo>
                  <a:moveTo>
                    <a:pt x="594" y="183"/>
                  </a:moveTo>
                  <a:cubicBezTo>
                    <a:pt x="600" y="214"/>
                    <a:pt x="604" y="237"/>
                    <a:pt x="610" y="266"/>
                  </a:cubicBezTo>
                  <a:cubicBezTo>
                    <a:pt x="642" y="232"/>
                    <a:pt x="638" y="209"/>
                    <a:pt x="594" y="183"/>
                  </a:cubicBezTo>
                  <a:moveTo>
                    <a:pt x="494" y="471"/>
                  </a:moveTo>
                  <a:lnTo>
                    <a:pt x="493" y="487"/>
                  </a:lnTo>
                  <a:cubicBezTo>
                    <a:pt x="506" y="492"/>
                    <a:pt x="519" y="500"/>
                    <a:pt x="533" y="502"/>
                  </a:cubicBezTo>
                  <a:cubicBezTo>
                    <a:pt x="541" y="503"/>
                    <a:pt x="549" y="495"/>
                    <a:pt x="557" y="491"/>
                  </a:cubicBezTo>
                  <a:cubicBezTo>
                    <a:pt x="552" y="484"/>
                    <a:pt x="548" y="473"/>
                    <a:pt x="541" y="472"/>
                  </a:cubicBezTo>
                  <a:cubicBezTo>
                    <a:pt x="526" y="469"/>
                    <a:pt x="510" y="471"/>
                    <a:pt x="494" y="471"/>
                  </a:cubicBezTo>
                  <a:moveTo>
                    <a:pt x="69" y="843"/>
                  </a:moveTo>
                  <a:cubicBezTo>
                    <a:pt x="57" y="861"/>
                    <a:pt x="46" y="869"/>
                    <a:pt x="47" y="877"/>
                  </a:cubicBezTo>
                  <a:cubicBezTo>
                    <a:pt x="48" y="886"/>
                    <a:pt x="59" y="893"/>
                    <a:pt x="66" y="902"/>
                  </a:cubicBezTo>
                  <a:cubicBezTo>
                    <a:pt x="72" y="893"/>
                    <a:pt x="82" y="886"/>
                    <a:pt x="84" y="877"/>
                  </a:cubicBezTo>
                  <a:cubicBezTo>
                    <a:pt x="86" y="870"/>
                    <a:pt x="78" y="861"/>
                    <a:pt x="69" y="843"/>
                  </a:cubicBezTo>
                  <a:moveTo>
                    <a:pt x="593" y="604"/>
                  </a:moveTo>
                  <a:cubicBezTo>
                    <a:pt x="588" y="637"/>
                    <a:pt x="594" y="660"/>
                    <a:pt x="609" y="671"/>
                  </a:cubicBezTo>
                  <a:cubicBezTo>
                    <a:pt x="628" y="644"/>
                    <a:pt x="625" y="628"/>
                    <a:pt x="593" y="604"/>
                  </a:cubicBezTo>
                  <a:moveTo>
                    <a:pt x="831" y="1190"/>
                  </a:moveTo>
                  <a:cubicBezTo>
                    <a:pt x="835" y="1190"/>
                    <a:pt x="840" y="1189"/>
                    <a:pt x="845" y="1189"/>
                  </a:cubicBezTo>
                  <a:cubicBezTo>
                    <a:pt x="845" y="1175"/>
                    <a:pt x="849" y="1159"/>
                    <a:pt x="843" y="1148"/>
                  </a:cubicBezTo>
                  <a:cubicBezTo>
                    <a:pt x="840" y="1142"/>
                    <a:pt x="821" y="1143"/>
                    <a:pt x="809" y="1141"/>
                  </a:cubicBezTo>
                  <a:cubicBezTo>
                    <a:pt x="808" y="1145"/>
                    <a:pt x="807" y="1148"/>
                    <a:pt x="805" y="1151"/>
                  </a:cubicBezTo>
                  <a:cubicBezTo>
                    <a:pt x="814" y="1164"/>
                    <a:pt x="822" y="1177"/>
                    <a:pt x="831" y="1190"/>
                  </a:cubicBezTo>
                  <a:moveTo>
                    <a:pt x="732" y="414"/>
                  </a:moveTo>
                  <a:cubicBezTo>
                    <a:pt x="737" y="413"/>
                    <a:pt x="742" y="412"/>
                    <a:pt x="747" y="411"/>
                  </a:cubicBezTo>
                  <a:cubicBezTo>
                    <a:pt x="743" y="389"/>
                    <a:pt x="738" y="367"/>
                    <a:pt x="733" y="345"/>
                  </a:cubicBezTo>
                  <a:cubicBezTo>
                    <a:pt x="729" y="346"/>
                    <a:pt x="725" y="347"/>
                    <a:pt x="720" y="348"/>
                  </a:cubicBezTo>
                  <a:cubicBezTo>
                    <a:pt x="724" y="370"/>
                    <a:pt x="728" y="392"/>
                    <a:pt x="732" y="414"/>
                  </a:cubicBezTo>
                  <a:moveTo>
                    <a:pt x="559" y="171"/>
                  </a:moveTo>
                  <a:cubicBezTo>
                    <a:pt x="552" y="191"/>
                    <a:pt x="544" y="210"/>
                    <a:pt x="536" y="231"/>
                  </a:cubicBezTo>
                  <a:cubicBezTo>
                    <a:pt x="543" y="234"/>
                    <a:pt x="551" y="237"/>
                    <a:pt x="559" y="241"/>
                  </a:cubicBezTo>
                  <a:lnTo>
                    <a:pt x="559" y="171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090885" y="877790"/>
              <a:ext cx="72000" cy="81720"/>
            </a:xfrm>
            <a:custGeom>
              <a:avLst/>
              <a:gdLst/>
              <a:ahLst/>
              <a:cxnLst/>
              <a:rect l="l" t="t" r="r" b="b"/>
              <a:pathLst>
                <a:path w="200" h="227" extrusionOk="0">
                  <a:moveTo>
                    <a:pt x="200" y="159"/>
                  </a:moveTo>
                  <a:cubicBezTo>
                    <a:pt x="168" y="223"/>
                    <a:pt x="120" y="242"/>
                    <a:pt x="60" y="216"/>
                  </a:cubicBezTo>
                  <a:cubicBezTo>
                    <a:pt x="10" y="193"/>
                    <a:pt x="-15" y="114"/>
                    <a:pt x="11" y="54"/>
                  </a:cubicBezTo>
                  <a:cubicBezTo>
                    <a:pt x="23" y="27"/>
                    <a:pt x="28" y="-6"/>
                    <a:pt x="73" y="1"/>
                  </a:cubicBezTo>
                  <a:cubicBezTo>
                    <a:pt x="119" y="7"/>
                    <a:pt x="138" y="20"/>
                    <a:pt x="156" y="63"/>
                  </a:cubicBezTo>
                  <a:cubicBezTo>
                    <a:pt x="167" y="90"/>
                    <a:pt x="185" y="114"/>
                    <a:pt x="200" y="139"/>
                  </a:cubicBezTo>
                  <a:lnTo>
                    <a:pt x="200" y="159"/>
                  </a:lnTo>
                  <a:moveTo>
                    <a:pt x="121" y="184"/>
                  </a:moveTo>
                  <a:cubicBezTo>
                    <a:pt x="127" y="179"/>
                    <a:pt x="146" y="170"/>
                    <a:pt x="151" y="156"/>
                  </a:cubicBezTo>
                  <a:cubicBezTo>
                    <a:pt x="156" y="145"/>
                    <a:pt x="145" y="127"/>
                    <a:pt x="138" y="113"/>
                  </a:cubicBezTo>
                  <a:cubicBezTo>
                    <a:pt x="132" y="99"/>
                    <a:pt x="123" y="86"/>
                    <a:pt x="114" y="74"/>
                  </a:cubicBezTo>
                  <a:cubicBezTo>
                    <a:pt x="107" y="64"/>
                    <a:pt x="98" y="53"/>
                    <a:pt x="88" y="49"/>
                  </a:cubicBezTo>
                  <a:cubicBezTo>
                    <a:pt x="79" y="47"/>
                    <a:pt x="63" y="51"/>
                    <a:pt x="57" y="58"/>
                  </a:cubicBezTo>
                  <a:cubicBezTo>
                    <a:pt x="36" y="84"/>
                    <a:pt x="38" y="114"/>
                    <a:pt x="49" y="144"/>
                  </a:cubicBezTo>
                  <a:cubicBezTo>
                    <a:pt x="59" y="172"/>
                    <a:pt x="80" y="184"/>
                    <a:pt x="121" y="184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919165" y="826310"/>
              <a:ext cx="132480" cy="223920"/>
            </a:xfrm>
            <a:custGeom>
              <a:avLst/>
              <a:gdLst/>
              <a:ahLst/>
              <a:cxnLst/>
              <a:rect l="l" t="t" r="r" b="b"/>
              <a:pathLst>
                <a:path w="368" h="622" extrusionOk="0">
                  <a:moveTo>
                    <a:pt x="48" y="436"/>
                  </a:moveTo>
                  <a:cubicBezTo>
                    <a:pt x="47" y="407"/>
                    <a:pt x="44" y="385"/>
                    <a:pt x="49" y="365"/>
                  </a:cubicBezTo>
                  <a:cubicBezTo>
                    <a:pt x="51" y="355"/>
                    <a:pt x="67" y="348"/>
                    <a:pt x="78" y="339"/>
                  </a:cubicBezTo>
                  <a:cubicBezTo>
                    <a:pt x="29" y="301"/>
                    <a:pt x="82" y="266"/>
                    <a:pt x="89" y="234"/>
                  </a:cubicBezTo>
                  <a:cubicBezTo>
                    <a:pt x="62" y="214"/>
                    <a:pt x="35" y="198"/>
                    <a:pt x="12" y="178"/>
                  </a:cubicBezTo>
                  <a:cubicBezTo>
                    <a:pt x="3" y="170"/>
                    <a:pt x="0" y="151"/>
                    <a:pt x="2" y="139"/>
                  </a:cubicBezTo>
                  <a:cubicBezTo>
                    <a:pt x="15" y="73"/>
                    <a:pt x="67" y="97"/>
                    <a:pt x="112" y="96"/>
                  </a:cubicBezTo>
                  <a:cubicBezTo>
                    <a:pt x="108" y="90"/>
                    <a:pt x="106" y="86"/>
                    <a:pt x="103" y="84"/>
                  </a:cubicBezTo>
                  <a:cubicBezTo>
                    <a:pt x="73" y="65"/>
                    <a:pt x="72" y="47"/>
                    <a:pt x="100" y="24"/>
                  </a:cubicBezTo>
                  <a:cubicBezTo>
                    <a:pt x="160" y="-25"/>
                    <a:pt x="231" y="4"/>
                    <a:pt x="250" y="85"/>
                  </a:cubicBezTo>
                  <a:cubicBezTo>
                    <a:pt x="276" y="85"/>
                    <a:pt x="304" y="81"/>
                    <a:pt x="329" y="86"/>
                  </a:cubicBezTo>
                  <a:cubicBezTo>
                    <a:pt x="362" y="93"/>
                    <a:pt x="373" y="118"/>
                    <a:pt x="367" y="151"/>
                  </a:cubicBezTo>
                  <a:cubicBezTo>
                    <a:pt x="356" y="205"/>
                    <a:pt x="312" y="245"/>
                    <a:pt x="246" y="258"/>
                  </a:cubicBezTo>
                  <a:cubicBezTo>
                    <a:pt x="252" y="291"/>
                    <a:pt x="222" y="324"/>
                    <a:pt x="157" y="356"/>
                  </a:cubicBezTo>
                  <a:cubicBezTo>
                    <a:pt x="182" y="380"/>
                    <a:pt x="192" y="407"/>
                    <a:pt x="177" y="440"/>
                  </a:cubicBezTo>
                  <a:cubicBezTo>
                    <a:pt x="175" y="445"/>
                    <a:pt x="179" y="452"/>
                    <a:pt x="181" y="458"/>
                  </a:cubicBezTo>
                  <a:cubicBezTo>
                    <a:pt x="185" y="466"/>
                    <a:pt x="191" y="473"/>
                    <a:pt x="193" y="481"/>
                  </a:cubicBezTo>
                  <a:cubicBezTo>
                    <a:pt x="207" y="535"/>
                    <a:pt x="112" y="634"/>
                    <a:pt x="57" y="621"/>
                  </a:cubicBezTo>
                  <a:cubicBezTo>
                    <a:pt x="30" y="614"/>
                    <a:pt x="11" y="597"/>
                    <a:pt x="4" y="570"/>
                  </a:cubicBezTo>
                  <a:cubicBezTo>
                    <a:pt x="-10" y="522"/>
                    <a:pt x="15" y="458"/>
                    <a:pt x="48" y="436"/>
                  </a:cubicBezTo>
                  <a:moveTo>
                    <a:pt x="83" y="583"/>
                  </a:moveTo>
                  <a:cubicBezTo>
                    <a:pt x="87" y="581"/>
                    <a:pt x="98" y="579"/>
                    <a:pt x="103" y="572"/>
                  </a:cubicBezTo>
                  <a:cubicBezTo>
                    <a:pt x="119" y="549"/>
                    <a:pt x="134" y="525"/>
                    <a:pt x="147" y="501"/>
                  </a:cubicBezTo>
                  <a:cubicBezTo>
                    <a:pt x="149" y="496"/>
                    <a:pt x="144" y="482"/>
                    <a:pt x="138" y="477"/>
                  </a:cubicBezTo>
                  <a:cubicBezTo>
                    <a:pt x="109" y="452"/>
                    <a:pt x="68" y="465"/>
                    <a:pt x="47" y="504"/>
                  </a:cubicBezTo>
                  <a:cubicBezTo>
                    <a:pt x="28" y="542"/>
                    <a:pt x="43" y="582"/>
                    <a:pt x="83" y="583"/>
                  </a:cubicBezTo>
                  <a:moveTo>
                    <a:pt x="297" y="121"/>
                  </a:moveTo>
                  <a:cubicBezTo>
                    <a:pt x="255" y="121"/>
                    <a:pt x="235" y="148"/>
                    <a:pt x="220" y="183"/>
                  </a:cubicBezTo>
                  <a:cubicBezTo>
                    <a:pt x="211" y="204"/>
                    <a:pt x="220" y="218"/>
                    <a:pt x="243" y="217"/>
                  </a:cubicBezTo>
                  <a:cubicBezTo>
                    <a:pt x="271" y="216"/>
                    <a:pt x="313" y="184"/>
                    <a:pt x="323" y="158"/>
                  </a:cubicBezTo>
                  <a:cubicBezTo>
                    <a:pt x="332" y="132"/>
                    <a:pt x="323" y="120"/>
                    <a:pt x="297" y="121"/>
                  </a:cubicBezTo>
                  <a:moveTo>
                    <a:pt x="46" y="157"/>
                  </a:moveTo>
                  <a:cubicBezTo>
                    <a:pt x="81" y="193"/>
                    <a:pt x="132" y="195"/>
                    <a:pt x="159" y="158"/>
                  </a:cubicBezTo>
                  <a:cubicBezTo>
                    <a:pt x="125" y="149"/>
                    <a:pt x="94" y="140"/>
                    <a:pt x="62" y="131"/>
                  </a:cubicBezTo>
                  <a:cubicBezTo>
                    <a:pt x="56" y="142"/>
                    <a:pt x="51" y="150"/>
                    <a:pt x="46" y="158"/>
                  </a:cubicBezTo>
                  <a:lnTo>
                    <a:pt x="46" y="157"/>
                  </a:lnTo>
                  <a:moveTo>
                    <a:pt x="205" y="290"/>
                  </a:moveTo>
                  <a:cubicBezTo>
                    <a:pt x="155" y="260"/>
                    <a:pt x="121" y="265"/>
                    <a:pt x="102" y="304"/>
                  </a:cubicBezTo>
                  <a:cubicBezTo>
                    <a:pt x="139" y="327"/>
                    <a:pt x="169" y="306"/>
                    <a:pt x="205" y="290"/>
                  </a:cubicBezTo>
                  <a:moveTo>
                    <a:pt x="173" y="99"/>
                  </a:moveTo>
                  <a:cubicBezTo>
                    <a:pt x="187" y="87"/>
                    <a:pt x="195" y="80"/>
                    <a:pt x="202" y="73"/>
                  </a:cubicBezTo>
                  <a:cubicBezTo>
                    <a:pt x="190" y="62"/>
                    <a:pt x="179" y="50"/>
                    <a:pt x="165" y="43"/>
                  </a:cubicBezTo>
                  <a:cubicBezTo>
                    <a:pt x="162" y="41"/>
                    <a:pt x="143" y="59"/>
                    <a:pt x="144" y="61"/>
                  </a:cubicBezTo>
                  <a:cubicBezTo>
                    <a:pt x="151" y="73"/>
                    <a:pt x="161" y="84"/>
                    <a:pt x="173" y="99"/>
                  </a:cubicBezTo>
                  <a:moveTo>
                    <a:pt x="141" y="417"/>
                  </a:moveTo>
                  <a:cubicBezTo>
                    <a:pt x="142" y="412"/>
                    <a:pt x="144" y="407"/>
                    <a:pt x="145" y="403"/>
                  </a:cubicBezTo>
                  <a:cubicBezTo>
                    <a:pt x="132" y="398"/>
                    <a:pt x="119" y="388"/>
                    <a:pt x="106" y="389"/>
                  </a:cubicBezTo>
                  <a:cubicBezTo>
                    <a:pt x="96" y="390"/>
                    <a:pt x="87" y="404"/>
                    <a:pt x="71" y="417"/>
                  </a:cubicBezTo>
                  <a:lnTo>
                    <a:pt x="141" y="417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822325" y="685190"/>
              <a:ext cx="115200" cy="85680"/>
            </a:xfrm>
            <a:custGeom>
              <a:avLst/>
              <a:gdLst/>
              <a:ahLst/>
              <a:cxnLst/>
              <a:rect l="l" t="t" r="r" b="b"/>
              <a:pathLst>
                <a:path w="320" h="238" extrusionOk="0">
                  <a:moveTo>
                    <a:pt x="168" y="165"/>
                  </a:moveTo>
                  <a:cubicBezTo>
                    <a:pt x="157" y="175"/>
                    <a:pt x="148" y="184"/>
                    <a:pt x="138" y="192"/>
                  </a:cubicBezTo>
                  <a:cubicBezTo>
                    <a:pt x="93" y="227"/>
                    <a:pt x="38" y="214"/>
                    <a:pt x="13" y="162"/>
                  </a:cubicBezTo>
                  <a:cubicBezTo>
                    <a:pt x="-8" y="116"/>
                    <a:pt x="-1" y="71"/>
                    <a:pt x="24" y="29"/>
                  </a:cubicBezTo>
                  <a:cubicBezTo>
                    <a:pt x="39" y="4"/>
                    <a:pt x="64" y="-7"/>
                    <a:pt x="91" y="6"/>
                  </a:cubicBezTo>
                  <a:cubicBezTo>
                    <a:pt x="119" y="19"/>
                    <a:pt x="145" y="39"/>
                    <a:pt x="171" y="56"/>
                  </a:cubicBezTo>
                  <a:cubicBezTo>
                    <a:pt x="184" y="34"/>
                    <a:pt x="226" y="25"/>
                    <a:pt x="260" y="42"/>
                  </a:cubicBezTo>
                  <a:cubicBezTo>
                    <a:pt x="308" y="67"/>
                    <a:pt x="334" y="138"/>
                    <a:pt x="313" y="188"/>
                  </a:cubicBezTo>
                  <a:cubicBezTo>
                    <a:pt x="298" y="224"/>
                    <a:pt x="271" y="241"/>
                    <a:pt x="235" y="238"/>
                  </a:cubicBezTo>
                  <a:cubicBezTo>
                    <a:pt x="202" y="235"/>
                    <a:pt x="182" y="216"/>
                    <a:pt x="171" y="178"/>
                  </a:cubicBezTo>
                  <a:cubicBezTo>
                    <a:pt x="170" y="175"/>
                    <a:pt x="169" y="171"/>
                    <a:pt x="168" y="165"/>
                  </a:cubicBezTo>
                  <a:moveTo>
                    <a:pt x="41" y="100"/>
                  </a:moveTo>
                  <a:cubicBezTo>
                    <a:pt x="40" y="140"/>
                    <a:pt x="60" y="170"/>
                    <a:pt x="86" y="171"/>
                  </a:cubicBezTo>
                  <a:cubicBezTo>
                    <a:pt x="107" y="172"/>
                    <a:pt x="137" y="141"/>
                    <a:pt x="137" y="117"/>
                  </a:cubicBezTo>
                  <a:cubicBezTo>
                    <a:pt x="138" y="84"/>
                    <a:pt x="104" y="46"/>
                    <a:pt x="75" y="48"/>
                  </a:cubicBezTo>
                  <a:cubicBezTo>
                    <a:pt x="39" y="51"/>
                    <a:pt x="49" y="84"/>
                    <a:pt x="41" y="100"/>
                  </a:cubicBezTo>
                  <a:moveTo>
                    <a:pt x="202" y="125"/>
                  </a:moveTo>
                  <a:cubicBezTo>
                    <a:pt x="204" y="126"/>
                    <a:pt x="206" y="127"/>
                    <a:pt x="208" y="128"/>
                  </a:cubicBezTo>
                  <a:cubicBezTo>
                    <a:pt x="208" y="141"/>
                    <a:pt x="206" y="155"/>
                    <a:pt x="211" y="166"/>
                  </a:cubicBezTo>
                  <a:cubicBezTo>
                    <a:pt x="216" y="178"/>
                    <a:pt x="227" y="193"/>
                    <a:pt x="238" y="196"/>
                  </a:cubicBezTo>
                  <a:cubicBezTo>
                    <a:pt x="248" y="198"/>
                    <a:pt x="268" y="186"/>
                    <a:pt x="271" y="177"/>
                  </a:cubicBezTo>
                  <a:cubicBezTo>
                    <a:pt x="276" y="159"/>
                    <a:pt x="279" y="135"/>
                    <a:pt x="271" y="120"/>
                  </a:cubicBezTo>
                  <a:cubicBezTo>
                    <a:pt x="262" y="102"/>
                    <a:pt x="240" y="91"/>
                    <a:pt x="224" y="77"/>
                  </a:cubicBezTo>
                  <a:cubicBezTo>
                    <a:pt x="217" y="93"/>
                    <a:pt x="209" y="109"/>
                    <a:pt x="202" y="125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78485" y="783830"/>
              <a:ext cx="64080" cy="69480"/>
            </a:xfrm>
            <a:custGeom>
              <a:avLst/>
              <a:gdLst/>
              <a:ahLst/>
              <a:cxnLst/>
              <a:rect l="l" t="t" r="r" b="b"/>
              <a:pathLst>
                <a:path w="178" h="193" extrusionOk="0">
                  <a:moveTo>
                    <a:pt x="1" y="101"/>
                  </a:moveTo>
                  <a:cubicBezTo>
                    <a:pt x="1" y="41"/>
                    <a:pt x="43" y="0"/>
                    <a:pt x="105" y="0"/>
                  </a:cubicBezTo>
                  <a:cubicBezTo>
                    <a:pt x="145" y="0"/>
                    <a:pt x="178" y="35"/>
                    <a:pt x="178" y="79"/>
                  </a:cubicBezTo>
                  <a:cubicBezTo>
                    <a:pt x="179" y="142"/>
                    <a:pt x="134" y="190"/>
                    <a:pt x="78" y="193"/>
                  </a:cubicBezTo>
                  <a:cubicBezTo>
                    <a:pt x="34" y="195"/>
                    <a:pt x="-7" y="166"/>
                    <a:pt x="1" y="101"/>
                  </a:cubicBezTo>
                  <a:moveTo>
                    <a:pt x="40" y="112"/>
                  </a:moveTo>
                  <a:cubicBezTo>
                    <a:pt x="39" y="137"/>
                    <a:pt x="48" y="152"/>
                    <a:pt x="74" y="153"/>
                  </a:cubicBezTo>
                  <a:cubicBezTo>
                    <a:pt x="106" y="153"/>
                    <a:pt x="138" y="119"/>
                    <a:pt x="137" y="83"/>
                  </a:cubicBezTo>
                  <a:cubicBezTo>
                    <a:pt x="137" y="62"/>
                    <a:pt x="127" y="44"/>
                    <a:pt x="104" y="43"/>
                  </a:cubicBezTo>
                  <a:cubicBezTo>
                    <a:pt x="73" y="41"/>
                    <a:pt x="42" y="77"/>
                    <a:pt x="40" y="112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4475" rIns="90000" bIns="24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96565" y="960590"/>
              <a:ext cx="68400" cy="66600"/>
            </a:xfrm>
            <a:custGeom>
              <a:avLst/>
              <a:gdLst/>
              <a:ahLst/>
              <a:cxnLst/>
              <a:rect l="l" t="t" r="r" b="b"/>
              <a:pathLst>
                <a:path w="190" h="185" extrusionOk="0">
                  <a:moveTo>
                    <a:pt x="0" y="113"/>
                  </a:moveTo>
                  <a:cubicBezTo>
                    <a:pt x="-1" y="51"/>
                    <a:pt x="45" y="1"/>
                    <a:pt x="102" y="0"/>
                  </a:cubicBezTo>
                  <a:cubicBezTo>
                    <a:pt x="142" y="0"/>
                    <a:pt x="190" y="41"/>
                    <a:pt x="190" y="76"/>
                  </a:cubicBezTo>
                  <a:cubicBezTo>
                    <a:pt x="191" y="130"/>
                    <a:pt x="129" y="185"/>
                    <a:pt x="69" y="185"/>
                  </a:cubicBezTo>
                  <a:cubicBezTo>
                    <a:pt x="24" y="185"/>
                    <a:pt x="0" y="160"/>
                    <a:pt x="0" y="114"/>
                  </a:cubicBezTo>
                  <a:lnTo>
                    <a:pt x="0" y="113"/>
                  </a:lnTo>
                  <a:moveTo>
                    <a:pt x="70" y="144"/>
                  </a:moveTo>
                  <a:cubicBezTo>
                    <a:pt x="103" y="145"/>
                    <a:pt x="154" y="105"/>
                    <a:pt x="147" y="80"/>
                  </a:cubicBezTo>
                  <a:cubicBezTo>
                    <a:pt x="142" y="65"/>
                    <a:pt x="119" y="49"/>
                    <a:pt x="102" y="47"/>
                  </a:cubicBezTo>
                  <a:cubicBezTo>
                    <a:pt x="71" y="41"/>
                    <a:pt x="40" y="75"/>
                    <a:pt x="39" y="109"/>
                  </a:cubicBezTo>
                  <a:cubicBezTo>
                    <a:pt x="39" y="130"/>
                    <a:pt x="45" y="145"/>
                    <a:pt x="70" y="144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1600" rIns="90000" bIns="21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865165" y="1209350"/>
              <a:ext cx="66240" cy="64800"/>
            </a:xfrm>
            <a:custGeom>
              <a:avLst/>
              <a:gdLst/>
              <a:ahLst/>
              <a:cxnLst/>
              <a:rect l="l" t="t" r="r" b="b"/>
              <a:pathLst>
                <a:path w="184" h="180" extrusionOk="0">
                  <a:moveTo>
                    <a:pt x="184" y="81"/>
                  </a:moveTo>
                  <a:cubicBezTo>
                    <a:pt x="176" y="129"/>
                    <a:pt x="148" y="155"/>
                    <a:pt x="109" y="172"/>
                  </a:cubicBezTo>
                  <a:cubicBezTo>
                    <a:pt x="78" y="186"/>
                    <a:pt x="48" y="182"/>
                    <a:pt x="22" y="158"/>
                  </a:cubicBezTo>
                  <a:cubicBezTo>
                    <a:pt x="-2" y="136"/>
                    <a:pt x="-5" y="110"/>
                    <a:pt x="6" y="81"/>
                  </a:cubicBezTo>
                  <a:cubicBezTo>
                    <a:pt x="20" y="46"/>
                    <a:pt x="33" y="11"/>
                    <a:pt x="75" y="1"/>
                  </a:cubicBezTo>
                  <a:cubicBezTo>
                    <a:pt x="81" y="0"/>
                    <a:pt x="89" y="-1"/>
                    <a:pt x="94" y="2"/>
                  </a:cubicBezTo>
                  <a:cubicBezTo>
                    <a:pt x="122" y="19"/>
                    <a:pt x="150" y="35"/>
                    <a:pt x="175" y="54"/>
                  </a:cubicBezTo>
                  <a:cubicBezTo>
                    <a:pt x="182" y="59"/>
                    <a:pt x="182" y="74"/>
                    <a:pt x="184" y="80"/>
                  </a:cubicBezTo>
                  <a:lnTo>
                    <a:pt x="184" y="81"/>
                  </a:lnTo>
                  <a:moveTo>
                    <a:pt x="65" y="137"/>
                  </a:moveTo>
                  <a:cubicBezTo>
                    <a:pt x="104" y="136"/>
                    <a:pt x="138" y="106"/>
                    <a:pt x="139" y="82"/>
                  </a:cubicBezTo>
                  <a:cubicBezTo>
                    <a:pt x="139" y="56"/>
                    <a:pt x="120" y="42"/>
                    <a:pt x="83" y="41"/>
                  </a:cubicBezTo>
                  <a:cubicBezTo>
                    <a:pt x="66" y="41"/>
                    <a:pt x="37" y="82"/>
                    <a:pt x="42" y="107"/>
                  </a:cubicBezTo>
                  <a:cubicBezTo>
                    <a:pt x="44" y="120"/>
                    <a:pt x="60" y="131"/>
                    <a:pt x="65" y="137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900085" y="1106750"/>
              <a:ext cx="63360" cy="56880"/>
            </a:xfrm>
            <a:custGeom>
              <a:avLst/>
              <a:gdLst/>
              <a:ahLst/>
              <a:cxnLst/>
              <a:rect l="l" t="t" r="r" b="b"/>
              <a:pathLst>
                <a:path w="176" h="158" extrusionOk="0">
                  <a:moveTo>
                    <a:pt x="0" y="70"/>
                  </a:moveTo>
                  <a:cubicBezTo>
                    <a:pt x="0" y="21"/>
                    <a:pt x="16" y="7"/>
                    <a:pt x="68" y="10"/>
                  </a:cubicBezTo>
                  <a:cubicBezTo>
                    <a:pt x="77" y="11"/>
                    <a:pt x="86" y="5"/>
                    <a:pt x="96" y="3"/>
                  </a:cubicBezTo>
                  <a:cubicBezTo>
                    <a:pt x="145" y="-10"/>
                    <a:pt x="184" y="25"/>
                    <a:pt x="175" y="75"/>
                  </a:cubicBezTo>
                  <a:cubicBezTo>
                    <a:pt x="165" y="135"/>
                    <a:pt x="119" y="168"/>
                    <a:pt x="61" y="155"/>
                  </a:cubicBezTo>
                  <a:cubicBezTo>
                    <a:pt x="23" y="147"/>
                    <a:pt x="1" y="116"/>
                    <a:pt x="0" y="70"/>
                  </a:cubicBezTo>
                  <a:moveTo>
                    <a:pt x="100" y="36"/>
                  </a:moveTo>
                  <a:cubicBezTo>
                    <a:pt x="98" y="38"/>
                    <a:pt x="96" y="41"/>
                    <a:pt x="93" y="43"/>
                  </a:cubicBezTo>
                  <a:cubicBezTo>
                    <a:pt x="70" y="41"/>
                    <a:pt x="45" y="38"/>
                    <a:pt x="41" y="70"/>
                  </a:cubicBezTo>
                  <a:cubicBezTo>
                    <a:pt x="37" y="95"/>
                    <a:pt x="54" y="115"/>
                    <a:pt x="78" y="116"/>
                  </a:cubicBezTo>
                  <a:cubicBezTo>
                    <a:pt x="109" y="118"/>
                    <a:pt x="136" y="96"/>
                    <a:pt x="133" y="66"/>
                  </a:cubicBezTo>
                  <a:cubicBezTo>
                    <a:pt x="132" y="55"/>
                    <a:pt x="111" y="46"/>
                    <a:pt x="100" y="36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1875" rIns="90000" bIns="11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28965" y="909110"/>
              <a:ext cx="49680" cy="44280"/>
            </a:xfrm>
            <a:custGeom>
              <a:avLst/>
              <a:gdLst/>
              <a:ahLst/>
              <a:cxnLst/>
              <a:rect l="l" t="t" r="r" b="b"/>
              <a:pathLst>
                <a:path w="138" h="123" extrusionOk="0">
                  <a:moveTo>
                    <a:pt x="58" y="0"/>
                  </a:moveTo>
                  <a:cubicBezTo>
                    <a:pt x="104" y="0"/>
                    <a:pt x="138" y="25"/>
                    <a:pt x="138" y="57"/>
                  </a:cubicBezTo>
                  <a:cubicBezTo>
                    <a:pt x="138" y="91"/>
                    <a:pt x="103" y="122"/>
                    <a:pt x="66" y="123"/>
                  </a:cubicBezTo>
                  <a:cubicBezTo>
                    <a:pt x="31" y="123"/>
                    <a:pt x="-1" y="95"/>
                    <a:pt x="0" y="64"/>
                  </a:cubicBezTo>
                  <a:cubicBezTo>
                    <a:pt x="2" y="23"/>
                    <a:pt x="23" y="0"/>
                    <a:pt x="58" y="0"/>
                  </a:cubicBezTo>
                  <a:moveTo>
                    <a:pt x="98" y="60"/>
                  </a:moveTo>
                  <a:cubicBezTo>
                    <a:pt x="97" y="55"/>
                    <a:pt x="97" y="50"/>
                    <a:pt x="96" y="45"/>
                  </a:cubicBezTo>
                  <a:cubicBezTo>
                    <a:pt x="78" y="47"/>
                    <a:pt x="60" y="48"/>
                    <a:pt x="42" y="49"/>
                  </a:cubicBezTo>
                  <a:cubicBezTo>
                    <a:pt x="45" y="59"/>
                    <a:pt x="46" y="74"/>
                    <a:pt x="52" y="78"/>
                  </a:cubicBezTo>
                  <a:cubicBezTo>
                    <a:pt x="74" y="90"/>
                    <a:pt x="88" y="77"/>
                    <a:pt x="98" y="60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961285" y="1040870"/>
              <a:ext cx="49320" cy="38880"/>
            </a:xfrm>
            <a:custGeom>
              <a:avLst/>
              <a:gdLst/>
              <a:ahLst/>
              <a:cxnLst/>
              <a:rect l="l" t="t" r="r" b="b"/>
              <a:pathLst>
                <a:path w="137" h="108" extrusionOk="0">
                  <a:moveTo>
                    <a:pt x="137" y="58"/>
                  </a:moveTo>
                  <a:cubicBezTo>
                    <a:pt x="135" y="97"/>
                    <a:pt x="78" y="123"/>
                    <a:pt x="41" y="100"/>
                  </a:cubicBezTo>
                  <a:cubicBezTo>
                    <a:pt x="26" y="90"/>
                    <a:pt x="14" y="75"/>
                    <a:pt x="2" y="62"/>
                  </a:cubicBezTo>
                  <a:cubicBezTo>
                    <a:pt x="-1" y="59"/>
                    <a:pt x="0" y="52"/>
                    <a:pt x="0" y="46"/>
                  </a:cubicBezTo>
                  <a:cubicBezTo>
                    <a:pt x="3" y="24"/>
                    <a:pt x="50" y="-3"/>
                    <a:pt x="82" y="0"/>
                  </a:cubicBezTo>
                  <a:cubicBezTo>
                    <a:pt x="113" y="3"/>
                    <a:pt x="138" y="29"/>
                    <a:pt x="137" y="58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897925" y="1062470"/>
              <a:ext cx="36720" cy="32040"/>
            </a:xfrm>
            <a:custGeom>
              <a:avLst/>
              <a:gdLst/>
              <a:ahLst/>
              <a:cxnLst/>
              <a:rect l="l" t="t" r="r" b="b"/>
              <a:pathLst>
                <a:path w="102" h="89" extrusionOk="0">
                  <a:moveTo>
                    <a:pt x="48" y="89"/>
                  </a:moveTo>
                  <a:cubicBezTo>
                    <a:pt x="19" y="90"/>
                    <a:pt x="1" y="73"/>
                    <a:pt x="0" y="44"/>
                  </a:cubicBezTo>
                  <a:cubicBezTo>
                    <a:pt x="0" y="23"/>
                    <a:pt x="33" y="-1"/>
                    <a:pt x="64" y="0"/>
                  </a:cubicBezTo>
                  <a:cubicBezTo>
                    <a:pt x="86" y="1"/>
                    <a:pt x="101" y="12"/>
                    <a:pt x="102" y="35"/>
                  </a:cubicBezTo>
                  <a:cubicBezTo>
                    <a:pt x="104" y="60"/>
                    <a:pt x="75" y="88"/>
                    <a:pt x="48" y="89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713225" y="2629350"/>
            <a:ext cx="38589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3"/>
          <p:cNvSpPr txBox="1"/>
          <p:nvPr>
            <p:ph type="title" idx="2" hasCustomPrompt="1"/>
          </p:nvPr>
        </p:nvSpPr>
        <p:spPr>
          <a:xfrm>
            <a:off x="2043125" y="1759150"/>
            <a:ext cx="1199100" cy="75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/>
          <p:nvPr>
            <p:ph type="pic" idx="3"/>
          </p:nvPr>
        </p:nvSpPr>
        <p:spPr>
          <a:xfrm>
            <a:off x="4700925" y="539500"/>
            <a:ext cx="3621600" cy="406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sp>
      <p:grpSp>
        <p:nvGrpSpPr>
          <p:cNvPr id="30" name="Google Shape;30;p3"/>
          <p:cNvGrpSpPr/>
          <p:nvPr/>
        </p:nvGrpSpPr>
        <p:grpSpPr>
          <a:xfrm>
            <a:off x="-342475" y="-1423999"/>
            <a:ext cx="9728073" cy="6955699"/>
            <a:chOff x="-342475" y="-1423999"/>
            <a:chExt cx="9728073" cy="6955699"/>
          </a:xfrm>
        </p:grpSpPr>
        <p:pic>
          <p:nvPicPr>
            <p:cNvPr id="31" name="Google Shape;31;p3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 rot="-5400000">
              <a:off x="7564524" y="-658623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32" name="Google Shape;32;p3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700901" y="311757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sp>
        <p:nvSpPr>
          <p:cNvPr id="33" name="Google Shape;33;p3"/>
          <p:cNvSpPr/>
          <p:nvPr/>
        </p:nvSpPr>
        <p:spPr>
          <a:xfrm>
            <a:off x="-168075" y="736626"/>
            <a:ext cx="1199101" cy="841974"/>
          </a:xfrm>
          <a:custGeom>
            <a:avLst/>
            <a:gdLst/>
            <a:ahLst/>
            <a:cxnLst/>
            <a:rect l="l" t="t" r="r" b="b"/>
            <a:pathLst>
              <a:path w="4029" h="2829" extrusionOk="0">
                <a:moveTo>
                  <a:pt x="4029" y="1244"/>
                </a:moveTo>
                <a:cubicBezTo>
                  <a:pt x="4023" y="1209"/>
                  <a:pt x="4009" y="1176"/>
                  <a:pt x="4003" y="1141"/>
                </a:cubicBezTo>
                <a:cubicBezTo>
                  <a:pt x="3975" y="990"/>
                  <a:pt x="3880" y="889"/>
                  <a:pt x="3737" y="865"/>
                </a:cubicBezTo>
                <a:cubicBezTo>
                  <a:pt x="3703" y="859"/>
                  <a:pt x="3668" y="858"/>
                  <a:pt x="3633" y="855"/>
                </a:cubicBezTo>
                <a:cubicBezTo>
                  <a:pt x="3553" y="847"/>
                  <a:pt x="3481" y="819"/>
                  <a:pt x="3421" y="762"/>
                </a:cubicBezTo>
                <a:cubicBezTo>
                  <a:pt x="3392" y="735"/>
                  <a:pt x="3380" y="694"/>
                  <a:pt x="3386" y="655"/>
                </a:cubicBezTo>
                <a:cubicBezTo>
                  <a:pt x="3388" y="639"/>
                  <a:pt x="3391" y="622"/>
                  <a:pt x="3394" y="606"/>
                </a:cubicBezTo>
                <a:cubicBezTo>
                  <a:pt x="3409" y="526"/>
                  <a:pt x="3379" y="457"/>
                  <a:pt x="3304" y="427"/>
                </a:cubicBezTo>
                <a:cubicBezTo>
                  <a:pt x="3241" y="401"/>
                  <a:pt x="3175" y="379"/>
                  <a:pt x="3108" y="366"/>
                </a:cubicBezTo>
                <a:cubicBezTo>
                  <a:pt x="3021" y="349"/>
                  <a:pt x="2958" y="307"/>
                  <a:pt x="2925" y="223"/>
                </a:cubicBezTo>
                <a:cubicBezTo>
                  <a:pt x="2914" y="194"/>
                  <a:pt x="2897" y="166"/>
                  <a:pt x="2882" y="139"/>
                </a:cubicBezTo>
                <a:cubicBezTo>
                  <a:pt x="2869" y="117"/>
                  <a:pt x="2848" y="108"/>
                  <a:pt x="2823" y="115"/>
                </a:cubicBezTo>
                <a:cubicBezTo>
                  <a:pt x="2784" y="124"/>
                  <a:pt x="2745" y="134"/>
                  <a:pt x="2706" y="144"/>
                </a:cubicBezTo>
                <a:cubicBezTo>
                  <a:pt x="2664" y="155"/>
                  <a:pt x="2631" y="142"/>
                  <a:pt x="2609" y="103"/>
                </a:cubicBezTo>
                <a:cubicBezTo>
                  <a:pt x="2590" y="69"/>
                  <a:pt x="2558" y="45"/>
                  <a:pt x="2520" y="35"/>
                </a:cubicBezTo>
                <a:cubicBezTo>
                  <a:pt x="2482" y="26"/>
                  <a:pt x="2447" y="13"/>
                  <a:pt x="2409" y="7"/>
                </a:cubicBezTo>
                <a:cubicBezTo>
                  <a:pt x="2369" y="2"/>
                  <a:pt x="2325" y="-5"/>
                  <a:pt x="2287" y="5"/>
                </a:cubicBezTo>
                <a:cubicBezTo>
                  <a:pt x="2218" y="23"/>
                  <a:pt x="2153" y="53"/>
                  <a:pt x="2087" y="81"/>
                </a:cubicBezTo>
                <a:cubicBezTo>
                  <a:pt x="1969" y="129"/>
                  <a:pt x="1850" y="174"/>
                  <a:pt x="1736" y="230"/>
                </a:cubicBezTo>
                <a:cubicBezTo>
                  <a:pt x="1654" y="271"/>
                  <a:pt x="1582" y="275"/>
                  <a:pt x="1507" y="222"/>
                </a:cubicBezTo>
                <a:cubicBezTo>
                  <a:pt x="1468" y="194"/>
                  <a:pt x="1417" y="185"/>
                  <a:pt x="1370" y="198"/>
                </a:cubicBezTo>
                <a:cubicBezTo>
                  <a:pt x="1306" y="214"/>
                  <a:pt x="1249" y="246"/>
                  <a:pt x="1202" y="292"/>
                </a:cubicBezTo>
                <a:cubicBezTo>
                  <a:pt x="1137" y="356"/>
                  <a:pt x="1073" y="421"/>
                  <a:pt x="1012" y="489"/>
                </a:cubicBezTo>
                <a:cubicBezTo>
                  <a:pt x="962" y="545"/>
                  <a:pt x="910" y="593"/>
                  <a:pt x="828" y="588"/>
                </a:cubicBezTo>
                <a:cubicBezTo>
                  <a:pt x="823" y="588"/>
                  <a:pt x="819" y="590"/>
                  <a:pt x="815" y="591"/>
                </a:cubicBezTo>
                <a:cubicBezTo>
                  <a:pt x="720" y="616"/>
                  <a:pt x="662" y="685"/>
                  <a:pt x="615" y="763"/>
                </a:cubicBezTo>
                <a:cubicBezTo>
                  <a:pt x="549" y="871"/>
                  <a:pt x="507" y="991"/>
                  <a:pt x="479" y="1115"/>
                </a:cubicBezTo>
                <a:cubicBezTo>
                  <a:pt x="440" y="1289"/>
                  <a:pt x="401" y="1463"/>
                  <a:pt x="370" y="1638"/>
                </a:cubicBezTo>
                <a:cubicBezTo>
                  <a:pt x="356" y="1713"/>
                  <a:pt x="341" y="1779"/>
                  <a:pt x="272" y="1823"/>
                </a:cubicBezTo>
                <a:cubicBezTo>
                  <a:pt x="193" y="1874"/>
                  <a:pt x="119" y="1945"/>
                  <a:pt x="56" y="2019"/>
                </a:cubicBezTo>
                <a:cubicBezTo>
                  <a:pt x="20" y="2061"/>
                  <a:pt x="0" y="2115"/>
                  <a:pt x="0" y="2171"/>
                </a:cubicBezTo>
                <a:lnTo>
                  <a:pt x="0" y="2209"/>
                </a:lnTo>
                <a:cubicBezTo>
                  <a:pt x="6" y="2195"/>
                  <a:pt x="23" y="2137"/>
                  <a:pt x="33" y="2120"/>
                </a:cubicBezTo>
                <a:cubicBezTo>
                  <a:pt x="76" y="2040"/>
                  <a:pt x="153" y="1983"/>
                  <a:pt x="217" y="1918"/>
                </a:cubicBezTo>
                <a:cubicBezTo>
                  <a:pt x="256" y="1879"/>
                  <a:pt x="301" y="1847"/>
                  <a:pt x="355" y="1828"/>
                </a:cubicBezTo>
                <a:cubicBezTo>
                  <a:pt x="397" y="1814"/>
                  <a:pt x="437" y="1793"/>
                  <a:pt x="480" y="1779"/>
                </a:cubicBezTo>
                <a:cubicBezTo>
                  <a:pt x="550" y="1755"/>
                  <a:pt x="621" y="1721"/>
                  <a:pt x="694" y="1713"/>
                </a:cubicBezTo>
                <a:cubicBezTo>
                  <a:pt x="851" y="1695"/>
                  <a:pt x="1010" y="1688"/>
                  <a:pt x="1168" y="1680"/>
                </a:cubicBezTo>
                <a:cubicBezTo>
                  <a:pt x="1208" y="1678"/>
                  <a:pt x="1249" y="1684"/>
                  <a:pt x="1288" y="1694"/>
                </a:cubicBezTo>
                <a:cubicBezTo>
                  <a:pt x="1434" y="1730"/>
                  <a:pt x="1567" y="1802"/>
                  <a:pt x="1702" y="1866"/>
                </a:cubicBezTo>
                <a:cubicBezTo>
                  <a:pt x="1721" y="1874"/>
                  <a:pt x="1736" y="1891"/>
                  <a:pt x="1747" y="1900"/>
                </a:cubicBezTo>
                <a:cubicBezTo>
                  <a:pt x="1734" y="1929"/>
                  <a:pt x="1721" y="1951"/>
                  <a:pt x="1712" y="1975"/>
                </a:cubicBezTo>
                <a:cubicBezTo>
                  <a:pt x="1701" y="2002"/>
                  <a:pt x="1697" y="2032"/>
                  <a:pt x="1683" y="2057"/>
                </a:cubicBezTo>
                <a:cubicBezTo>
                  <a:pt x="1661" y="2099"/>
                  <a:pt x="1627" y="2129"/>
                  <a:pt x="1576" y="2124"/>
                </a:cubicBezTo>
                <a:cubicBezTo>
                  <a:pt x="1528" y="2119"/>
                  <a:pt x="1483" y="2126"/>
                  <a:pt x="1440" y="2148"/>
                </a:cubicBezTo>
                <a:cubicBezTo>
                  <a:pt x="1351" y="2192"/>
                  <a:pt x="1291" y="2175"/>
                  <a:pt x="1215" y="2106"/>
                </a:cubicBezTo>
                <a:cubicBezTo>
                  <a:pt x="1186" y="2080"/>
                  <a:pt x="1164" y="2044"/>
                  <a:pt x="1139" y="2013"/>
                </a:cubicBezTo>
                <a:cubicBezTo>
                  <a:pt x="1059" y="1913"/>
                  <a:pt x="961" y="1845"/>
                  <a:pt x="817" y="1853"/>
                </a:cubicBezTo>
                <a:cubicBezTo>
                  <a:pt x="755" y="1857"/>
                  <a:pt x="693" y="1850"/>
                  <a:pt x="631" y="1839"/>
                </a:cubicBezTo>
                <a:cubicBezTo>
                  <a:pt x="536" y="1822"/>
                  <a:pt x="453" y="1837"/>
                  <a:pt x="379" y="1894"/>
                </a:cubicBezTo>
                <a:cubicBezTo>
                  <a:pt x="279" y="1969"/>
                  <a:pt x="201" y="2064"/>
                  <a:pt x="149" y="2178"/>
                </a:cubicBezTo>
                <a:cubicBezTo>
                  <a:pt x="109" y="2266"/>
                  <a:pt x="73" y="2355"/>
                  <a:pt x="44" y="2447"/>
                </a:cubicBezTo>
                <a:cubicBezTo>
                  <a:pt x="17" y="2530"/>
                  <a:pt x="4" y="2618"/>
                  <a:pt x="3" y="2705"/>
                </a:cubicBezTo>
                <a:lnTo>
                  <a:pt x="2" y="2829"/>
                </a:lnTo>
                <a:cubicBezTo>
                  <a:pt x="7" y="2792"/>
                  <a:pt x="18" y="2755"/>
                  <a:pt x="26" y="2719"/>
                </a:cubicBezTo>
                <a:cubicBezTo>
                  <a:pt x="42" y="2643"/>
                  <a:pt x="57" y="2568"/>
                  <a:pt x="76" y="2493"/>
                </a:cubicBezTo>
                <a:cubicBezTo>
                  <a:pt x="91" y="2439"/>
                  <a:pt x="112" y="2386"/>
                  <a:pt x="131" y="2333"/>
                </a:cubicBezTo>
                <a:cubicBezTo>
                  <a:pt x="187" y="2172"/>
                  <a:pt x="269" y="2028"/>
                  <a:pt x="410" y="1925"/>
                </a:cubicBezTo>
                <a:cubicBezTo>
                  <a:pt x="455" y="1892"/>
                  <a:pt x="503" y="1872"/>
                  <a:pt x="559" y="1876"/>
                </a:cubicBezTo>
                <a:cubicBezTo>
                  <a:pt x="663" y="1882"/>
                  <a:pt x="767" y="1887"/>
                  <a:pt x="871" y="1897"/>
                </a:cubicBezTo>
                <a:cubicBezTo>
                  <a:pt x="940" y="1903"/>
                  <a:pt x="1002" y="1931"/>
                  <a:pt x="1050" y="1982"/>
                </a:cubicBezTo>
                <a:cubicBezTo>
                  <a:pt x="1087" y="2022"/>
                  <a:pt x="1119" y="2066"/>
                  <a:pt x="1155" y="2107"/>
                </a:cubicBezTo>
                <a:cubicBezTo>
                  <a:pt x="1236" y="2201"/>
                  <a:pt x="1340" y="2250"/>
                  <a:pt x="1468" y="2184"/>
                </a:cubicBezTo>
                <a:cubicBezTo>
                  <a:pt x="1493" y="2172"/>
                  <a:pt x="1524" y="2164"/>
                  <a:pt x="1552" y="2166"/>
                </a:cubicBezTo>
                <a:cubicBezTo>
                  <a:pt x="1636" y="2172"/>
                  <a:pt x="1698" y="2139"/>
                  <a:pt x="1730" y="2060"/>
                </a:cubicBezTo>
                <a:cubicBezTo>
                  <a:pt x="1742" y="2033"/>
                  <a:pt x="1749" y="2005"/>
                  <a:pt x="1756" y="1976"/>
                </a:cubicBezTo>
                <a:cubicBezTo>
                  <a:pt x="1762" y="1955"/>
                  <a:pt x="1772" y="1949"/>
                  <a:pt x="1794" y="1957"/>
                </a:cubicBezTo>
                <a:cubicBezTo>
                  <a:pt x="1887" y="1992"/>
                  <a:pt x="1983" y="2021"/>
                  <a:pt x="2074" y="2062"/>
                </a:cubicBezTo>
                <a:cubicBezTo>
                  <a:pt x="2154" y="2097"/>
                  <a:pt x="2229" y="2089"/>
                  <a:pt x="2299" y="2050"/>
                </a:cubicBezTo>
                <a:cubicBezTo>
                  <a:pt x="2459" y="1961"/>
                  <a:pt x="2606" y="1858"/>
                  <a:pt x="2676" y="1677"/>
                </a:cubicBezTo>
                <a:cubicBezTo>
                  <a:pt x="2681" y="1663"/>
                  <a:pt x="2691" y="1650"/>
                  <a:pt x="2700" y="1638"/>
                </a:cubicBezTo>
                <a:cubicBezTo>
                  <a:pt x="2705" y="1631"/>
                  <a:pt x="2712" y="1626"/>
                  <a:pt x="2718" y="1620"/>
                </a:cubicBezTo>
                <a:cubicBezTo>
                  <a:pt x="2762" y="1578"/>
                  <a:pt x="2819" y="1566"/>
                  <a:pt x="2875" y="1555"/>
                </a:cubicBezTo>
                <a:cubicBezTo>
                  <a:pt x="2946" y="1540"/>
                  <a:pt x="3018" y="1529"/>
                  <a:pt x="3089" y="1515"/>
                </a:cubicBezTo>
                <a:cubicBezTo>
                  <a:pt x="3137" y="1505"/>
                  <a:pt x="3176" y="1481"/>
                  <a:pt x="3204" y="1440"/>
                </a:cubicBezTo>
                <a:cubicBezTo>
                  <a:pt x="3239" y="1387"/>
                  <a:pt x="3292" y="1360"/>
                  <a:pt x="3349" y="1355"/>
                </a:cubicBezTo>
                <a:cubicBezTo>
                  <a:pt x="3443" y="1345"/>
                  <a:pt x="3538" y="1352"/>
                  <a:pt x="3628" y="1389"/>
                </a:cubicBezTo>
                <a:cubicBezTo>
                  <a:pt x="3702" y="1419"/>
                  <a:pt x="3774" y="1416"/>
                  <a:pt x="3844" y="1379"/>
                </a:cubicBezTo>
                <a:cubicBezTo>
                  <a:pt x="3902" y="1348"/>
                  <a:pt x="3958" y="1315"/>
                  <a:pt x="4014" y="1281"/>
                </a:cubicBezTo>
                <a:cubicBezTo>
                  <a:pt x="4023" y="1275"/>
                  <a:pt x="4031" y="1255"/>
                  <a:pt x="4029" y="1244"/>
                </a:cubicBezTo>
                <a:moveTo>
                  <a:pt x="1404" y="251"/>
                </a:moveTo>
                <a:cubicBezTo>
                  <a:pt x="1411" y="235"/>
                  <a:pt x="1429" y="228"/>
                  <a:pt x="1444" y="236"/>
                </a:cubicBezTo>
                <a:cubicBezTo>
                  <a:pt x="1486" y="259"/>
                  <a:pt x="1527" y="282"/>
                  <a:pt x="1571" y="298"/>
                </a:cubicBezTo>
                <a:cubicBezTo>
                  <a:pt x="1615" y="314"/>
                  <a:pt x="1661" y="311"/>
                  <a:pt x="1703" y="293"/>
                </a:cubicBezTo>
                <a:cubicBezTo>
                  <a:pt x="1872" y="218"/>
                  <a:pt x="2041" y="143"/>
                  <a:pt x="2210" y="70"/>
                </a:cubicBezTo>
                <a:cubicBezTo>
                  <a:pt x="2282" y="40"/>
                  <a:pt x="2355" y="27"/>
                  <a:pt x="2432" y="58"/>
                </a:cubicBezTo>
                <a:cubicBezTo>
                  <a:pt x="2443" y="63"/>
                  <a:pt x="2456" y="66"/>
                  <a:pt x="2468" y="67"/>
                </a:cubicBezTo>
                <a:cubicBezTo>
                  <a:pt x="2537" y="73"/>
                  <a:pt x="2578" y="122"/>
                  <a:pt x="2621" y="167"/>
                </a:cubicBezTo>
                <a:cubicBezTo>
                  <a:pt x="2626" y="173"/>
                  <a:pt x="2629" y="186"/>
                  <a:pt x="2627" y="194"/>
                </a:cubicBezTo>
                <a:cubicBezTo>
                  <a:pt x="2617" y="234"/>
                  <a:pt x="2609" y="277"/>
                  <a:pt x="2592" y="315"/>
                </a:cubicBezTo>
                <a:cubicBezTo>
                  <a:pt x="2544" y="416"/>
                  <a:pt x="2492" y="515"/>
                  <a:pt x="2442" y="615"/>
                </a:cubicBezTo>
                <a:cubicBezTo>
                  <a:pt x="2407" y="686"/>
                  <a:pt x="2362" y="746"/>
                  <a:pt x="2299" y="795"/>
                </a:cubicBezTo>
                <a:cubicBezTo>
                  <a:pt x="2143" y="917"/>
                  <a:pt x="1978" y="1020"/>
                  <a:pt x="1790" y="1087"/>
                </a:cubicBezTo>
                <a:cubicBezTo>
                  <a:pt x="1612" y="1150"/>
                  <a:pt x="1436" y="1218"/>
                  <a:pt x="1252" y="1256"/>
                </a:cubicBezTo>
                <a:cubicBezTo>
                  <a:pt x="1121" y="1284"/>
                  <a:pt x="989" y="1306"/>
                  <a:pt x="866" y="1360"/>
                </a:cubicBezTo>
                <a:cubicBezTo>
                  <a:pt x="835" y="1374"/>
                  <a:pt x="805" y="1389"/>
                  <a:pt x="771" y="1406"/>
                </a:cubicBezTo>
                <a:cubicBezTo>
                  <a:pt x="875" y="1205"/>
                  <a:pt x="922" y="989"/>
                  <a:pt x="986" y="779"/>
                </a:cubicBezTo>
                <a:cubicBezTo>
                  <a:pt x="1021" y="664"/>
                  <a:pt x="1081" y="569"/>
                  <a:pt x="1168" y="490"/>
                </a:cubicBezTo>
                <a:cubicBezTo>
                  <a:pt x="1219" y="443"/>
                  <a:pt x="1272" y="398"/>
                  <a:pt x="1327" y="355"/>
                </a:cubicBezTo>
                <a:cubicBezTo>
                  <a:pt x="1364" y="327"/>
                  <a:pt x="1387" y="291"/>
                  <a:pt x="1404" y="250"/>
                </a:cubicBezTo>
                <a:lnTo>
                  <a:pt x="1404" y="251"/>
                </a:lnTo>
                <a:moveTo>
                  <a:pt x="464" y="1378"/>
                </a:moveTo>
                <a:cubicBezTo>
                  <a:pt x="500" y="1222"/>
                  <a:pt x="527" y="1064"/>
                  <a:pt x="588" y="915"/>
                </a:cubicBezTo>
                <a:cubicBezTo>
                  <a:pt x="624" y="829"/>
                  <a:pt x="664" y="747"/>
                  <a:pt x="736" y="683"/>
                </a:cubicBezTo>
                <a:cubicBezTo>
                  <a:pt x="773" y="650"/>
                  <a:pt x="814" y="630"/>
                  <a:pt x="864" y="627"/>
                </a:cubicBezTo>
                <a:cubicBezTo>
                  <a:pt x="919" y="624"/>
                  <a:pt x="963" y="603"/>
                  <a:pt x="1001" y="563"/>
                </a:cubicBezTo>
                <a:cubicBezTo>
                  <a:pt x="1081" y="478"/>
                  <a:pt x="1162" y="394"/>
                  <a:pt x="1246" y="313"/>
                </a:cubicBezTo>
                <a:cubicBezTo>
                  <a:pt x="1275" y="285"/>
                  <a:pt x="1315" y="267"/>
                  <a:pt x="1350" y="244"/>
                </a:cubicBezTo>
                <a:cubicBezTo>
                  <a:pt x="1353" y="248"/>
                  <a:pt x="1356" y="252"/>
                  <a:pt x="1359" y="256"/>
                </a:cubicBezTo>
                <a:cubicBezTo>
                  <a:pt x="1339" y="278"/>
                  <a:pt x="1319" y="302"/>
                  <a:pt x="1297" y="322"/>
                </a:cubicBezTo>
                <a:cubicBezTo>
                  <a:pt x="1235" y="378"/>
                  <a:pt x="1169" y="430"/>
                  <a:pt x="1109" y="488"/>
                </a:cubicBezTo>
                <a:cubicBezTo>
                  <a:pt x="1029" y="564"/>
                  <a:pt x="977" y="656"/>
                  <a:pt x="946" y="763"/>
                </a:cubicBezTo>
                <a:cubicBezTo>
                  <a:pt x="903" y="915"/>
                  <a:pt x="853" y="1066"/>
                  <a:pt x="807" y="1218"/>
                </a:cubicBezTo>
                <a:cubicBezTo>
                  <a:pt x="777" y="1316"/>
                  <a:pt x="726" y="1401"/>
                  <a:pt x="649" y="1469"/>
                </a:cubicBezTo>
                <a:cubicBezTo>
                  <a:pt x="572" y="1538"/>
                  <a:pt x="494" y="1605"/>
                  <a:pt x="416" y="1673"/>
                </a:cubicBezTo>
                <a:lnTo>
                  <a:pt x="404" y="1666"/>
                </a:lnTo>
                <a:cubicBezTo>
                  <a:pt x="424" y="1570"/>
                  <a:pt x="442" y="1473"/>
                  <a:pt x="464" y="1378"/>
                </a:cubicBezTo>
                <a:moveTo>
                  <a:pt x="2684" y="1590"/>
                </a:moveTo>
                <a:cubicBezTo>
                  <a:pt x="2665" y="1614"/>
                  <a:pt x="2644" y="1638"/>
                  <a:pt x="2633" y="1665"/>
                </a:cubicBezTo>
                <a:cubicBezTo>
                  <a:pt x="2586" y="1794"/>
                  <a:pt x="2486" y="1875"/>
                  <a:pt x="2380" y="1951"/>
                </a:cubicBezTo>
                <a:cubicBezTo>
                  <a:pt x="2320" y="1994"/>
                  <a:pt x="2258" y="2035"/>
                  <a:pt x="2180" y="2040"/>
                </a:cubicBezTo>
                <a:cubicBezTo>
                  <a:pt x="2164" y="2041"/>
                  <a:pt x="2147" y="2042"/>
                  <a:pt x="2132" y="2036"/>
                </a:cubicBezTo>
                <a:cubicBezTo>
                  <a:pt x="2091" y="2022"/>
                  <a:pt x="2050" y="2003"/>
                  <a:pt x="2008" y="1987"/>
                </a:cubicBezTo>
                <a:cubicBezTo>
                  <a:pt x="1963" y="1970"/>
                  <a:pt x="1917" y="1954"/>
                  <a:pt x="1871" y="1939"/>
                </a:cubicBezTo>
                <a:cubicBezTo>
                  <a:pt x="1844" y="1930"/>
                  <a:pt x="1819" y="1921"/>
                  <a:pt x="1801" y="1896"/>
                </a:cubicBezTo>
                <a:cubicBezTo>
                  <a:pt x="1770" y="1854"/>
                  <a:pt x="1728" y="1825"/>
                  <a:pt x="1680" y="1805"/>
                </a:cubicBezTo>
                <a:cubicBezTo>
                  <a:pt x="1595" y="1768"/>
                  <a:pt x="1512" y="1727"/>
                  <a:pt x="1427" y="1692"/>
                </a:cubicBezTo>
                <a:cubicBezTo>
                  <a:pt x="1318" y="1647"/>
                  <a:pt x="1204" y="1625"/>
                  <a:pt x="1083" y="1641"/>
                </a:cubicBezTo>
                <a:cubicBezTo>
                  <a:pt x="1020" y="1650"/>
                  <a:pt x="955" y="1655"/>
                  <a:pt x="891" y="1652"/>
                </a:cubicBezTo>
                <a:cubicBezTo>
                  <a:pt x="713" y="1643"/>
                  <a:pt x="555" y="1696"/>
                  <a:pt x="405" y="1778"/>
                </a:cubicBezTo>
                <a:cubicBezTo>
                  <a:pt x="395" y="1783"/>
                  <a:pt x="386" y="1788"/>
                  <a:pt x="376" y="1793"/>
                </a:cubicBezTo>
                <a:lnTo>
                  <a:pt x="370" y="1785"/>
                </a:lnTo>
                <a:cubicBezTo>
                  <a:pt x="387" y="1763"/>
                  <a:pt x="401" y="1737"/>
                  <a:pt x="423" y="1720"/>
                </a:cubicBezTo>
                <a:cubicBezTo>
                  <a:pt x="525" y="1640"/>
                  <a:pt x="628" y="1562"/>
                  <a:pt x="733" y="1486"/>
                </a:cubicBezTo>
                <a:cubicBezTo>
                  <a:pt x="853" y="1399"/>
                  <a:pt x="990" y="1349"/>
                  <a:pt x="1135" y="1324"/>
                </a:cubicBezTo>
                <a:cubicBezTo>
                  <a:pt x="1276" y="1300"/>
                  <a:pt x="1411" y="1255"/>
                  <a:pt x="1549" y="1221"/>
                </a:cubicBezTo>
                <a:cubicBezTo>
                  <a:pt x="1773" y="1165"/>
                  <a:pt x="1996" y="1165"/>
                  <a:pt x="2217" y="1255"/>
                </a:cubicBezTo>
                <a:cubicBezTo>
                  <a:pt x="2371" y="1318"/>
                  <a:pt x="2512" y="1402"/>
                  <a:pt x="2651" y="1491"/>
                </a:cubicBezTo>
                <a:cubicBezTo>
                  <a:pt x="2663" y="1499"/>
                  <a:pt x="2674" y="1507"/>
                  <a:pt x="2684" y="1517"/>
                </a:cubicBezTo>
                <a:cubicBezTo>
                  <a:pt x="2704" y="1538"/>
                  <a:pt x="2702" y="1568"/>
                  <a:pt x="2684" y="1590"/>
                </a:cubicBezTo>
                <a:moveTo>
                  <a:pt x="3800" y="1351"/>
                </a:moveTo>
                <a:cubicBezTo>
                  <a:pt x="3751" y="1374"/>
                  <a:pt x="3699" y="1371"/>
                  <a:pt x="3648" y="1350"/>
                </a:cubicBezTo>
                <a:cubicBezTo>
                  <a:pt x="3552" y="1309"/>
                  <a:pt x="3450" y="1302"/>
                  <a:pt x="3350" y="1310"/>
                </a:cubicBezTo>
                <a:cubicBezTo>
                  <a:pt x="3279" y="1316"/>
                  <a:pt x="3215" y="1351"/>
                  <a:pt x="3167" y="1412"/>
                </a:cubicBezTo>
                <a:cubicBezTo>
                  <a:pt x="3147" y="1438"/>
                  <a:pt x="3121" y="1458"/>
                  <a:pt x="3089" y="1468"/>
                </a:cubicBezTo>
                <a:cubicBezTo>
                  <a:pt x="3022" y="1487"/>
                  <a:pt x="2952" y="1495"/>
                  <a:pt x="2883" y="1509"/>
                </a:cubicBezTo>
                <a:cubicBezTo>
                  <a:pt x="2836" y="1519"/>
                  <a:pt x="2791" y="1532"/>
                  <a:pt x="2741" y="1544"/>
                </a:cubicBezTo>
                <a:cubicBezTo>
                  <a:pt x="2740" y="1495"/>
                  <a:pt x="2702" y="1472"/>
                  <a:pt x="2666" y="1448"/>
                </a:cubicBezTo>
                <a:cubicBezTo>
                  <a:pt x="2522" y="1354"/>
                  <a:pt x="2375" y="1265"/>
                  <a:pt x="2212" y="1207"/>
                </a:cubicBezTo>
                <a:cubicBezTo>
                  <a:pt x="2082" y="1161"/>
                  <a:pt x="1951" y="1131"/>
                  <a:pt x="1813" y="1143"/>
                </a:cubicBezTo>
                <a:cubicBezTo>
                  <a:pt x="1803" y="1144"/>
                  <a:pt x="1793" y="1144"/>
                  <a:pt x="1783" y="1144"/>
                </a:cubicBezTo>
                <a:cubicBezTo>
                  <a:pt x="1782" y="1144"/>
                  <a:pt x="1780" y="1142"/>
                  <a:pt x="1777" y="1139"/>
                </a:cubicBezTo>
                <a:cubicBezTo>
                  <a:pt x="1829" y="1127"/>
                  <a:pt x="1880" y="1112"/>
                  <a:pt x="1932" y="1104"/>
                </a:cubicBezTo>
                <a:cubicBezTo>
                  <a:pt x="2058" y="1085"/>
                  <a:pt x="2183" y="1067"/>
                  <a:pt x="2309" y="1053"/>
                </a:cubicBezTo>
                <a:cubicBezTo>
                  <a:pt x="2394" y="1044"/>
                  <a:pt x="2481" y="1039"/>
                  <a:pt x="2566" y="1041"/>
                </a:cubicBezTo>
                <a:cubicBezTo>
                  <a:pt x="2625" y="1042"/>
                  <a:pt x="2685" y="1054"/>
                  <a:pt x="2742" y="1070"/>
                </a:cubicBezTo>
                <a:cubicBezTo>
                  <a:pt x="2888" y="1109"/>
                  <a:pt x="3031" y="1166"/>
                  <a:pt x="3185" y="1168"/>
                </a:cubicBezTo>
                <a:cubicBezTo>
                  <a:pt x="3302" y="1170"/>
                  <a:pt x="3418" y="1169"/>
                  <a:pt x="3534" y="1159"/>
                </a:cubicBezTo>
                <a:cubicBezTo>
                  <a:pt x="3635" y="1151"/>
                  <a:pt x="3728" y="1165"/>
                  <a:pt x="3816" y="1216"/>
                </a:cubicBezTo>
                <a:cubicBezTo>
                  <a:pt x="3859" y="1240"/>
                  <a:pt x="3903" y="1261"/>
                  <a:pt x="3956" y="1260"/>
                </a:cubicBezTo>
                <a:cubicBezTo>
                  <a:pt x="3904" y="1291"/>
                  <a:pt x="3854" y="1325"/>
                  <a:pt x="3799" y="1351"/>
                </a:cubicBezTo>
                <a:lnTo>
                  <a:pt x="3800" y="1351"/>
                </a:lnTo>
                <a:moveTo>
                  <a:pt x="3936" y="1221"/>
                </a:moveTo>
                <a:cubicBezTo>
                  <a:pt x="3913" y="1219"/>
                  <a:pt x="3891" y="1203"/>
                  <a:pt x="3873" y="1197"/>
                </a:cubicBezTo>
                <a:cubicBezTo>
                  <a:pt x="3845" y="1188"/>
                  <a:pt x="3818" y="1177"/>
                  <a:pt x="3794" y="1160"/>
                </a:cubicBezTo>
                <a:cubicBezTo>
                  <a:pt x="3707" y="1101"/>
                  <a:pt x="3613" y="1116"/>
                  <a:pt x="3521" y="1118"/>
                </a:cubicBezTo>
                <a:cubicBezTo>
                  <a:pt x="3448" y="1119"/>
                  <a:pt x="3375" y="1128"/>
                  <a:pt x="3303" y="1129"/>
                </a:cubicBezTo>
                <a:cubicBezTo>
                  <a:pt x="3173" y="1130"/>
                  <a:pt x="3045" y="1118"/>
                  <a:pt x="2920" y="1075"/>
                </a:cubicBezTo>
                <a:cubicBezTo>
                  <a:pt x="2839" y="1046"/>
                  <a:pt x="2754" y="1022"/>
                  <a:pt x="2669" y="1006"/>
                </a:cubicBezTo>
                <a:cubicBezTo>
                  <a:pt x="2549" y="984"/>
                  <a:pt x="2427" y="996"/>
                  <a:pt x="2305" y="1009"/>
                </a:cubicBezTo>
                <a:cubicBezTo>
                  <a:pt x="2221" y="1018"/>
                  <a:pt x="2137" y="1028"/>
                  <a:pt x="2053" y="1037"/>
                </a:cubicBezTo>
                <a:cubicBezTo>
                  <a:pt x="2044" y="1038"/>
                  <a:pt x="2034" y="1038"/>
                  <a:pt x="2017" y="1038"/>
                </a:cubicBezTo>
                <a:cubicBezTo>
                  <a:pt x="2066" y="1008"/>
                  <a:pt x="2109" y="984"/>
                  <a:pt x="2150" y="956"/>
                </a:cubicBezTo>
                <a:cubicBezTo>
                  <a:pt x="2212" y="913"/>
                  <a:pt x="2273" y="870"/>
                  <a:pt x="2332" y="824"/>
                </a:cubicBezTo>
                <a:cubicBezTo>
                  <a:pt x="2397" y="774"/>
                  <a:pt x="2444" y="709"/>
                  <a:pt x="2480" y="636"/>
                </a:cubicBezTo>
                <a:cubicBezTo>
                  <a:pt x="2529" y="537"/>
                  <a:pt x="2581" y="439"/>
                  <a:pt x="2629" y="338"/>
                </a:cubicBezTo>
                <a:cubicBezTo>
                  <a:pt x="2650" y="293"/>
                  <a:pt x="2663" y="243"/>
                  <a:pt x="2680" y="193"/>
                </a:cubicBezTo>
                <a:cubicBezTo>
                  <a:pt x="2720" y="184"/>
                  <a:pt x="2766" y="174"/>
                  <a:pt x="2810" y="161"/>
                </a:cubicBezTo>
                <a:cubicBezTo>
                  <a:pt x="2835" y="154"/>
                  <a:pt x="2847" y="161"/>
                  <a:pt x="2857" y="182"/>
                </a:cubicBezTo>
                <a:cubicBezTo>
                  <a:pt x="2868" y="207"/>
                  <a:pt x="2881" y="231"/>
                  <a:pt x="2892" y="255"/>
                </a:cubicBezTo>
                <a:cubicBezTo>
                  <a:pt x="2926" y="332"/>
                  <a:pt x="2996" y="387"/>
                  <a:pt x="3078" y="404"/>
                </a:cubicBezTo>
                <a:cubicBezTo>
                  <a:pt x="3145" y="418"/>
                  <a:pt x="3211" y="438"/>
                  <a:pt x="3275" y="462"/>
                </a:cubicBezTo>
                <a:cubicBezTo>
                  <a:pt x="3330" y="483"/>
                  <a:pt x="3361" y="541"/>
                  <a:pt x="3351" y="599"/>
                </a:cubicBezTo>
                <a:cubicBezTo>
                  <a:pt x="3326" y="755"/>
                  <a:pt x="3397" y="853"/>
                  <a:pt x="3566" y="887"/>
                </a:cubicBezTo>
                <a:cubicBezTo>
                  <a:pt x="3616" y="897"/>
                  <a:pt x="3667" y="899"/>
                  <a:pt x="3718" y="906"/>
                </a:cubicBezTo>
                <a:cubicBezTo>
                  <a:pt x="3844" y="924"/>
                  <a:pt x="3934" y="1010"/>
                  <a:pt x="3957" y="1135"/>
                </a:cubicBezTo>
                <a:cubicBezTo>
                  <a:pt x="3961" y="1152"/>
                  <a:pt x="3962" y="1169"/>
                  <a:pt x="3966" y="1186"/>
                </a:cubicBezTo>
                <a:cubicBezTo>
                  <a:pt x="3973" y="1213"/>
                  <a:pt x="3960" y="1223"/>
                  <a:pt x="3936" y="1221"/>
                </a:cubicBezTo>
                <a:close/>
              </a:path>
            </a:pathLst>
          </a:custGeom>
          <a:solidFill>
            <a:srgbClr val="331303">
              <a:alpha val="868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body" idx="1"/>
          </p:nvPr>
        </p:nvSpPr>
        <p:spPr>
          <a:xfrm>
            <a:off x="720000" y="1215751"/>
            <a:ext cx="7704000" cy="15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Light"/>
              <a:buChar char="■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2"/>
          <a:srcRect l="49944" t="88491" r="8350"/>
          <a:stretch>
            <a:fillRect/>
          </a:stretch>
        </p:blipFill>
        <p:spPr>
          <a:xfrm>
            <a:off x="8087324" y="-516198"/>
            <a:ext cx="2586450" cy="10556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2"/>
          <a:srcRect l="8894" r="30271" b="88491"/>
          <a:stretch>
            <a:fillRect/>
          </a:stretch>
        </p:blipFill>
        <p:spPr>
          <a:xfrm rot="-5400000">
            <a:off x="-1711951" y="5227926"/>
            <a:ext cx="3772549" cy="105569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1"/>
          </p:nvPr>
        </p:nvSpPr>
        <p:spPr>
          <a:xfrm>
            <a:off x="3785100" y="2976300"/>
            <a:ext cx="4342800" cy="104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2"/>
          </p:nvPr>
        </p:nvSpPr>
        <p:spPr>
          <a:xfrm>
            <a:off x="3785100" y="1677450"/>
            <a:ext cx="4342800" cy="104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3"/>
          </p:nvPr>
        </p:nvSpPr>
        <p:spPr>
          <a:xfrm>
            <a:off x="1756138" y="1677450"/>
            <a:ext cx="1806300" cy="104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type="subTitle" idx="4"/>
          </p:nvPr>
        </p:nvSpPr>
        <p:spPr>
          <a:xfrm>
            <a:off x="1756138" y="2976300"/>
            <a:ext cx="1806300" cy="104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5" name="Google Shape;45;p5"/>
          <p:cNvGrpSpPr/>
          <p:nvPr/>
        </p:nvGrpSpPr>
        <p:grpSpPr>
          <a:xfrm flipH="1">
            <a:off x="-767833" y="-516198"/>
            <a:ext cx="10259599" cy="8652148"/>
            <a:chOff x="-335700" y="-516198"/>
            <a:chExt cx="10259599" cy="8652148"/>
          </a:xfrm>
        </p:grpSpPr>
        <p:pic>
          <p:nvPicPr>
            <p:cNvPr id="46" name="Google Shape;46;p5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7337449" y="-516198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47" name="Google Shape;47;p5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0" name="Google Shape;50;p6"/>
          <p:cNvGrpSpPr/>
          <p:nvPr/>
        </p:nvGrpSpPr>
        <p:grpSpPr>
          <a:xfrm>
            <a:off x="-335700" y="-516198"/>
            <a:ext cx="10259599" cy="8652148"/>
            <a:chOff x="-335700" y="-516198"/>
            <a:chExt cx="10259599" cy="8652148"/>
          </a:xfrm>
        </p:grpSpPr>
        <p:pic>
          <p:nvPicPr>
            <p:cNvPr id="51" name="Google Shape;51;p6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7337449" y="-516198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52" name="Google Shape;52;p6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grpSp>
        <p:nvGrpSpPr>
          <p:cNvPr id="53" name="Google Shape;53;p6"/>
          <p:cNvGrpSpPr/>
          <p:nvPr/>
        </p:nvGrpSpPr>
        <p:grpSpPr>
          <a:xfrm>
            <a:off x="-35905" y="3342622"/>
            <a:ext cx="749118" cy="736246"/>
            <a:chOff x="2534325" y="685190"/>
            <a:chExt cx="628560" cy="617760"/>
          </a:xfrm>
        </p:grpSpPr>
        <p:sp>
          <p:nvSpPr>
            <p:cNvPr id="54" name="Google Shape;54;p6"/>
            <p:cNvSpPr/>
            <p:nvPr/>
          </p:nvSpPr>
          <p:spPr>
            <a:xfrm>
              <a:off x="2534325" y="818750"/>
              <a:ext cx="389160" cy="484200"/>
            </a:xfrm>
            <a:custGeom>
              <a:avLst/>
              <a:gdLst/>
              <a:ahLst/>
              <a:cxnLst/>
              <a:rect l="l" t="t" r="r" b="b"/>
              <a:pathLst>
                <a:path w="1081" h="1345" extrusionOk="0">
                  <a:moveTo>
                    <a:pt x="704" y="1345"/>
                  </a:moveTo>
                  <a:cubicBezTo>
                    <a:pt x="624" y="1304"/>
                    <a:pt x="629" y="1250"/>
                    <a:pt x="663" y="1180"/>
                  </a:cubicBezTo>
                  <a:cubicBezTo>
                    <a:pt x="667" y="1170"/>
                    <a:pt x="665" y="1157"/>
                    <a:pt x="666" y="1145"/>
                  </a:cubicBezTo>
                  <a:cubicBezTo>
                    <a:pt x="652" y="1145"/>
                    <a:pt x="636" y="1142"/>
                    <a:pt x="625" y="1148"/>
                  </a:cubicBezTo>
                  <a:cubicBezTo>
                    <a:pt x="604" y="1159"/>
                    <a:pt x="587" y="1175"/>
                    <a:pt x="568" y="1189"/>
                  </a:cubicBezTo>
                  <a:cubicBezTo>
                    <a:pt x="595" y="1229"/>
                    <a:pt x="592" y="1260"/>
                    <a:pt x="555" y="1300"/>
                  </a:cubicBezTo>
                  <a:cubicBezTo>
                    <a:pt x="530" y="1327"/>
                    <a:pt x="497" y="1334"/>
                    <a:pt x="467" y="1319"/>
                  </a:cubicBezTo>
                  <a:cubicBezTo>
                    <a:pt x="434" y="1301"/>
                    <a:pt x="421" y="1261"/>
                    <a:pt x="433" y="1216"/>
                  </a:cubicBezTo>
                  <a:cubicBezTo>
                    <a:pt x="442" y="1183"/>
                    <a:pt x="456" y="1173"/>
                    <a:pt x="491" y="1175"/>
                  </a:cubicBezTo>
                  <a:cubicBezTo>
                    <a:pt x="488" y="1142"/>
                    <a:pt x="484" y="1109"/>
                    <a:pt x="480" y="1075"/>
                  </a:cubicBezTo>
                  <a:cubicBezTo>
                    <a:pt x="465" y="1079"/>
                    <a:pt x="449" y="1084"/>
                    <a:pt x="434" y="1088"/>
                  </a:cubicBezTo>
                  <a:cubicBezTo>
                    <a:pt x="463" y="1138"/>
                    <a:pt x="426" y="1205"/>
                    <a:pt x="358" y="1225"/>
                  </a:cubicBezTo>
                  <a:cubicBezTo>
                    <a:pt x="331" y="1234"/>
                    <a:pt x="305" y="1215"/>
                    <a:pt x="299" y="1185"/>
                  </a:cubicBezTo>
                  <a:cubicBezTo>
                    <a:pt x="285" y="1106"/>
                    <a:pt x="331" y="1062"/>
                    <a:pt x="417" y="1076"/>
                  </a:cubicBezTo>
                  <a:cubicBezTo>
                    <a:pt x="413" y="1068"/>
                    <a:pt x="409" y="1062"/>
                    <a:pt x="407" y="1055"/>
                  </a:cubicBezTo>
                  <a:cubicBezTo>
                    <a:pt x="392" y="1017"/>
                    <a:pt x="397" y="1011"/>
                    <a:pt x="438" y="1008"/>
                  </a:cubicBezTo>
                  <a:cubicBezTo>
                    <a:pt x="451" y="1007"/>
                    <a:pt x="464" y="1002"/>
                    <a:pt x="480" y="997"/>
                  </a:cubicBezTo>
                  <a:cubicBezTo>
                    <a:pt x="484" y="1003"/>
                    <a:pt x="488" y="1011"/>
                    <a:pt x="496" y="1024"/>
                  </a:cubicBezTo>
                  <a:cubicBezTo>
                    <a:pt x="503" y="1015"/>
                    <a:pt x="509" y="1007"/>
                    <a:pt x="518" y="995"/>
                  </a:cubicBezTo>
                  <a:cubicBezTo>
                    <a:pt x="460" y="975"/>
                    <a:pt x="450" y="924"/>
                    <a:pt x="444" y="871"/>
                  </a:cubicBezTo>
                  <a:cubicBezTo>
                    <a:pt x="301" y="916"/>
                    <a:pt x="280" y="911"/>
                    <a:pt x="266" y="833"/>
                  </a:cubicBezTo>
                  <a:cubicBezTo>
                    <a:pt x="251" y="836"/>
                    <a:pt x="236" y="838"/>
                    <a:pt x="220" y="840"/>
                  </a:cubicBezTo>
                  <a:cubicBezTo>
                    <a:pt x="219" y="852"/>
                    <a:pt x="217" y="864"/>
                    <a:pt x="216" y="876"/>
                  </a:cubicBezTo>
                  <a:cubicBezTo>
                    <a:pt x="243" y="889"/>
                    <a:pt x="264" y="907"/>
                    <a:pt x="261" y="940"/>
                  </a:cubicBezTo>
                  <a:cubicBezTo>
                    <a:pt x="259" y="972"/>
                    <a:pt x="239" y="994"/>
                    <a:pt x="213" y="1009"/>
                  </a:cubicBezTo>
                  <a:cubicBezTo>
                    <a:pt x="179" y="1027"/>
                    <a:pt x="151" y="1011"/>
                    <a:pt x="150" y="973"/>
                  </a:cubicBezTo>
                  <a:cubicBezTo>
                    <a:pt x="150" y="954"/>
                    <a:pt x="154" y="935"/>
                    <a:pt x="156" y="914"/>
                  </a:cubicBezTo>
                  <a:cubicBezTo>
                    <a:pt x="137" y="906"/>
                    <a:pt x="122" y="904"/>
                    <a:pt x="107" y="925"/>
                  </a:cubicBezTo>
                  <a:cubicBezTo>
                    <a:pt x="92" y="945"/>
                    <a:pt x="68" y="946"/>
                    <a:pt x="45" y="937"/>
                  </a:cubicBezTo>
                  <a:cubicBezTo>
                    <a:pt x="23" y="927"/>
                    <a:pt x="7" y="912"/>
                    <a:pt x="6" y="886"/>
                  </a:cubicBezTo>
                  <a:cubicBezTo>
                    <a:pt x="5" y="835"/>
                    <a:pt x="28" y="813"/>
                    <a:pt x="81" y="809"/>
                  </a:cubicBezTo>
                  <a:cubicBezTo>
                    <a:pt x="90" y="774"/>
                    <a:pt x="95" y="740"/>
                    <a:pt x="106" y="709"/>
                  </a:cubicBezTo>
                  <a:cubicBezTo>
                    <a:pt x="119" y="673"/>
                    <a:pt x="151" y="664"/>
                    <a:pt x="182" y="683"/>
                  </a:cubicBezTo>
                  <a:cubicBezTo>
                    <a:pt x="205" y="697"/>
                    <a:pt x="228" y="711"/>
                    <a:pt x="250" y="726"/>
                  </a:cubicBezTo>
                  <a:cubicBezTo>
                    <a:pt x="263" y="735"/>
                    <a:pt x="274" y="747"/>
                    <a:pt x="285" y="758"/>
                  </a:cubicBezTo>
                  <a:cubicBezTo>
                    <a:pt x="333" y="708"/>
                    <a:pt x="356" y="700"/>
                    <a:pt x="428" y="703"/>
                  </a:cubicBezTo>
                  <a:cubicBezTo>
                    <a:pt x="411" y="688"/>
                    <a:pt x="397" y="675"/>
                    <a:pt x="383" y="662"/>
                  </a:cubicBezTo>
                  <a:cubicBezTo>
                    <a:pt x="370" y="649"/>
                    <a:pt x="358" y="635"/>
                    <a:pt x="342" y="617"/>
                  </a:cubicBezTo>
                  <a:cubicBezTo>
                    <a:pt x="336" y="624"/>
                    <a:pt x="332" y="633"/>
                    <a:pt x="325" y="638"/>
                  </a:cubicBezTo>
                  <a:cubicBezTo>
                    <a:pt x="306" y="653"/>
                    <a:pt x="285" y="655"/>
                    <a:pt x="264" y="641"/>
                  </a:cubicBezTo>
                  <a:cubicBezTo>
                    <a:pt x="246" y="628"/>
                    <a:pt x="246" y="610"/>
                    <a:pt x="251" y="589"/>
                  </a:cubicBezTo>
                  <a:cubicBezTo>
                    <a:pt x="255" y="574"/>
                    <a:pt x="255" y="558"/>
                    <a:pt x="256" y="543"/>
                  </a:cubicBezTo>
                  <a:cubicBezTo>
                    <a:pt x="252" y="543"/>
                    <a:pt x="248" y="542"/>
                    <a:pt x="245" y="541"/>
                  </a:cubicBezTo>
                  <a:cubicBezTo>
                    <a:pt x="241" y="552"/>
                    <a:pt x="238" y="563"/>
                    <a:pt x="234" y="573"/>
                  </a:cubicBezTo>
                  <a:cubicBezTo>
                    <a:pt x="224" y="601"/>
                    <a:pt x="207" y="622"/>
                    <a:pt x="177" y="630"/>
                  </a:cubicBezTo>
                  <a:cubicBezTo>
                    <a:pt x="139" y="641"/>
                    <a:pt x="100" y="612"/>
                    <a:pt x="107" y="573"/>
                  </a:cubicBezTo>
                  <a:cubicBezTo>
                    <a:pt x="116" y="525"/>
                    <a:pt x="133" y="477"/>
                    <a:pt x="94" y="431"/>
                  </a:cubicBezTo>
                  <a:cubicBezTo>
                    <a:pt x="87" y="431"/>
                    <a:pt x="80" y="432"/>
                    <a:pt x="73" y="433"/>
                  </a:cubicBezTo>
                  <a:cubicBezTo>
                    <a:pt x="44" y="436"/>
                    <a:pt x="18" y="430"/>
                    <a:pt x="5" y="400"/>
                  </a:cubicBezTo>
                  <a:cubicBezTo>
                    <a:pt x="-7" y="370"/>
                    <a:pt x="3" y="342"/>
                    <a:pt x="25" y="323"/>
                  </a:cubicBezTo>
                  <a:cubicBezTo>
                    <a:pt x="43" y="307"/>
                    <a:pt x="71" y="302"/>
                    <a:pt x="89" y="286"/>
                  </a:cubicBezTo>
                  <a:cubicBezTo>
                    <a:pt x="122" y="256"/>
                    <a:pt x="153" y="267"/>
                    <a:pt x="177" y="283"/>
                  </a:cubicBezTo>
                  <a:cubicBezTo>
                    <a:pt x="194" y="252"/>
                    <a:pt x="211" y="223"/>
                    <a:pt x="225" y="193"/>
                  </a:cubicBezTo>
                  <a:cubicBezTo>
                    <a:pt x="229" y="184"/>
                    <a:pt x="226" y="172"/>
                    <a:pt x="226" y="161"/>
                  </a:cubicBezTo>
                  <a:cubicBezTo>
                    <a:pt x="225" y="144"/>
                    <a:pt x="220" y="127"/>
                    <a:pt x="223" y="110"/>
                  </a:cubicBezTo>
                  <a:cubicBezTo>
                    <a:pt x="227" y="83"/>
                    <a:pt x="255" y="64"/>
                    <a:pt x="281" y="72"/>
                  </a:cubicBezTo>
                  <a:cubicBezTo>
                    <a:pt x="304" y="79"/>
                    <a:pt x="326" y="90"/>
                    <a:pt x="348" y="101"/>
                  </a:cubicBezTo>
                  <a:cubicBezTo>
                    <a:pt x="353" y="103"/>
                    <a:pt x="356" y="113"/>
                    <a:pt x="357" y="120"/>
                  </a:cubicBezTo>
                  <a:cubicBezTo>
                    <a:pt x="359" y="135"/>
                    <a:pt x="359" y="150"/>
                    <a:pt x="360" y="165"/>
                  </a:cubicBezTo>
                  <a:cubicBezTo>
                    <a:pt x="383" y="168"/>
                    <a:pt x="405" y="170"/>
                    <a:pt x="428" y="173"/>
                  </a:cubicBezTo>
                  <a:cubicBezTo>
                    <a:pt x="433" y="134"/>
                    <a:pt x="425" y="82"/>
                    <a:pt x="474" y="74"/>
                  </a:cubicBezTo>
                  <a:cubicBezTo>
                    <a:pt x="509" y="68"/>
                    <a:pt x="535" y="105"/>
                    <a:pt x="551" y="139"/>
                  </a:cubicBezTo>
                  <a:cubicBezTo>
                    <a:pt x="559" y="135"/>
                    <a:pt x="567" y="130"/>
                    <a:pt x="574" y="126"/>
                  </a:cubicBezTo>
                  <a:cubicBezTo>
                    <a:pt x="558" y="58"/>
                    <a:pt x="570" y="17"/>
                    <a:pt x="612" y="3"/>
                  </a:cubicBezTo>
                  <a:cubicBezTo>
                    <a:pt x="641" y="-8"/>
                    <a:pt x="681" y="13"/>
                    <a:pt x="696" y="47"/>
                  </a:cubicBezTo>
                  <a:cubicBezTo>
                    <a:pt x="715" y="88"/>
                    <a:pt x="697" y="129"/>
                    <a:pt x="645" y="160"/>
                  </a:cubicBezTo>
                  <a:cubicBezTo>
                    <a:pt x="651" y="167"/>
                    <a:pt x="656" y="174"/>
                    <a:pt x="662" y="182"/>
                  </a:cubicBezTo>
                  <a:cubicBezTo>
                    <a:pt x="681" y="172"/>
                    <a:pt x="698" y="164"/>
                    <a:pt x="715" y="155"/>
                  </a:cubicBezTo>
                  <a:cubicBezTo>
                    <a:pt x="700" y="80"/>
                    <a:pt x="755" y="22"/>
                    <a:pt x="819" y="61"/>
                  </a:cubicBezTo>
                  <a:cubicBezTo>
                    <a:pt x="823" y="53"/>
                    <a:pt x="825" y="45"/>
                    <a:pt x="829" y="37"/>
                  </a:cubicBezTo>
                  <a:cubicBezTo>
                    <a:pt x="846" y="4"/>
                    <a:pt x="882" y="-7"/>
                    <a:pt x="907" y="19"/>
                  </a:cubicBezTo>
                  <a:cubicBezTo>
                    <a:pt x="931" y="45"/>
                    <a:pt x="951" y="77"/>
                    <a:pt x="966" y="109"/>
                  </a:cubicBezTo>
                  <a:cubicBezTo>
                    <a:pt x="979" y="139"/>
                    <a:pt x="964" y="166"/>
                    <a:pt x="938" y="182"/>
                  </a:cubicBezTo>
                  <a:cubicBezTo>
                    <a:pt x="953" y="203"/>
                    <a:pt x="966" y="222"/>
                    <a:pt x="981" y="242"/>
                  </a:cubicBezTo>
                  <a:cubicBezTo>
                    <a:pt x="1030" y="231"/>
                    <a:pt x="1095" y="292"/>
                    <a:pt x="1078" y="350"/>
                  </a:cubicBezTo>
                  <a:cubicBezTo>
                    <a:pt x="1058" y="418"/>
                    <a:pt x="1050" y="495"/>
                    <a:pt x="985" y="547"/>
                  </a:cubicBezTo>
                  <a:cubicBezTo>
                    <a:pt x="1014" y="563"/>
                    <a:pt x="1046" y="582"/>
                    <a:pt x="1028" y="618"/>
                  </a:cubicBezTo>
                  <a:cubicBezTo>
                    <a:pt x="1016" y="643"/>
                    <a:pt x="990" y="661"/>
                    <a:pt x="970" y="681"/>
                  </a:cubicBezTo>
                  <a:cubicBezTo>
                    <a:pt x="971" y="698"/>
                    <a:pt x="979" y="724"/>
                    <a:pt x="972" y="743"/>
                  </a:cubicBezTo>
                  <a:cubicBezTo>
                    <a:pt x="961" y="772"/>
                    <a:pt x="943" y="802"/>
                    <a:pt x="919" y="822"/>
                  </a:cubicBezTo>
                  <a:cubicBezTo>
                    <a:pt x="886" y="849"/>
                    <a:pt x="837" y="827"/>
                    <a:pt x="832" y="781"/>
                  </a:cubicBezTo>
                  <a:cubicBezTo>
                    <a:pt x="828" y="746"/>
                    <a:pt x="833" y="709"/>
                    <a:pt x="839" y="673"/>
                  </a:cubicBezTo>
                  <a:cubicBezTo>
                    <a:pt x="840" y="665"/>
                    <a:pt x="858" y="659"/>
                    <a:pt x="873" y="648"/>
                  </a:cubicBezTo>
                  <a:cubicBezTo>
                    <a:pt x="816" y="659"/>
                    <a:pt x="829" y="620"/>
                    <a:pt x="827" y="592"/>
                  </a:cubicBezTo>
                  <a:cubicBezTo>
                    <a:pt x="814" y="588"/>
                    <a:pt x="802" y="584"/>
                    <a:pt x="790" y="579"/>
                  </a:cubicBezTo>
                  <a:cubicBezTo>
                    <a:pt x="779" y="593"/>
                    <a:pt x="769" y="607"/>
                    <a:pt x="756" y="623"/>
                  </a:cubicBezTo>
                  <a:cubicBezTo>
                    <a:pt x="788" y="642"/>
                    <a:pt x="823" y="661"/>
                    <a:pt x="820" y="706"/>
                  </a:cubicBezTo>
                  <a:cubicBezTo>
                    <a:pt x="817" y="748"/>
                    <a:pt x="783" y="768"/>
                    <a:pt x="750" y="790"/>
                  </a:cubicBezTo>
                  <a:cubicBezTo>
                    <a:pt x="781" y="818"/>
                    <a:pt x="816" y="844"/>
                    <a:pt x="801" y="893"/>
                  </a:cubicBezTo>
                  <a:cubicBezTo>
                    <a:pt x="826" y="903"/>
                    <a:pt x="849" y="913"/>
                    <a:pt x="872" y="923"/>
                  </a:cubicBezTo>
                  <a:cubicBezTo>
                    <a:pt x="874" y="908"/>
                    <a:pt x="870" y="889"/>
                    <a:pt x="878" y="877"/>
                  </a:cubicBezTo>
                  <a:cubicBezTo>
                    <a:pt x="886" y="866"/>
                    <a:pt x="906" y="860"/>
                    <a:pt x="921" y="859"/>
                  </a:cubicBezTo>
                  <a:cubicBezTo>
                    <a:pt x="948" y="857"/>
                    <a:pt x="966" y="877"/>
                    <a:pt x="966" y="903"/>
                  </a:cubicBezTo>
                  <a:cubicBezTo>
                    <a:pt x="966" y="935"/>
                    <a:pt x="950" y="947"/>
                    <a:pt x="899" y="949"/>
                  </a:cubicBezTo>
                  <a:cubicBezTo>
                    <a:pt x="913" y="982"/>
                    <a:pt x="905" y="1010"/>
                    <a:pt x="886" y="1037"/>
                  </a:cubicBezTo>
                  <a:cubicBezTo>
                    <a:pt x="864" y="1068"/>
                    <a:pt x="834" y="1078"/>
                    <a:pt x="801" y="1067"/>
                  </a:cubicBezTo>
                  <a:cubicBezTo>
                    <a:pt x="765" y="1056"/>
                    <a:pt x="741" y="1026"/>
                    <a:pt x="745" y="989"/>
                  </a:cubicBezTo>
                  <a:cubicBezTo>
                    <a:pt x="749" y="955"/>
                    <a:pt x="737" y="949"/>
                    <a:pt x="707" y="956"/>
                  </a:cubicBezTo>
                  <a:cubicBezTo>
                    <a:pt x="695" y="959"/>
                    <a:pt x="682" y="956"/>
                    <a:pt x="669" y="955"/>
                  </a:cubicBezTo>
                  <a:cubicBezTo>
                    <a:pt x="657" y="954"/>
                    <a:pt x="646" y="950"/>
                    <a:pt x="634" y="948"/>
                  </a:cubicBezTo>
                  <a:cubicBezTo>
                    <a:pt x="625" y="961"/>
                    <a:pt x="616" y="973"/>
                    <a:pt x="606" y="987"/>
                  </a:cubicBezTo>
                  <a:cubicBezTo>
                    <a:pt x="615" y="997"/>
                    <a:pt x="625" y="1008"/>
                    <a:pt x="637" y="1020"/>
                  </a:cubicBezTo>
                  <a:cubicBezTo>
                    <a:pt x="648" y="1013"/>
                    <a:pt x="657" y="1003"/>
                    <a:pt x="669" y="1000"/>
                  </a:cubicBezTo>
                  <a:cubicBezTo>
                    <a:pt x="688" y="996"/>
                    <a:pt x="713" y="988"/>
                    <a:pt x="725" y="997"/>
                  </a:cubicBezTo>
                  <a:cubicBezTo>
                    <a:pt x="737" y="1005"/>
                    <a:pt x="744" y="1033"/>
                    <a:pt x="741" y="1050"/>
                  </a:cubicBezTo>
                  <a:cubicBezTo>
                    <a:pt x="735" y="1082"/>
                    <a:pt x="720" y="1111"/>
                    <a:pt x="709" y="1142"/>
                  </a:cubicBezTo>
                  <a:cubicBezTo>
                    <a:pt x="723" y="1144"/>
                    <a:pt x="739" y="1147"/>
                    <a:pt x="755" y="1149"/>
                  </a:cubicBezTo>
                  <a:cubicBezTo>
                    <a:pt x="758" y="1147"/>
                    <a:pt x="761" y="1146"/>
                    <a:pt x="761" y="1145"/>
                  </a:cubicBezTo>
                  <a:cubicBezTo>
                    <a:pt x="767" y="1116"/>
                    <a:pt x="777" y="1088"/>
                    <a:pt x="811" y="1085"/>
                  </a:cubicBezTo>
                  <a:cubicBezTo>
                    <a:pt x="840" y="1083"/>
                    <a:pt x="888" y="1124"/>
                    <a:pt x="892" y="1150"/>
                  </a:cubicBezTo>
                  <a:cubicBezTo>
                    <a:pt x="897" y="1182"/>
                    <a:pt x="877" y="1216"/>
                    <a:pt x="848" y="1230"/>
                  </a:cubicBezTo>
                  <a:cubicBezTo>
                    <a:pt x="839" y="1234"/>
                    <a:pt x="828" y="1243"/>
                    <a:pt x="825" y="1252"/>
                  </a:cubicBezTo>
                  <a:cubicBezTo>
                    <a:pt x="813" y="1296"/>
                    <a:pt x="787" y="1329"/>
                    <a:pt x="743" y="1345"/>
                  </a:cubicBezTo>
                  <a:lnTo>
                    <a:pt x="704" y="1345"/>
                  </a:lnTo>
                  <a:moveTo>
                    <a:pt x="298" y="398"/>
                  </a:moveTo>
                  <a:cubicBezTo>
                    <a:pt x="326" y="402"/>
                    <a:pt x="352" y="402"/>
                    <a:pt x="374" y="411"/>
                  </a:cubicBezTo>
                  <a:cubicBezTo>
                    <a:pt x="397" y="419"/>
                    <a:pt x="423" y="434"/>
                    <a:pt x="434" y="453"/>
                  </a:cubicBezTo>
                  <a:cubicBezTo>
                    <a:pt x="448" y="479"/>
                    <a:pt x="422" y="498"/>
                    <a:pt x="403" y="514"/>
                  </a:cubicBezTo>
                  <a:cubicBezTo>
                    <a:pt x="401" y="516"/>
                    <a:pt x="401" y="518"/>
                    <a:pt x="401" y="517"/>
                  </a:cubicBezTo>
                  <a:cubicBezTo>
                    <a:pt x="435" y="542"/>
                    <a:pt x="469" y="566"/>
                    <a:pt x="502" y="590"/>
                  </a:cubicBezTo>
                  <a:cubicBezTo>
                    <a:pt x="561" y="544"/>
                    <a:pt x="594" y="545"/>
                    <a:pt x="649" y="595"/>
                  </a:cubicBezTo>
                  <a:cubicBezTo>
                    <a:pt x="654" y="589"/>
                    <a:pt x="658" y="584"/>
                    <a:pt x="659" y="584"/>
                  </a:cubicBezTo>
                  <a:cubicBezTo>
                    <a:pt x="634" y="565"/>
                    <a:pt x="610" y="547"/>
                    <a:pt x="584" y="527"/>
                  </a:cubicBezTo>
                  <a:cubicBezTo>
                    <a:pt x="545" y="549"/>
                    <a:pt x="495" y="545"/>
                    <a:pt x="465" y="513"/>
                  </a:cubicBezTo>
                  <a:cubicBezTo>
                    <a:pt x="435" y="480"/>
                    <a:pt x="441" y="451"/>
                    <a:pt x="482" y="435"/>
                  </a:cubicBezTo>
                  <a:cubicBezTo>
                    <a:pt x="489" y="431"/>
                    <a:pt x="497" y="428"/>
                    <a:pt x="508" y="424"/>
                  </a:cubicBezTo>
                  <a:cubicBezTo>
                    <a:pt x="457" y="396"/>
                    <a:pt x="458" y="350"/>
                    <a:pt x="462" y="300"/>
                  </a:cubicBezTo>
                  <a:cubicBezTo>
                    <a:pt x="447" y="313"/>
                    <a:pt x="435" y="323"/>
                    <a:pt x="423" y="333"/>
                  </a:cubicBezTo>
                  <a:cubicBezTo>
                    <a:pt x="426" y="333"/>
                    <a:pt x="429" y="333"/>
                    <a:pt x="433" y="333"/>
                  </a:cubicBezTo>
                  <a:cubicBezTo>
                    <a:pt x="436" y="350"/>
                    <a:pt x="448" y="374"/>
                    <a:pt x="442" y="383"/>
                  </a:cubicBezTo>
                  <a:cubicBezTo>
                    <a:pt x="433" y="395"/>
                    <a:pt x="409" y="400"/>
                    <a:pt x="391" y="400"/>
                  </a:cubicBezTo>
                  <a:cubicBezTo>
                    <a:pt x="375" y="400"/>
                    <a:pt x="359" y="390"/>
                    <a:pt x="342" y="385"/>
                  </a:cubicBezTo>
                  <a:cubicBezTo>
                    <a:pt x="328" y="381"/>
                    <a:pt x="313" y="378"/>
                    <a:pt x="296" y="374"/>
                  </a:cubicBezTo>
                  <a:cubicBezTo>
                    <a:pt x="297" y="384"/>
                    <a:pt x="297" y="391"/>
                    <a:pt x="298" y="398"/>
                  </a:cubicBezTo>
                  <a:moveTo>
                    <a:pt x="398" y="745"/>
                  </a:moveTo>
                  <a:cubicBezTo>
                    <a:pt x="358" y="746"/>
                    <a:pt x="319" y="775"/>
                    <a:pt x="313" y="807"/>
                  </a:cubicBezTo>
                  <a:cubicBezTo>
                    <a:pt x="310" y="823"/>
                    <a:pt x="309" y="844"/>
                    <a:pt x="317" y="855"/>
                  </a:cubicBezTo>
                  <a:cubicBezTo>
                    <a:pt x="323" y="862"/>
                    <a:pt x="348" y="861"/>
                    <a:pt x="361" y="857"/>
                  </a:cubicBezTo>
                  <a:cubicBezTo>
                    <a:pt x="388" y="848"/>
                    <a:pt x="414" y="836"/>
                    <a:pt x="437" y="821"/>
                  </a:cubicBezTo>
                  <a:cubicBezTo>
                    <a:pt x="469" y="800"/>
                    <a:pt x="465" y="767"/>
                    <a:pt x="429" y="752"/>
                  </a:cubicBezTo>
                  <a:cubicBezTo>
                    <a:pt x="417" y="748"/>
                    <a:pt x="404" y="747"/>
                    <a:pt x="398" y="745"/>
                  </a:cubicBezTo>
                  <a:moveTo>
                    <a:pt x="670" y="785"/>
                  </a:moveTo>
                  <a:cubicBezTo>
                    <a:pt x="662" y="751"/>
                    <a:pt x="656" y="721"/>
                    <a:pt x="650" y="697"/>
                  </a:cubicBezTo>
                  <a:cubicBezTo>
                    <a:pt x="634" y="703"/>
                    <a:pt x="613" y="711"/>
                    <a:pt x="594" y="718"/>
                  </a:cubicBezTo>
                  <a:cubicBezTo>
                    <a:pt x="586" y="736"/>
                    <a:pt x="582" y="764"/>
                    <a:pt x="567" y="774"/>
                  </a:cubicBezTo>
                  <a:cubicBezTo>
                    <a:pt x="552" y="784"/>
                    <a:pt x="525" y="776"/>
                    <a:pt x="502" y="776"/>
                  </a:cubicBezTo>
                  <a:cubicBezTo>
                    <a:pt x="502" y="782"/>
                    <a:pt x="503" y="792"/>
                    <a:pt x="504" y="802"/>
                  </a:cubicBezTo>
                  <a:cubicBezTo>
                    <a:pt x="506" y="800"/>
                    <a:pt x="508" y="798"/>
                    <a:pt x="511" y="796"/>
                  </a:cubicBezTo>
                  <a:cubicBezTo>
                    <a:pt x="537" y="815"/>
                    <a:pt x="564" y="833"/>
                    <a:pt x="592" y="852"/>
                  </a:cubicBezTo>
                  <a:cubicBezTo>
                    <a:pt x="599" y="807"/>
                    <a:pt x="633" y="791"/>
                    <a:pt x="670" y="785"/>
                  </a:cubicBezTo>
                  <a:moveTo>
                    <a:pt x="786" y="1232"/>
                  </a:moveTo>
                  <a:cubicBezTo>
                    <a:pt x="788" y="1212"/>
                    <a:pt x="768" y="1194"/>
                    <a:pt x="741" y="1190"/>
                  </a:cubicBezTo>
                  <a:cubicBezTo>
                    <a:pt x="723" y="1188"/>
                    <a:pt x="668" y="1225"/>
                    <a:pt x="666" y="1242"/>
                  </a:cubicBezTo>
                  <a:cubicBezTo>
                    <a:pt x="663" y="1258"/>
                    <a:pt x="702" y="1302"/>
                    <a:pt x="720" y="1304"/>
                  </a:cubicBezTo>
                  <a:cubicBezTo>
                    <a:pt x="750" y="1307"/>
                    <a:pt x="782" y="1272"/>
                    <a:pt x="786" y="1232"/>
                  </a:cubicBezTo>
                  <a:moveTo>
                    <a:pt x="686" y="923"/>
                  </a:moveTo>
                  <a:cubicBezTo>
                    <a:pt x="710" y="913"/>
                    <a:pt x="732" y="907"/>
                    <a:pt x="748" y="895"/>
                  </a:cubicBezTo>
                  <a:cubicBezTo>
                    <a:pt x="756" y="888"/>
                    <a:pt x="760" y="866"/>
                    <a:pt x="755" y="857"/>
                  </a:cubicBezTo>
                  <a:cubicBezTo>
                    <a:pt x="733" y="817"/>
                    <a:pt x="673" y="812"/>
                    <a:pt x="644" y="847"/>
                  </a:cubicBezTo>
                  <a:cubicBezTo>
                    <a:pt x="635" y="858"/>
                    <a:pt x="628" y="882"/>
                    <a:pt x="634" y="889"/>
                  </a:cubicBezTo>
                  <a:cubicBezTo>
                    <a:pt x="646" y="904"/>
                    <a:pt x="667" y="912"/>
                    <a:pt x="686" y="924"/>
                  </a:cubicBezTo>
                  <a:lnTo>
                    <a:pt x="686" y="923"/>
                  </a:lnTo>
                  <a:moveTo>
                    <a:pt x="612" y="429"/>
                  </a:moveTo>
                  <a:cubicBezTo>
                    <a:pt x="620" y="459"/>
                    <a:pt x="624" y="487"/>
                    <a:pt x="634" y="513"/>
                  </a:cubicBezTo>
                  <a:cubicBezTo>
                    <a:pt x="637" y="521"/>
                    <a:pt x="652" y="531"/>
                    <a:pt x="661" y="530"/>
                  </a:cubicBezTo>
                  <a:cubicBezTo>
                    <a:pt x="669" y="530"/>
                    <a:pt x="681" y="518"/>
                    <a:pt x="685" y="509"/>
                  </a:cubicBezTo>
                  <a:cubicBezTo>
                    <a:pt x="698" y="478"/>
                    <a:pt x="691" y="447"/>
                    <a:pt x="674" y="419"/>
                  </a:cubicBezTo>
                  <a:cubicBezTo>
                    <a:pt x="664" y="403"/>
                    <a:pt x="647" y="390"/>
                    <a:pt x="633" y="376"/>
                  </a:cubicBezTo>
                  <a:cubicBezTo>
                    <a:pt x="626" y="394"/>
                    <a:pt x="619" y="412"/>
                    <a:pt x="612" y="429"/>
                  </a:cubicBezTo>
                  <a:moveTo>
                    <a:pt x="519" y="1137"/>
                  </a:moveTo>
                  <a:cubicBezTo>
                    <a:pt x="531" y="1142"/>
                    <a:pt x="539" y="1148"/>
                    <a:pt x="547" y="1147"/>
                  </a:cubicBezTo>
                  <a:cubicBezTo>
                    <a:pt x="589" y="1146"/>
                    <a:pt x="623" y="1088"/>
                    <a:pt x="604" y="1051"/>
                  </a:cubicBezTo>
                  <a:cubicBezTo>
                    <a:pt x="594" y="1031"/>
                    <a:pt x="577" y="1014"/>
                    <a:pt x="556" y="1028"/>
                  </a:cubicBezTo>
                  <a:cubicBezTo>
                    <a:pt x="541" y="1038"/>
                    <a:pt x="522" y="1072"/>
                    <a:pt x="527" y="1078"/>
                  </a:cubicBezTo>
                  <a:cubicBezTo>
                    <a:pt x="546" y="1101"/>
                    <a:pt x="535" y="1116"/>
                    <a:pt x="519" y="1137"/>
                  </a:cubicBezTo>
                  <a:moveTo>
                    <a:pt x="380" y="570"/>
                  </a:moveTo>
                  <a:cubicBezTo>
                    <a:pt x="386" y="631"/>
                    <a:pt x="437" y="653"/>
                    <a:pt x="474" y="685"/>
                  </a:cubicBezTo>
                  <a:cubicBezTo>
                    <a:pt x="480" y="691"/>
                    <a:pt x="499" y="683"/>
                    <a:pt x="511" y="679"/>
                  </a:cubicBezTo>
                  <a:cubicBezTo>
                    <a:pt x="515" y="677"/>
                    <a:pt x="517" y="659"/>
                    <a:pt x="513" y="657"/>
                  </a:cubicBezTo>
                  <a:cubicBezTo>
                    <a:pt x="473" y="626"/>
                    <a:pt x="432" y="596"/>
                    <a:pt x="391" y="567"/>
                  </a:cubicBezTo>
                  <a:cubicBezTo>
                    <a:pt x="390" y="566"/>
                    <a:pt x="385" y="569"/>
                    <a:pt x="380" y="570"/>
                  </a:cubicBezTo>
                  <a:moveTo>
                    <a:pt x="392" y="464"/>
                  </a:moveTo>
                  <a:cubicBezTo>
                    <a:pt x="332" y="429"/>
                    <a:pt x="281" y="440"/>
                    <a:pt x="250" y="494"/>
                  </a:cubicBezTo>
                  <a:cubicBezTo>
                    <a:pt x="294" y="527"/>
                    <a:pt x="346" y="516"/>
                    <a:pt x="392" y="464"/>
                  </a:cubicBezTo>
                  <a:moveTo>
                    <a:pt x="497" y="895"/>
                  </a:moveTo>
                  <a:cubicBezTo>
                    <a:pt x="504" y="914"/>
                    <a:pt x="506" y="933"/>
                    <a:pt x="516" y="942"/>
                  </a:cubicBezTo>
                  <a:cubicBezTo>
                    <a:pt x="528" y="952"/>
                    <a:pt x="548" y="958"/>
                    <a:pt x="564" y="957"/>
                  </a:cubicBezTo>
                  <a:cubicBezTo>
                    <a:pt x="573" y="957"/>
                    <a:pt x="587" y="940"/>
                    <a:pt x="587" y="930"/>
                  </a:cubicBezTo>
                  <a:cubicBezTo>
                    <a:pt x="589" y="909"/>
                    <a:pt x="528" y="854"/>
                    <a:pt x="497" y="847"/>
                  </a:cubicBezTo>
                  <a:cubicBezTo>
                    <a:pt x="532" y="868"/>
                    <a:pt x="526" y="884"/>
                    <a:pt x="497" y="895"/>
                  </a:cubicBezTo>
                  <a:moveTo>
                    <a:pt x="744" y="660"/>
                  </a:moveTo>
                  <a:cubicBezTo>
                    <a:pt x="718" y="665"/>
                    <a:pt x="693" y="690"/>
                    <a:pt x="692" y="713"/>
                  </a:cubicBezTo>
                  <a:cubicBezTo>
                    <a:pt x="691" y="733"/>
                    <a:pt x="698" y="750"/>
                    <a:pt x="721" y="753"/>
                  </a:cubicBezTo>
                  <a:cubicBezTo>
                    <a:pt x="741" y="755"/>
                    <a:pt x="782" y="720"/>
                    <a:pt x="776" y="703"/>
                  </a:cubicBezTo>
                  <a:cubicBezTo>
                    <a:pt x="770" y="687"/>
                    <a:pt x="755" y="674"/>
                    <a:pt x="743" y="660"/>
                  </a:cubicBezTo>
                  <a:lnTo>
                    <a:pt x="744" y="660"/>
                  </a:lnTo>
                  <a:moveTo>
                    <a:pt x="516" y="272"/>
                  </a:moveTo>
                  <a:cubicBezTo>
                    <a:pt x="497" y="302"/>
                    <a:pt x="494" y="334"/>
                    <a:pt x="507" y="365"/>
                  </a:cubicBezTo>
                  <a:cubicBezTo>
                    <a:pt x="511" y="375"/>
                    <a:pt x="527" y="383"/>
                    <a:pt x="539" y="385"/>
                  </a:cubicBezTo>
                  <a:cubicBezTo>
                    <a:pt x="545" y="385"/>
                    <a:pt x="558" y="371"/>
                    <a:pt x="561" y="362"/>
                  </a:cubicBezTo>
                  <a:cubicBezTo>
                    <a:pt x="570" y="331"/>
                    <a:pt x="548" y="289"/>
                    <a:pt x="516" y="272"/>
                  </a:cubicBezTo>
                  <a:moveTo>
                    <a:pt x="164" y="329"/>
                  </a:moveTo>
                  <a:cubicBezTo>
                    <a:pt x="126" y="311"/>
                    <a:pt x="61" y="331"/>
                    <a:pt x="46" y="361"/>
                  </a:cubicBezTo>
                  <a:cubicBezTo>
                    <a:pt x="36" y="381"/>
                    <a:pt x="44" y="396"/>
                    <a:pt x="64" y="393"/>
                  </a:cubicBezTo>
                  <a:cubicBezTo>
                    <a:pt x="104" y="385"/>
                    <a:pt x="139" y="368"/>
                    <a:pt x="164" y="329"/>
                  </a:cubicBezTo>
                  <a:moveTo>
                    <a:pt x="892" y="286"/>
                  </a:moveTo>
                  <a:cubicBezTo>
                    <a:pt x="892" y="286"/>
                    <a:pt x="891" y="286"/>
                    <a:pt x="890" y="286"/>
                  </a:cubicBezTo>
                  <a:cubicBezTo>
                    <a:pt x="891" y="305"/>
                    <a:pt x="891" y="323"/>
                    <a:pt x="894" y="341"/>
                  </a:cubicBezTo>
                  <a:cubicBezTo>
                    <a:pt x="898" y="357"/>
                    <a:pt x="909" y="366"/>
                    <a:pt x="924" y="351"/>
                  </a:cubicBezTo>
                  <a:cubicBezTo>
                    <a:pt x="944" y="333"/>
                    <a:pt x="943" y="255"/>
                    <a:pt x="924" y="235"/>
                  </a:cubicBezTo>
                  <a:cubicBezTo>
                    <a:pt x="918" y="229"/>
                    <a:pt x="909" y="226"/>
                    <a:pt x="901" y="227"/>
                  </a:cubicBezTo>
                  <a:cubicBezTo>
                    <a:pt x="898" y="227"/>
                    <a:pt x="893" y="238"/>
                    <a:pt x="893" y="244"/>
                  </a:cubicBezTo>
                  <a:cubicBezTo>
                    <a:pt x="891" y="258"/>
                    <a:pt x="892" y="272"/>
                    <a:pt x="892" y="286"/>
                  </a:cubicBezTo>
                  <a:moveTo>
                    <a:pt x="252" y="391"/>
                  </a:moveTo>
                  <a:cubicBezTo>
                    <a:pt x="197" y="364"/>
                    <a:pt x="154" y="384"/>
                    <a:pt x="139" y="443"/>
                  </a:cubicBezTo>
                  <a:cubicBezTo>
                    <a:pt x="171" y="461"/>
                    <a:pt x="216" y="441"/>
                    <a:pt x="252" y="391"/>
                  </a:cubicBezTo>
                  <a:moveTo>
                    <a:pt x="782" y="980"/>
                  </a:moveTo>
                  <a:cubicBezTo>
                    <a:pt x="786" y="1014"/>
                    <a:pt x="799" y="1028"/>
                    <a:pt x="822" y="1031"/>
                  </a:cubicBezTo>
                  <a:cubicBezTo>
                    <a:pt x="839" y="1033"/>
                    <a:pt x="872" y="999"/>
                    <a:pt x="863" y="986"/>
                  </a:cubicBezTo>
                  <a:cubicBezTo>
                    <a:pt x="852" y="968"/>
                    <a:pt x="832" y="952"/>
                    <a:pt x="813" y="946"/>
                  </a:cubicBezTo>
                  <a:cubicBezTo>
                    <a:pt x="806" y="944"/>
                    <a:pt x="790" y="971"/>
                    <a:pt x="782" y="980"/>
                  </a:cubicBezTo>
                  <a:moveTo>
                    <a:pt x="946" y="710"/>
                  </a:moveTo>
                  <a:cubicBezTo>
                    <a:pt x="916" y="710"/>
                    <a:pt x="891" y="703"/>
                    <a:pt x="881" y="712"/>
                  </a:cubicBezTo>
                  <a:cubicBezTo>
                    <a:pt x="870" y="723"/>
                    <a:pt x="870" y="747"/>
                    <a:pt x="869" y="766"/>
                  </a:cubicBezTo>
                  <a:cubicBezTo>
                    <a:pt x="868" y="774"/>
                    <a:pt x="876" y="786"/>
                    <a:pt x="883" y="789"/>
                  </a:cubicBezTo>
                  <a:cubicBezTo>
                    <a:pt x="889" y="791"/>
                    <a:pt x="903" y="786"/>
                    <a:pt x="907" y="780"/>
                  </a:cubicBezTo>
                  <a:cubicBezTo>
                    <a:pt x="920" y="761"/>
                    <a:pt x="930" y="740"/>
                    <a:pt x="946" y="710"/>
                  </a:cubicBezTo>
                  <a:moveTo>
                    <a:pt x="879" y="599"/>
                  </a:moveTo>
                  <a:cubicBezTo>
                    <a:pt x="920" y="646"/>
                    <a:pt x="966" y="647"/>
                    <a:pt x="990" y="604"/>
                  </a:cubicBezTo>
                  <a:cubicBezTo>
                    <a:pt x="956" y="576"/>
                    <a:pt x="915" y="574"/>
                    <a:pt x="879" y="599"/>
                  </a:cubicBezTo>
                  <a:moveTo>
                    <a:pt x="446" y="248"/>
                  </a:moveTo>
                  <a:cubicBezTo>
                    <a:pt x="423" y="232"/>
                    <a:pt x="410" y="216"/>
                    <a:pt x="395" y="213"/>
                  </a:cubicBezTo>
                  <a:cubicBezTo>
                    <a:pt x="368" y="208"/>
                    <a:pt x="365" y="235"/>
                    <a:pt x="368" y="250"/>
                  </a:cubicBezTo>
                  <a:cubicBezTo>
                    <a:pt x="371" y="266"/>
                    <a:pt x="387" y="280"/>
                    <a:pt x="397" y="294"/>
                  </a:cubicBezTo>
                  <a:cubicBezTo>
                    <a:pt x="411" y="281"/>
                    <a:pt x="424" y="269"/>
                    <a:pt x="447" y="248"/>
                  </a:cubicBezTo>
                  <a:lnTo>
                    <a:pt x="446" y="248"/>
                  </a:lnTo>
                  <a:moveTo>
                    <a:pt x="544" y="1230"/>
                  </a:moveTo>
                  <a:cubicBezTo>
                    <a:pt x="505" y="1214"/>
                    <a:pt x="475" y="1216"/>
                    <a:pt x="470" y="1236"/>
                  </a:cubicBezTo>
                  <a:cubicBezTo>
                    <a:pt x="466" y="1256"/>
                    <a:pt x="467" y="1276"/>
                    <a:pt x="491" y="1285"/>
                  </a:cubicBezTo>
                  <a:cubicBezTo>
                    <a:pt x="513" y="1293"/>
                    <a:pt x="534" y="1271"/>
                    <a:pt x="544" y="1230"/>
                  </a:cubicBezTo>
                  <a:moveTo>
                    <a:pt x="293" y="213"/>
                  </a:moveTo>
                  <a:cubicBezTo>
                    <a:pt x="296" y="212"/>
                    <a:pt x="300" y="211"/>
                    <a:pt x="303" y="210"/>
                  </a:cubicBezTo>
                  <a:cubicBezTo>
                    <a:pt x="306" y="190"/>
                    <a:pt x="315" y="167"/>
                    <a:pt x="310" y="149"/>
                  </a:cubicBezTo>
                  <a:cubicBezTo>
                    <a:pt x="307" y="135"/>
                    <a:pt x="286" y="125"/>
                    <a:pt x="273" y="113"/>
                  </a:cubicBezTo>
                  <a:cubicBezTo>
                    <a:pt x="269" y="126"/>
                    <a:pt x="261" y="140"/>
                    <a:pt x="264" y="151"/>
                  </a:cubicBezTo>
                  <a:cubicBezTo>
                    <a:pt x="270" y="172"/>
                    <a:pt x="283" y="192"/>
                    <a:pt x="293" y="212"/>
                  </a:cubicBezTo>
                  <a:lnTo>
                    <a:pt x="293" y="213"/>
                  </a:lnTo>
                  <a:moveTo>
                    <a:pt x="789" y="94"/>
                  </a:moveTo>
                  <a:cubicBezTo>
                    <a:pt x="754" y="128"/>
                    <a:pt x="745" y="151"/>
                    <a:pt x="765" y="164"/>
                  </a:cubicBezTo>
                  <a:cubicBezTo>
                    <a:pt x="775" y="171"/>
                    <a:pt x="802" y="170"/>
                    <a:pt x="809" y="162"/>
                  </a:cubicBezTo>
                  <a:cubicBezTo>
                    <a:pt x="832" y="134"/>
                    <a:pt x="806" y="116"/>
                    <a:pt x="789" y="94"/>
                  </a:cubicBezTo>
                  <a:moveTo>
                    <a:pt x="828" y="355"/>
                  </a:moveTo>
                  <a:cubicBezTo>
                    <a:pt x="845" y="326"/>
                    <a:pt x="845" y="288"/>
                    <a:pt x="826" y="263"/>
                  </a:cubicBezTo>
                  <a:cubicBezTo>
                    <a:pt x="819" y="254"/>
                    <a:pt x="805" y="247"/>
                    <a:pt x="794" y="247"/>
                  </a:cubicBezTo>
                  <a:cubicBezTo>
                    <a:pt x="786" y="247"/>
                    <a:pt x="778" y="260"/>
                    <a:pt x="769" y="267"/>
                  </a:cubicBezTo>
                  <a:cubicBezTo>
                    <a:pt x="804" y="260"/>
                    <a:pt x="811" y="265"/>
                    <a:pt x="808" y="298"/>
                  </a:cubicBezTo>
                  <a:cubicBezTo>
                    <a:pt x="807" y="318"/>
                    <a:pt x="799" y="342"/>
                    <a:pt x="828" y="355"/>
                  </a:cubicBezTo>
                  <a:moveTo>
                    <a:pt x="346" y="1194"/>
                  </a:moveTo>
                  <a:cubicBezTo>
                    <a:pt x="366" y="1175"/>
                    <a:pt x="383" y="1161"/>
                    <a:pt x="397" y="1143"/>
                  </a:cubicBezTo>
                  <a:cubicBezTo>
                    <a:pt x="410" y="1126"/>
                    <a:pt x="399" y="1115"/>
                    <a:pt x="380" y="1113"/>
                  </a:cubicBezTo>
                  <a:cubicBezTo>
                    <a:pt x="346" y="1110"/>
                    <a:pt x="331" y="1139"/>
                    <a:pt x="346" y="1194"/>
                  </a:cubicBezTo>
                  <a:moveTo>
                    <a:pt x="625" y="41"/>
                  </a:moveTo>
                  <a:cubicBezTo>
                    <a:pt x="616" y="67"/>
                    <a:pt x="585" y="90"/>
                    <a:pt x="623" y="112"/>
                  </a:cubicBezTo>
                  <a:cubicBezTo>
                    <a:pt x="629" y="116"/>
                    <a:pt x="650" y="104"/>
                    <a:pt x="657" y="94"/>
                  </a:cubicBezTo>
                  <a:cubicBezTo>
                    <a:pt x="671" y="73"/>
                    <a:pt x="660" y="56"/>
                    <a:pt x="626" y="42"/>
                  </a:cubicBezTo>
                  <a:lnTo>
                    <a:pt x="625" y="41"/>
                  </a:lnTo>
                  <a:moveTo>
                    <a:pt x="985" y="424"/>
                  </a:moveTo>
                  <a:cubicBezTo>
                    <a:pt x="981" y="424"/>
                    <a:pt x="977" y="423"/>
                    <a:pt x="972" y="422"/>
                  </a:cubicBezTo>
                  <a:cubicBezTo>
                    <a:pt x="959" y="440"/>
                    <a:pt x="945" y="458"/>
                    <a:pt x="933" y="477"/>
                  </a:cubicBezTo>
                  <a:cubicBezTo>
                    <a:pt x="932" y="479"/>
                    <a:pt x="951" y="496"/>
                    <a:pt x="952" y="495"/>
                  </a:cubicBezTo>
                  <a:cubicBezTo>
                    <a:pt x="968" y="482"/>
                    <a:pt x="984" y="468"/>
                    <a:pt x="997" y="451"/>
                  </a:cubicBezTo>
                  <a:cubicBezTo>
                    <a:pt x="1000" y="447"/>
                    <a:pt x="989" y="433"/>
                    <a:pt x="985" y="424"/>
                  </a:cubicBezTo>
                  <a:moveTo>
                    <a:pt x="136" y="807"/>
                  </a:moveTo>
                  <a:cubicBezTo>
                    <a:pt x="170" y="800"/>
                    <a:pt x="184" y="771"/>
                    <a:pt x="171" y="731"/>
                  </a:cubicBezTo>
                  <a:cubicBezTo>
                    <a:pt x="126" y="736"/>
                    <a:pt x="115" y="759"/>
                    <a:pt x="136" y="807"/>
                  </a:cubicBezTo>
                  <a:moveTo>
                    <a:pt x="688" y="341"/>
                  </a:moveTo>
                  <a:cubicBezTo>
                    <a:pt x="682" y="319"/>
                    <a:pt x="675" y="297"/>
                    <a:pt x="670" y="279"/>
                  </a:cubicBezTo>
                  <a:cubicBezTo>
                    <a:pt x="645" y="289"/>
                    <a:pt x="623" y="299"/>
                    <a:pt x="599" y="309"/>
                  </a:cubicBezTo>
                  <a:cubicBezTo>
                    <a:pt x="600" y="312"/>
                    <a:pt x="601" y="319"/>
                    <a:pt x="603" y="330"/>
                  </a:cubicBezTo>
                  <a:cubicBezTo>
                    <a:pt x="636" y="303"/>
                    <a:pt x="655" y="334"/>
                    <a:pt x="688" y="341"/>
                  </a:cubicBezTo>
                  <a:moveTo>
                    <a:pt x="460" y="156"/>
                  </a:moveTo>
                  <a:cubicBezTo>
                    <a:pt x="473" y="173"/>
                    <a:pt x="483" y="187"/>
                    <a:pt x="494" y="201"/>
                  </a:cubicBezTo>
                  <a:cubicBezTo>
                    <a:pt x="501" y="191"/>
                    <a:pt x="515" y="178"/>
                    <a:pt x="512" y="172"/>
                  </a:cubicBezTo>
                  <a:cubicBezTo>
                    <a:pt x="507" y="155"/>
                    <a:pt x="494" y="141"/>
                    <a:pt x="483" y="126"/>
                  </a:cubicBezTo>
                  <a:cubicBezTo>
                    <a:pt x="477" y="134"/>
                    <a:pt x="471" y="142"/>
                    <a:pt x="460" y="156"/>
                  </a:cubicBezTo>
                  <a:moveTo>
                    <a:pt x="184" y="507"/>
                  </a:moveTo>
                  <a:cubicBezTo>
                    <a:pt x="178" y="519"/>
                    <a:pt x="174" y="528"/>
                    <a:pt x="169" y="536"/>
                  </a:cubicBezTo>
                  <a:cubicBezTo>
                    <a:pt x="164" y="545"/>
                    <a:pt x="157" y="553"/>
                    <a:pt x="153" y="563"/>
                  </a:cubicBezTo>
                  <a:cubicBezTo>
                    <a:pt x="150" y="569"/>
                    <a:pt x="150" y="577"/>
                    <a:pt x="149" y="585"/>
                  </a:cubicBezTo>
                  <a:cubicBezTo>
                    <a:pt x="158" y="586"/>
                    <a:pt x="169" y="590"/>
                    <a:pt x="175" y="586"/>
                  </a:cubicBezTo>
                  <a:cubicBezTo>
                    <a:pt x="199" y="575"/>
                    <a:pt x="204" y="541"/>
                    <a:pt x="184" y="507"/>
                  </a:cubicBezTo>
                  <a:moveTo>
                    <a:pt x="814" y="543"/>
                  </a:moveTo>
                  <a:cubicBezTo>
                    <a:pt x="820" y="544"/>
                    <a:pt x="825" y="544"/>
                    <a:pt x="831" y="545"/>
                  </a:cubicBezTo>
                  <a:cubicBezTo>
                    <a:pt x="834" y="526"/>
                    <a:pt x="840" y="506"/>
                    <a:pt x="839" y="487"/>
                  </a:cubicBezTo>
                  <a:cubicBezTo>
                    <a:pt x="837" y="476"/>
                    <a:pt x="823" y="467"/>
                    <a:pt x="815" y="457"/>
                  </a:cubicBezTo>
                  <a:cubicBezTo>
                    <a:pt x="812" y="459"/>
                    <a:pt x="809" y="460"/>
                    <a:pt x="806" y="462"/>
                  </a:cubicBezTo>
                  <a:cubicBezTo>
                    <a:pt x="809" y="489"/>
                    <a:pt x="811" y="516"/>
                    <a:pt x="814" y="543"/>
                  </a:cubicBezTo>
                  <a:moveTo>
                    <a:pt x="905" y="76"/>
                  </a:moveTo>
                  <a:cubicBezTo>
                    <a:pt x="897" y="86"/>
                    <a:pt x="887" y="92"/>
                    <a:pt x="886" y="99"/>
                  </a:cubicBezTo>
                  <a:cubicBezTo>
                    <a:pt x="885" y="111"/>
                    <a:pt x="886" y="126"/>
                    <a:pt x="891" y="136"/>
                  </a:cubicBezTo>
                  <a:cubicBezTo>
                    <a:pt x="894" y="142"/>
                    <a:pt x="910" y="141"/>
                    <a:pt x="920" y="143"/>
                  </a:cubicBezTo>
                  <a:cubicBezTo>
                    <a:pt x="921" y="131"/>
                    <a:pt x="925" y="119"/>
                    <a:pt x="923" y="108"/>
                  </a:cubicBezTo>
                  <a:cubicBezTo>
                    <a:pt x="921" y="97"/>
                    <a:pt x="912" y="87"/>
                    <a:pt x="906" y="76"/>
                  </a:cubicBezTo>
                  <a:lnTo>
                    <a:pt x="905" y="76"/>
                  </a:lnTo>
                  <a:moveTo>
                    <a:pt x="235" y="251"/>
                  </a:moveTo>
                  <a:cubicBezTo>
                    <a:pt x="232" y="253"/>
                    <a:pt x="229" y="255"/>
                    <a:pt x="226" y="257"/>
                  </a:cubicBezTo>
                  <a:cubicBezTo>
                    <a:pt x="229" y="273"/>
                    <a:pt x="230" y="289"/>
                    <a:pt x="236" y="303"/>
                  </a:cubicBezTo>
                  <a:cubicBezTo>
                    <a:pt x="240" y="311"/>
                    <a:pt x="252" y="315"/>
                    <a:pt x="261" y="322"/>
                  </a:cubicBezTo>
                  <a:cubicBezTo>
                    <a:pt x="264" y="309"/>
                    <a:pt x="273" y="294"/>
                    <a:pt x="269" y="286"/>
                  </a:cubicBezTo>
                  <a:cubicBezTo>
                    <a:pt x="263" y="272"/>
                    <a:pt x="247" y="262"/>
                    <a:pt x="235" y="251"/>
                  </a:cubicBezTo>
                  <a:moveTo>
                    <a:pt x="1027" y="372"/>
                  </a:moveTo>
                  <a:cubicBezTo>
                    <a:pt x="1031" y="371"/>
                    <a:pt x="1035" y="370"/>
                    <a:pt x="1039" y="368"/>
                  </a:cubicBezTo>
                  <a:cubicBezTo>
                    <a:pt x="1034" y="345"/>
                    <a:pt x="1029" y="322"/>
                    <a:pt x="1025" y="298"/>
                  </a:cubicBezTo>
                  <a:lnTo>
                    <a:pt x="1013" y="301"/>
                  </a:lnTo>
                  <a:cubicBezTo>
                    <a:pt x="1009" y="326"/>
                    <a:pt x="985" y="355"/>
                    <a:pt x="1027" y="372"/>
                  </a:cubicBezTo>
                  <a:moveTo>
                    <a:pt x="594" y="183"/>
                  </a:moveTo>
                  <a:cubicBezTo>
                    <a:pt x="600" y="214"/>
                    <a:pt x="604" y="237"/>
                    <a:pt x="610" y="266"/>
                  </a:cubicBezTo>
                  <a:cubicBezTo>
                    <a:pt x="642" y="232"/>
                    <a:pt x="638" y="209"/>
                    <a:pt x="594" y="183"/>
                  </a:cubicBezTo>
                  <a:moveTo>
                    <a:pt x="494" y="471"/>
                  </a:moveTo>
                  <a:lnTo>
                    <a:pt x="493" y="487"/>
                  </a:lnTo>
                  <a:cubicBezTo>
                    <a:pt x="506" y="492"/>
                    <a:pt x="519" y="500"/>
                    <a:pt x="533" y="502"/>
                  </a:cubicBezTo>
                  <a:cubicBezTo>
                    <a:pt x="541" y="503"/>
                    <a:pt x="549" y="495"/>
                    <a:pt x="557" y="491"/>
                  </a:cubicBezTo>
                  <a:cubicBezTo>
                    <a:pt x="552" y="484"/>
                    <a:pt x="548" y="473"/>
                    <a:pt x="541" y="472"/>
                  </a:cubicBezTo>
                  <a:cubicBezTo>
                    <a:pt x="526" y="469"/>
                    <a:pt x="510" y="471"/>
                    <a:pt x="494" y="471"/>
                  </a:cubicBezTo>
                  <a:moveTo>
                    <a:pt x="69" y="843"/>
                  </a:moveTo>
                  <a:cubicBezTo>
                    <a:pt x="57" y="861"/>
                    <a:pt x="46" y="869"/>
                    <a:pt x="47" y="877"/>
                  </a:cubicBezTo>
                  <a:cubicBezTo>
                    <a:pt x="48" y="886"/>
                    <a:pt x="59" y="893"/>
                    <a:pt x="66" y="902"/>
                  </a:cubicBezTo>
                  <a:cubicBezTo>
                    <a:pt x="72" y="893"/>
                    <a:pt x="82" y="886"/>
                    <a:pt x="84" y="877"/>
                  </a:cubicBezTo>
                  <a:cubicBezTo>
                    <a:pt x="86" y="870"/>
                    <a:pt x="78" y="861"/>
                    <a:pt x="69" y="843"/>
                  </a:cubicBezTo>
                  <a:moveTo>
                    <a:pt x="593" y="604"/>
                  </a:moveTo>
                  <a:cubicBezTo>
                    <a:pt x="588" y="637"/>
                    <a:pt x="594" y="660"/>
                    <a:pt x="609" y="671"/>
                  </a:cubicBezTo>
                  <a:cubicBezTo>
                    <a:pt x="628" y="644"/>
                    <a:pt x="625" y="628"/>
                    <a:pt x="593" y="604"/>
                  </a:cubicBezTo>
                  <a:moveTo>
                    <a:pt x="831" y="1190"/>
                  </a:moveTo>
                  <a:cubicBezTo>
                    <a:pt x="835" y="1190"/>
                    <a:pt x="840" y="1189"/>
                    <a:pt x="845" y="1189"/>
                  </a:cubicBezTo>
                  <a:cubicBezTo>
                    <a:pt x="845" y="1175"/>
                    <a:pt x="849" y="1159"/>
                    <a:pt x="843" y="1148"/>
                  </a:cubicBezTo>
                  <a:cubicBezTo>
                    <a:pt x="840" y="1142"/>
                    <a:pt x="821" y="1143"/>
                    <a:pt x="809" y="1141"/>
                  </a:cubicBezTo>
                  <a:cubicBezTo>
                    <a:pt x="808" y="1145"/>
                    <a:pt x="807" y="1148"/>
                    <a:pt x="805" y="1151"/>
                  </a:cubicBezTo>
                  <a:cubicBezTo>
                    <a:pt x="814" y="1164"/>
                    <a:pt x="822" y="1177"/>
                    <a:pt x="831" y="1190"/>
                  </a:cubicBezTo>
                  <a:moveTo>
                    <a:pt x="732" y="414"/>
                  </a:moveTo>
                  <a:cubicBezTo>
                    <a:pt x="737" y="413"/>
                    <a:pt x="742" y="412"/>
                    <a:pt x="747" y="411"/>
                  </a:cubicBezTo>
                  <a:cubicBezTo>
                    <a:pt x="743" y="389"/>
                    <a:pt x="738" y="367"/>
                    <a:pt x="733" y="345"/>
                  </a:cubicBezTo>
                  <a:cubicBezTo>
                    <a:pt x="729" y="346"/>
                    <a:pt x="725" y="347"/>
                    <a:pt x="720" y="348"/>
                  </a:cubicBezTo>
                  <a:cubicBezTo>
                    <a:pt x="724" y="370"/>
                    <a:pt x="728" y="392"/>
                    <a:pt x="732" y="414"/>
                  </a:cubicBezTo>
                  <a:moveTo>
                    <a:pt x="559" y="171"/>
                  </a:moveTo>
                  <a:cubicBezTo>
                    <a:pt x="552" y="191"/>
                    <a:pt x="544" y="210"/>
                    <a:pt x="536" y="231"/>
                  </a:cubicBezTo>
                  <a:cubicBezTo>
                    <a:pt x="543" y="234"/>
                    <a:pt x="551" y="237"/>
                    <a:pt x="559" y="241"/>
                  </a:cubicBezTo>
                  <a:lnTo>
                    <a:pt x="559" y="17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3090885" y="877790"/>
              <a:ext cx="72000" cy="81720"/>
            </a:xfrm>
            <a:custGeom>
              <a:avLst/>
              <a:gdLst/>
              <a:ahLst/>
              <a:cxnLst/>
              <a:rect l="l" t="t" r="r" b="b"/>
              <a:pathLst>
                <a:path w="200" h="227" extrusionOk="0">
                  <a:moveTo>
                    <a:pt x="200" y="159"/>
                  </a:moveTo>
                  <a:cubicBezTo>
                    <a:pt x="168" y="223"/>
                    <a:pt x="120" y="242"/>
                    <a:pt x="60" y="216"/>
                  </a:cubicBezTo>
                  <a:cubicBezTo>
                    <a:pt x="10" y="193"/>
                    <a:pt x="-15" y="114"/>
                    <a:pt x="11" y="54"/>
                  </a:cubicBezTo>
                  <a:cubicBezTo>
                    <a:pt x="23" y="27"/>
                    <a:pt x="28" y="-6"/>
                    <a:pt x="73" y="1"/>
                  </a:cubicBezTo>
                  <a:cubicBezTo>
                    <a:pt x="119" y="7"/>
                    <a:pt x="138" y="20"/>
                    <a:pt x="156" y="63"/>
                  </a:cubicBezTo>
                  <a:cubicBezTo>
                    <a:pt x="167" y="90"/>
                    <a:pt x="185" y="114"/>
                    <a:pt x="200" y="139"/>
                  </a:cubicBezTo>
                  <a:lnTo>
                    <a:pt x="200" y="159"/>
                  </a:lnTo>
                  <a:moveTo>
                    <a:pt x="121" y="184"/>
                  </a:moveTo>
                  <a:cubicBezTo>
                    <a:pt x="127" y="179"/>
                    <a:pt x="146" y="170"/>
                    <a:pt x="151" y="156"/>
                  </a:cubicBezTo>
                  <a:cubicBezTo>
                    <a:pt x="156" y="145"/>
                    <a:pt x="145" y="127"/>
                    <a:pt x="138" y="113"/>
                  </a:cubicBezTo>
                  <a:cubicBezTo>
                    <a:pt x="132" y="99"/>
                    <a:pt x="123" y="86"/>
                    <a:pt x="114" y="74"/>
                  </a:cubicBezTo>
                  <a:cubicBezTo>
                    <a:pt x="107" y="64"/>
                    <a:pt x="98" y="53"/>
                    <a:pt x="88" y="49"/>
                  </a:cubicBezTo>
                  <a:cubicBezTo>
                    <a:pt x="79" y="47"/>
                    <a:pt x="63" y="51"/>
                    <a:pt x="57" y="58"/>
                  </a:cubicBezTo>
                  <a:cubicBezTo>
                    <a:pt x="36" y="84"/>
                    <a:pt x="38" y="114"/>
                    <a:pt x="49" y="144"/>
                  </a:cubicBezTo>
                  <a:cubicBezTo>
                    <a:pt x="59" y="172"/>
                    <a:pt x="80" y="184"/>
                    <a:pt x="121" y="18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2919165" y="826310"/>
              <a:ext cx="132480" cy="223920"/>
            </a:xfrm>
            <a:custGeom>
              <a:avLst/>
              <a:gdLst/>
              <a:ahLst/>
              <a:cxnLst/>
              <a:rect l="l" t="t" r="r" b="b"/>
              <a:pathLst>
                <a:path w="368" h="622" extrusionOk="0">
                  <a:moveTo>
                    <a:pt x="48" y="436"/>
                  </a:moveTo>
                  <a:cubicBezTo>
                    <a:pt x="47" y="407"/>
                    <a:pt x="44" y="385"/>
                    <a:pt x="49" y="365"/>
                  </a:cubicBezTo>
                  <a:cubicBezTo>
                    <a:pt x="51" y="355"/>
                    <a:pt x="67" y="348"/>
                    <a:pt x="78" y="339"/>
                  </a:cubicBezTo>
                  <a:cubicBezTo>
                    <a:pt x="29" y="301"/>
                    <a:pt x="82" y="266"/>
                    <a:pt x="89" y="234"/>
                  </a:cubicBezTo>
                  <a:cubicBezTo>
                    <a:pt x="62" y="214"/>
                    <a:pt x="35" y="198"/>
                    <a:pt x="12" y="178"/>
                  </a:cubicBezTo>
                  <a:cubicBezTo>
                    <a:pt x="3" y="170"/>
                    <a:pt x="0" y="151"/>
                    <a:pt x="2" y="139"/>
                  </a:cubicBezTo>
                  <a:cubicBezTo>
                    <a:pt x="15" y="73"/>
                    <a:pt x="67" y="97"/>
                    <a:pt x="112" y="96"/>
                  </a:cubicBezTo>
                  <a:cubicBezTo>
                    <a:pt x="108" y="90"/>
                    <a:pt x="106" y="86"/>
                    <a:pt x="103" y="84"/>
                  </a:cubicBezTo>
                  <a:cubicBezTo>
                    <a:pt x="73" y="65"/>
                    <a:pt x="72" y="47"/>
                    <a:pt x="100" y="24"/>
                  </a:cubicBezTo>
                  <a:cubicBezTo>
                    <a:pt x="160" y="-25"/>
                    <a:pt x="231" y="4"/>
                    <a:pt x="250" y="85"/>
                  </a:cubicBezTo>
                  <a:cubicBezTo>
                    <a:pt x="276" y="85"/>
                    <a:pt x="304" y="81"/>
                    <a:pt x="329" y="86"/>
                  </a:cubicBezTo>
                  <a:cubicBezTo>
                    <a:pt x="362" y="93"/>
                    <a:pt x="373" y="118"/>
                    <a:pt x="367" y="151"/>
                  </a:cubicBezTo>
                  <a:cubicBezTo>
                    <a:pt x="356" y="205"/>
                    <a:pt x="312" y="245"/>
                    <a:pt x="246" y="258"/>
                  </a:cubicBezTo>
                  <a:cubicBezTo>
                    <a:pt x="252" y="291"/>
                    <a:pt x="222" y="324"/>
                    <a:pt x="157" y="356"/>
                  </a:cubicBezTo>
                  <a:cubicBezTo>
                    <a:pt x="182" y="380"/>
                    <a:pt x="192" y="407"/>
                    <a:pt x="177" y="440"/>
                  </a:cubicBezTo>
                  <a:cubicBezTo>
                    <a:pt x="175" y="445"/>
                    <a:pt x="179" y="452"/>
                    <a:pt x="181" y="458"/>
                  </a:cubicBezTo>
                  <a:cubicBezTo>
                    <a:pt x="185" y="466"/>
                    <a:pt x="191" y="473"/>
                    <a:pt x="193" y="481"/>
                  </a:cubicBezTo>
                  <a:cubicBezTo>
                    <a:pt x="207" y="535"/>
                    <a:pt x="112" y="634"/>
                    <a:pt x="57" y="621"/>
                  </a:cubicBezTo>
                  <a:cubicBezTo>
                    <a:pt x="30" y="614"/>
                    <a:pt x="11" y="597"/>
                    <a:pt x="4" y="570"/>
                  </a:cubicBezTo>
                  <a:cubicBezTo>
                    <a:pt x="-10" y="522"/>
                    <a:pt x="15" y="458"/>
                    <a:pt x="48" y="436"/>
                  </a:cubicBezTo>
                  <a:moveTo>
                    <a:pt x="83" y="583"/>
                  </a:moveTo>
                  <a:cubicBezTo>
                    <a:pt x="87" y="581"/>
                    <a:pt x="98" y="579"/>
                    <a:pt x="103" y="572"/>
                  </a:cubicBezTo>
                  <a:cubicBezTo>
                    <a:pt x="119" y="549"/>
                    <a:pt x="134" y="525"/>
                    <a:pt x="147" y="501"/>
                  </a:cubicBezTo>
                  <a:cubicBezTo>
                    <a:pt x="149" y="496"/>
                    <a:pt x="144" y="482"/>
                    <a:pt x="138" y="477"/>
                  </a:cubicBezTo>
                  <a:cubicBezTo>
                    <a:pt x="109" y="452"/>
                    <a:pt x="68" y="465"/>
                    <a:pt x="47" y="504"/>
                  </a:cubicBezTo>
                  <a:cubicBezTo>
                    <a:pt x="28" y="542"/>
                    <a:pt x="43" y="582"/>
                    <a:pt x="83" y="583"/>
                  </a:cubicBezTo>
                  <a:moveTo>
                    <a:pt x="297" y="121"/>
                  </a:moveTo>
                  <a:cubicBezTo>
                    <a:pt x="255" y="121"/>
                    <a:pt x="235" y="148"/>
                    <a:pt x="220" y="183"/>
                  </a:cubicBezTo>
                  <a:cubicBezTo>
                    <a:pt x="211" y="204"/>
                    <a:pt x="220" y="218"/>
                    <a:pt x="243" y="217"/>
                  </a:cubicBezTo>
                  <a:cubicBezTo>
                    <a:pt x="271" y="216"/>
                    <a:pt x="313" y="184"/>
                    <a:pt x="323" y="158"/>
                  </a:cubicBezTo>
                  <a:cubicBezTo>
                    <a:pt x="332" y="132"/>
                    <a:pt x="323" y="120"/>
                    <a:pt x="297" y="121"/>
                  </a:cubicBezTo>
                  <a:moveTo>
                    <a:pt x="46" y="157"/>
                  </a:moveTo>
                  <a:cubicBezTo>
                    <a:pt x="81" y="193"/>
                    <a:pt x="132" y="195"/>
                    <a:pt x="159" y="158"/>
                  </a:cubicBezTo>
                  <a:cubicBezTo>
                    <a:pt x="125" y="149"/>
                    <a:pt x="94" y="140"/>
                    <a:pt x="62" y="131"/>
                  </a:cubicBezTo>
                  <a:cubicBezTo>
                    <a:pt x="56" y="142"/>
                    <a:pt x="51" y="150"/>
                    <a:pt x="46" y="158"/>
                  </a:cubicBezTo>
                  <a:lnTo>
                    <a:pt x="46" y="157"/>
                  </a:lnTo>
                  <a:moveTo>
                    <a:pt x="205" y="290"/>
                  </a:moveTo>
                  <a:cubicBezTo>
                    <a:pt x="155" y="260"/>
                    <a:pt x="121" y="265"/>
                    <a:pt x="102" y="304"/>
                  </a:cubicBezTo>
                  <a:cubicBezTo>
                    <a:pt x="139" y="327"/>
                    <a:pt x="169" y="306"/>
                    <a:pt x="205" y="290"/>
                  </a:cubicBezTo>
                  <a:moveTo>
                    <a:pt x="173" y="99"/>
                  </a:moveTo>
                  <a:cubicBezTo>
                    <a:pt x="187" y="87"/>
                    <a:pt x="195" y="80"/>
                    <a:pt x="202" y="73"/>
                  </a:cubicBezTo>
                  <a:cubicBezTo>
                    <a:pt x="190" y="62"/>
                    <a:pt x="179" y="50"/>
                    <a:pt x="165" y="43"/>
                  </a:cubicBezTo>
                  <a:cubicBezTo>
                    <a:pt x="162" y="41"/>
                    <a:pt x="143" y="59"/>
                    <a:pt x="144" y="61"/>
                  </a:cubicBezTo>
                  <a:cubicBezTo>
                    <a:pt x="151" y="73"/>
                    <a:pt x="161" y="84"/>
                    <a:pt x="173" y="99"/>
                  </a:cubicBezTo>
                  <a:moveTo>
                    <a:pt x="141" y="417"/>
                  </a:moveTo>
                  <a:cubicBezTo>
                    <a:pt x="142" y="412"/>
                    <a:pt x="144" y="407"/>
                    <a:pt x="145" y="403"/>
                  </a:cubicBezTo>
                  <a:cubicBezTo>
                    <a:pt x="132" y="398"/>
                    <a:pt x="119" y="388"/>
                    <a:pt x="106" y="389"/>
                  </a:cubicBezTo>
                  <a:cubicBezTo>
                    <a:pt x="96" y="390"/>
                    <a:pt x="87" y="404"/>
                    <a:pt x="71" y="417"/>
                  </a:cubicBezTo>
                  <a:lnTo>
                    <a:pt x="141" y="417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2822325" y="685190"/>
              <a:ext cx="115200" cy="85680"/>
            </a:xfrm>
            <a:custGeom>
              <a:avLst/>
              <a:gdLst/>
              <a:ahLst/>
              <a:cxnLst/>
              <a:rect l="l" t="t" r="r" b="b"/>
              <a:pathLst>
                <a:path w="320" h="238" extrusionOk="0">
                  <a:moveTo>
                    <a:pt x="168" y="165"/>
                  </a:moveTo>
                  <a:cubicBezTo>
                    <a:pt x="157" y="175"/>
                    <a:pt x="148" y="184"/>
                    <a:pt x="138" y="192"/>
                  </a:cubicBezTo>
                  <a:cubicBezTo>
                    <a:pt x="93" y="227"/>
                    <a:pt x="38" y="214"/>
                    <a:pt x="13" y="162"/>
                  </a:cubicBezTo>
                  <a:cubicBezTo>
                    <a:pt x="-8" y="116"/>
                    <a:pt x="-1" y="71"/>
                    <a:pt x="24" y="29"/>
                  </a:cubicBezTo>
                  <a:cubicBezTo>
                    <a:pt x="39" y="4"/>
                    <a:pt x="64" y="-7"/>
                    <a:pt x="91" y="6"/>
                  </a:cubicBezTo>
                  <a:cubicBezTo>
                    <a:pt x="119" y="19"/>
                    <a:pt x="145" y="39"/>
                    <a:pt x="171" y="56"/>
                  </a:cubicBezTo>
                  <a:cubicBezTo>
                    <a:pt x="184" y="34"/>
                    <a:pt x="226" y="25"/>
                    <a:pt x="260" y="42"/>
                  </a:cubicBezTo>
                  <a:cubicBezTo>
                    <a:pt x="308" y="67"/>
                    <a:pt x="334" y="138"/>
                    <a:pt x="313" y="188"/>
                  </a:cubicBezTo>
                  <a:cubicBezTo>
                    <a:pt x="298" y="224"/>
                    <a:pt x="271" y="241"/>
                    <a:pt x="235" y="238"/>
                  </a:cubicBezTo>
                  <a:cubicBezTo>
                    <a:pt x="202" y="235"/>
                    <a:pt x="182" y="216"/>
                    <a:pt x="171" y="178"/>
                  </a:cubicBezTo>
                  <a:cubicBezTo>
                    <a:pt x="170" y="175"/>
                    <a:pt x="169" y="171"/>
                    <a:pt x="168" y="165"/>
                  </a:cubicBezTo>
                  <a:moveTo>
                    <a:pt x="41" y="100"/>
                  </a:moveTo>
                  <a:cubicBezTo>
                    <a:pt x="40" y="140"/>
                    <a:pt x="60" y="170"/>
                    <a:pt x="86" y="171"/>
                  </a:cubicBezTo>
                  <a:cubicBezTo>
                    <a:pt x="107" y="172"/>
                    <a:pt x="137" y="141"/>
                    <a:pt x="137" y="117"/>
                  </a:cubicBezTo>
                  <a:cubicBezTo>
                    <a:pt x="138" y="84"/>
                    <a:pt x="104" y="46"/>
                    <a:pt x="75" y="48"/>
                  </a:cubicBezTo>
                  <a:cubicBezTo>
                    <a:pt x="39" y="51"/>
                    <a:pt x="49" y="84"/>
                    <a:pt x="41" y="100"/>
                  </a:cubicBezTo>
                  <a:moveTo>
                    <a:pt x="202" y="125"/>
                  </a:moveTo>
                  <a:cubicBezTo>
                    <a:pt x="204" y="126"/>
                    <a:pt x="206" y="127"/>
                    <a:pt x="208" y="128"/>
                  </a:cubicBezTo>
                  <a:cubicBezTo>
                    <a:pt x="208" y="141"/>
                    <a:pt x="206" y="155"/>
                    <a:pt x="211" y="166"/>
                  </a:cubicBezTo>
                  <a:cubicBezTo>
                    <a:pt x="216" y="178"/>
                    <a:pt x="227" y="193"/>
                    <a:pt x="238" y="196"/>
                  </a:cubicBezTo>
                  <a:cubicBezTo>
                    <a:pt x="248" y="198"/>
                    <a:pt x="268" y="186"/>
                    <a:pt x="271" y="177"/>
                  </a:cubicBezTo>
                  <a:cubicBezTo>
                    <a:pt x="276" y="159"/>
                    <a:pt x="279" y="135"/>
                    <a:pt x="271" y="120"/>
                  </a:cubicBezTo>
                  <a:cubicBezTo>
                    <a:pt x="262" y="102"/>
                    <a:pt x="240" y="91"/>
                    <a:pt x="224" y="77"/>
                  </a:cubicBezTo>
                  <a:cubicBezTo>
                    <a:pt x="217" y="93"/>
                    <a:pt x="209" y="109"/>
                    <a:pt x="202" y="125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2878485" y="783830"/>
              <a:ext cx="64080" cy="69480"/>
            </a:xfrm>
            <a:custGeom>
              <a:avLst/>
              <a:gdLst/>
              <a:ahLst/>
              <a:cxnLst/>
              <a:rect l="l" t="t" r="r" b="b"/>
              <a:pathLst>
                <a:path w="178" h="193" extrusionOk="0">
                  <a:moveTo>
                    <a:pt x="1" y="101"/>
                  </a:moveTo>
                  <a:cubicBezTo>
                    <a:pt x="1" y="41"/>
                    <a:pt x="43" y="0"/>
                    <a:pt x="105" y="0"/>
                  </a:cubicBezTo>
                  <a:cubicBezTo>
                    <a:pt x="145" y="0"/>
                    <a:pt x="178" y="35"/>
                    <a:pt x="178" y="79"/>
                  </a:cubicBezTo>
                  <a:cubicBezTo>
                    <a:pt x="179" y="142"/>
                    <a:pt x="134" y="190"/>
                    <a:pt x="78" y="193"/>
                  </a:cubicBezTo>
                  <a:cubicBezTo>
                    <a:pt x="34" y="195"/>
                    <a:pt x="-7" y="166"/>
                    <a:pt x="1" y="101"/>
                  </a:cubicBezTo>
                  <a:moveTo>
                    <a:pt x="40" y="112"/>
                  </a:moveTo>
                  <a:cubicBezTo>
                    <a:pt x="39" y="137"/>
                    <a:pt x="48" y="152"/>
                    <a:pt x="74" y="153"/>
                  </a:cubicBezTo>
                  <a:cubicBezTo>
                    <a:pt x="106" y="153"/>
                    <a:pt x="138" y="119"/>
                    <a:pt x="137" y="83"/>
                  </a:cubicBezTo>
                  <a:cubicBezTo>
                    <a:pt x="137" y="62"/>
                    <a:pt x="127" y="44"/>
                    <a:pt x="104" y="43"/>
                  </a:cubicBezTo>
                  <a:cubicBezTo>
                    <a:pt x="73" y="41"/>
                    <a:pt x="42" y="77"/>
                    <a:pt x="40" y="112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4475" rIns="90000" bIns="24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2996565" y="960590"/>
              <a:ext cx="68400" cy="66600"/>
            </a:xfrm>
            <a:custGeom>
              <a:avLst/>
              <a:gdLst/>
              <a:ahLst/>
              <a:cxnLst/>
              <a:rect l="l" t="t" r="r" b="b"/>
              <a:pathLst>
                <a:path w="190" h="185" extrusionOk="0">
                  <a:moveTo>
                    <a:pt x="0" y="113"/>
                  </a:moveTo>
                  <a:cubicBezTo>
                    <a:pt x="-1" y="51"/>
                    <a:pt x="45" y="1"/>
                    <a:pt x="102" y="0"/>
                  </a:cubicBezTo>
                  <a:cubicBezTo>
                    <a:pt x="142" y="0"/>
                    <a:pt x="190" y="41"/>
                    <a:pt x="190" y="76"/>
                  </a:cubicBezTo>
                  <a:cubicBezTo>
                    <a:pt x="191" y="130"/>
                    <a:pt x="129" y="185"/>
                    <a:pt x="69" y="185"/>
                  </a:cubicBezTo>
                  <a:cubicBezTo>
                    <a:pt x="24" y="185"/>
                    <a:pt x="0" y="160"/>
                    <a:pt x="0" y="114"/>
                  </a:cubicBezTo>
                  <a:lnTo>
                    <a:pt x="0" y="113"/>
                  </a:lnTo>
                  <a:moveTo>
                    <a:pt x="70" y="144"/>
                  </a:moveTo>
                  <a:cubicBezTo>
                    <a:pt x="103" y="145"/>
                    <a:pt x="154" y="105"/>
                    <a:pt x="147" y="80"/>
                  </a:cubicBezTo>
                  <a:cubicBezTo>
                    <a:pt x="142" y="65"/>
                    <a:pt x="119" y="49"/>
                    <a:pt x="102" y="47"/>
                  </a:cubicBezTo>
                  <a:cubicBezTo>
                    <a:pt x="71" y="41"/>
                    <a:pt x="40" y="75"/>
                    <a:pt x="39" y="109"/>
                  </a:cubicBezTo>
                  <a:cubicBezTo>
                    <a:pt x="39" y="130"/>
                    <a:pt x="45" y="145"/>
                    <a:pt x="70" y="144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1600" rIns="90000" bIns="21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2865165" y="1209350"/>
              <a:ext cx="66240" cy="64800"/>
            </a:xfrm>
            <a:custGeom>
              <a:avLst/>
              <a:gdLst/>
              <a:ahLst/>
              <a:cxnLst/>
              <a:rect l="l" t="t" r="r" b="b"/>
              <a:pathLst>
                <a:path w="184" h="180" extrusionOk="0">
                  <a:moveTo>
                    <a:pt x="184" y="81"/>
                  </a:moveTo>
                  <a:cubicBezTo>
                    <a:pt x="176" y="129"/>
                    <a:pt x="148" y="155"/>
                    <a:pt x="109" y="172"/>
                  </a:cubicBezTo>
                  <a:cubicBezTo>
                    <a:pt x="78" y="186"/>
                    <a:pt x="48" y="182"/>
                    <a:pt x="22" y="158"/>
                  </a:cubicBezTo>
                  <a:cubicBezTo>
                    <a:pt x="-2" y="136"/>
                    <a:pt x="-5" y="110"/>
                    <a:pt x="6" y="81"/>
                  </a:cubicBezTo>
                  <a:cubicBezTo>
                    <a:pt x="20" y="46"/>
                    <a:pt x="33" y="11"/>
                    <a:pt x="75" y="1"/>
                  </a:cubicBezTo>
                  <a:cubicBezTo>
                    <a:pt x="81" y="0"/>
                    <a:pt x="89" y="-1"/>
                    <a:pt x="94" y="2"/>
                  </a:cubicBezTo>
                  <a:cubicBezTo>
                    <a:pt x="122" y="19"/>
                    <a:pt x="150" y="35"/>
                    <a:pt x="175" y="54"/>
                  </a:cubicBezTo>
                  <a:cubicBezTo>
                    <a:pt x="182" y="59"/>
                    <a:pt x="182" y="74"/>
                    <a:pt x="184" y="80"/>
                  </a:cubicBezTo>
                  <a:lnTo>
                    <a:pt x="184" y="81"/>
                  </a:lnTo>
                  <a:moveTo>
                    <a:pt x="65" y="137"/>
                  </a:moveTo>
                  <a:cubicBezTo>
                    <a:pt x="104" y="136"/>
                    <a:pt x="138" y="106"/>
                    <a:pt x="139" y="82"/>
                  </a:cubicBezTo>
                  <a:cubicBezTo>
                    <a:pt x="139" y="56"/>
                    <a:pt x="120" y="42"/>
                    <a:pt x="83" y="41"/>
                  </a:cubicBezTo>
                  <a:cubicBezTo>
                    <a:pt x="66" y="41"/>
                    <a:pt x="37" y="82"/>
                    <a:pt x="42" y="107"/>
                  </a:cubicBezTo>
                  <a:cubicBezTo>
                    <a:pt x="44" y="120"/>
                    <a:pt x="60" y="131"/>
                    <a:pt x="65" y="137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2900085" y="1106750"/>
              <a:ext cx="63360" cy="56880"/>
            </a:xfrm>
            <a:custGeom>
              <a:avLst/>
              <a:gdLst/>
              <a:ahLst/>
              <a:cxnLst/>
              <a:rect l="l" t="t" r="r" b="b"/>
              <a:pathLst>
                <a:path w="176" h="158" extrusionOk="0">
                  <a:moveTo>
                    <a:pt x="0" y="70"/>
                  </a:moveTo>
                  <a:cubicBezTo>
                    <a:pt x="0" y="21"/>
                    <a:pt x="16" y="7"/>
                    <a:pt x="68" y="10"/>
                  </a:cubicBezTo>
                  <a:cubicBezTo>
                    <a:pt x="77" y="11"/>
                    <a:pt x="86" y="5"/>
                    <a:pt x="96" y="3"/>
                  </a:cubicBezTo>
                  <a:cubicBezTo>
                    <a:pt x="145" y="-10"/>
                    <a:pt x="184" y="25"/>
                    <a:pt x="175" y="75"/>
                  </a:cubicBezTo>
                  <a:cubicBezTo>
                    <a:pt x="165" y="135"/>
                    <a:pt x="119" y="168"/>
                    <a:pt x="61" y="155"/>
                  </a:cubicBezTo>
                  <a:cubicBezTo>
                    <a:pt x="23" y="147"/>
                    <a:pt x="1" y="116"/>
                    <a:pt x="0" y="70"/>
                  </a:cubicBezTo>
                  <a:moveTo>
                    <a:pt x="100" y="36"/>
                  </a:moveTo>
                  <a:cubicBezTo>
                    <a:pt x="98" y="38"/>
                    <a:pt x="96" y="41"/>
                    <a:pt x="93" y="43"/>
                  </a:cubicBezTo>
                  <a:cubicBezTo>
                    <a:pt x="70" y="41"/>
                    <a:pt x="45" y="38"/>
                    <a:pt x="41" y="70"/>
                  </a:cubicBezTo>
                  <a:cubicBezTo>
                    <a:pt x="37" y="95"/>
                    <a:pt x="54" y="115"/>
                    <a:pt x="78" y="116"/>
                  </a:cubicBezTo>
                  <a:cubicBezTo>
                    <a:pt x="109" y="118"/>
                    <a:pt x="136" y="96"/>
                    <a:pt x="133" y="66"/>
                  </a:cubicBezTo>
                  <a:cubicBezTo>
                    <a:pt x="132" y="55"/>
                    <a:pt x="111" y="46"/>
                    <a:pt x="100" y="36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1875" rIns="90000" bIns="11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3028965" y="909110"/>
              <a:ext cx="49680" cy="44280"/>
            </a:xfrm>
            <a:custGeom>
              <a:avLst/>
              <a:gdLst/>
              <a:ahLst/>
              <a:cxnLst/>
              <a:rect l="l" t="t" r="r" b="b"/>
              <a:pathLst>
                <a:path w="138" h="123" extrusionOk="0">
                  <a:moveTo>
                    <a:pt x="58" y="0"/>
                  </a:moveTo>
                  <a:cubicBezTo>
                    <a:pt x="104" y="0"/>
                    <a:pt x="138" y="25"/>
                    <a:pt x="138" y="57"/>
                  </a:cubicBezTo>
                  <a:cubicBezTo>
                    <a:pt x="138" y="91"/>
                    <a:pt x="103" y="122"/>
                    <a:pt x="66" y="123"/>
                  </a:cubicBezTo>
                  <a:cubicBezTo>
                    <a:pt x="31" y="123"/>
                    <a:pt x="-1" y="95"/>
                    <a:pt x="0" y="64"/>
                  </a:cubicBezTo>
                  <a:cubicBezTo>
                    <a:pt x="2" y="23"/>
                    <a:pt x="23" y="0"/>
                    <a:pt x="58" y="0"/>
                  </a:cubicBezTo>
                  <a:moveTo>
                    <a:pt x="98" y="60"/>
                  </a:moveTo>
                  <a:cubicBezTo>
                    <a:pt x="97" y="55"/>
                    <a:pt x="97" y="50"/>
                    <a:pt x="96" y="45"/>
                  </a:cubicBezTo>
                  <a:cubicBezTo>
                    <a:pt x="78" y="47"/>
                    <a:pt x="60" y="48"/>
                    <a:pt x="42" y="49"/>
                  </a:cubicBezTo>
                  <a:cubicBezTo>
                    <a:pt x="45" y="59"/>
                    <a:pt x="46" y="74"/>
                    <a:pt x="52" y="78"/>
                  </a:cubicBezTo>
                  <a:cubicBezTo>
                    <a:pt x="74" y="90"/>
                    <a:pt x="88" y="77"/>
                    <a:pt x="98" y="6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961285" y="1040870"/>
              <a:ext cx="49320" cy="38880"/>
            </a:xfrm>
            <a:custGeom>
              <a:avLst/>
              <a:gdLst/>
              <a:ahLst/>
              <a:cxnLst/>
              <a:rect l="l" t="t" r="r" b="b"/>
              <a:pathLst>
                <a:path w="137" h="108" extrusionOk="0">
                  <a:moveTo>
                    <a:pt x="137" y="58"/>
                  </a:moveTo>
                  <a:cubicBezTo>
                    <a:pt x="135" y="97"/>
                    <a:pt x="78" y="123"/>
                    <a:pt x="41" y="100"/>
                  </a:cubicBezTo>
                  <a:cubicBezTo>
                    <a:pt x="26" y="90"/>
                    <a:pt x="14" y="75"/>
                    <a:pt x="2" y="62"/>
                  </a:cubicBezTo>
                  <a:cubicBezTo>
                    <a:pt x="-1" y="59"/>
                    <a:pt x="0" y="52"/>
                    <a:pt x="0" y="46"/>
                  </a:cubicBezTo>
                  <a:cubicBezTo>
                    <a:pt x="3" y="24"/>
                    <a:pt x="50" y="-3"/>
                    <a:pt x="82" y="0"/>
                  </a:cubicBezTo>
                  <a:cubicBezTo>
                    <a:pt x="113" y="3"/>
                    <a:pt x="138" y="29"/>
                    <a:pt x="137" y="58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2897925" y="1062470"/>
              <a:ext cx="36720" cy="32040"/>
            </a:xfrm>
            <a:custGeom>
              <a:avLst/>
              <a:gdLst/>
              <a:ahLst/>
              <a:cxnLst/>
              <a:rect l="l" t="t" r="r" b="b"/>
              <a:pathLst>
                <a:path w="102" h="89" extrusionOk="0">
                  <a:moveTo>
                    <a:pt x="48" y="89"/>
                  </a:moveTo>
                  <a:cubicBezTo>
                    <a:pt x="19" y="90"/>
                    <a:pt x="1" y="73"/>
                    <a:pt x="0" y="44"/>
                  </a:cubicBezTo>
                  <a:cubicBezTo>
                    <a:pt x="0" y="23"/>
                    <a:pt x="33" y="-1"/>
                    <a:pt x="64" y="0"/>
                  </a:cubicBezTo>
                  <a:cubicBezTo>
                    <a:pt x="86" y="1"/>
                    <a:pt x="101" y="12"/>
                    <a:pt x="102" y="35"/>
                  </a:cubicBezTo>
                  <a:cubicBezTo>
                    <a:pt x="104" y="60"/>
                    <a:pt x="75" y="88"/>
                    <a:pt x="48" y="89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65" name="Google Shape;65;p6"/>
          <p:cNvSpPr/>
          <p:nvPr/>
        </p:nvSpPr>
        <p:spPr>
          <a:xfrm rot="2540861" flipH="1">
            <a:off x="8204403" y="861863"/>
            <a:ext cx="1036605" cy="727902"/>
          </a:xfrm>
          <a:custGeom>
            <a:avLst/>
            <a:gdLst/>
            <a:ahLst/>
            <a:cxnLst/>
            <a:rect l="l" t="t" r="r" b="b"/>
            <a:pathLst>
              <a:path w="4029" h="2829" extrusionOk="0">
                <a:moveTo>
                  <a:pt x="4029" y="1244"/>
                </a:moveTo>
                <a:cubicBezTo>
                  <a:pt x="4023" y="1209"/>
                  <a:pt x="4009" y="1176"/>
                  <a:pt x="4003" y="1141"/>
                </a:cubicBezTo>
                <a:cubicBezTo>
                  <a:pt x="3975" y="990"/>
                  <a:pt x="3880" y="889"/>
                  <a:pt x="3737" y="865"/>
                </a:cubicBezTo>
                <a:cubicBezTo>
                  <a:pt x="3703" y="859"/>
                  <a:pt x="3668" y="858"/>
                  <a:pt x="3633" y="855"/>
                </a:cubicBezTo>
                <a:cubicBezTo>
                  <a:pt x="3553" y="847"/>
                  <a:pt x="3481" y="819"/>
                  <a:pt x="3421" y="762"/>
                </a:cubicBezTo>
                <a:cubicBezTo>
                  <a:pt x="3392" y="735"/>
                  <a:pt x="3380" y="694"/>
                  <a:pt x="3386" y="655"/>
                </a:cubicBezTo>
                <a:cubicBezTo>
                  <a:pt x="3388" y="639"/>
                  <a:pt x="3391" y="622"/>
                  <a:pt x="3394" y="606"/>
                </a:cubicBezTo>
                <a:cubicBezTo>
                  <a:pt x="3409" y="526"/>
                  <a:pt x="3379" y="457"/>
                  <a:pt x="3304" y="427"/>
                </a:cubicBezTo>
                <a:cubicBezTo>
                  <a:pt x="3241" y="401"/>
                  <a:pt x="3175" y="379"/>
                  <a:pt x="3108" y="366"/>
                </a:cubicBezTo>
                <a:cubicBezTo>
                  <a:pt x="3021" y="349"/>
                  <a:pt x="2958" y="307"/>
                  <a:pt x="2925" y="223"/>
                </a:cubicBezTo>
                <a:cubicBezTo>
                  <a:pt x="2914" y="194"/>
                  <a:pt x="2897" y="166"/>
                  <a:pt x="2882" y="139"/>
                </a:cubicBezTo>
                <a:cubicBezTo>
                  <a:pt x="2869" y="117"/>
                  <a:pt x="2848" y="108"/>
                  <a:pt x="2823" y="115"/>
                </a:cubicBezTo>
                <a:cubicBezTo>
                  <a:pt x="2784" y="124"/>
                  <a:pt x="2745" y="134"/>
                  <a:pt x="2706" y="144"/>
                </a:cubicBezTo>
                <a:cubicBezTo>
                  <a:pt x="2664" y="155"/>
                  <a:pt x="2631" y="142"/>
                  <a:pt x="2609" y="103"/>
                </a:cubicBezTo>
                <a:cubicBezTo>
                  <a:pt x="2590" y="69"/>
                  <a:pt x="2558" y="45"/>
                  <a:pt x="2520" y="35"/>
                </a:cubicBezTo>
                <a:cubicBezTo>
                  <a:pt x="2482" y="26"/>
                  <a:pt x="2447" y="13"/>
                  <a:pt x="2409" y="7"/>
                </a:cubicBezTo>
                <a:cubicBezTo>
                  <a:pt x="2369" y="2"/>
                  <a:pt x="2325" y="-5"/>
                  <a:pt x="2287" y="5"/>
                </a:cubicBezTo>
                <a:cubicBezTo>
                  <a:pt x="2218" y="23"/>
                  <a:pt x="2153" y="53"/>
                  <a:pt x="2087" y="81"/>
                </a:cubicBezTo>
                <a:cubicBezTo>
                  <a:pt x="1969" y="129"/>
                  <a:pt x="1850" y="174"/>
                  <a:pt x="1736" y="230"/>
                </a:cubicBezTo>
                <a:cubicBezTo>
                  <a:pt x="1654" y="271"/>
                  <a:pt x="1582" y="275"/>
                  <a:pt x="1507" y="222"/>
                </a:cubicBezTo>
                <a:cubicBezTo>
                  <a:pt x="1468" y="194"/>
                  <a:pt x="1417" y="185"/>
                  <a:pt x="1370" y="198"/>
                </a:cubicBezTo>
                <a:cubicBezTo>
                  <a:pt x="1306" y="214"/>
                  <a:pt x="1249" y="246"/>
                  <a:pt x="1202" y="292"/>
                </a:cubicBezTo>
                <a:cubicBezTo>
                  <a:pt x="1137" y="356"/>
                  <a:pt x="1073" y="421"/>
                  <a:pt x="1012" y="489"/>
                </a:cubicBezTo>
                <a:cubicBezTo>
                  <a:pt x="962" y="545"/>
                  <a:pt x="910" y="593"/>
                  <a:pt x="828" y="588"/>
                </a:cubicBezTo>
                <a:cubicBezTo>
                  <a:pt x="823" y="588"/>
                  <a:pt x="819" y="590"/>
                  <a:pt x="815" y="591"/>
                </a:cubicBezTo>
                <a:cubicBezTo>
                  <a:pt x="720" y="616"/>
                  <a:pt x="662" y="685"/>
                  <a:pt x="615" y="763"/>
                </a:cubicBezTo>
                <a:cubicBezTo>
                  <a:pt x="549" y="871"/>
                  <a:pt x="507" y="991"/>
                  <a:pt x="479" y="1115"/>
                </a:cubicBezTo>
                <a:cubicBezTo>
                  <a:pt x="440" y="1289"/>
                  <a:pt x="401" y="1463"/>
                  <a:pt x="370" y="1638"/>
                </a:cubicBezTo>
                <a:cubicBezTo>
                  <a:pt x="356" y="1713"/>
                  <a:pt x="341" y="1779"/>
                  <a:pt x="272" y="1823"/>
                </a:cubicBezTo>
                <a:cubicBezTo>
                  <a:pt x="193" y="1874"/>
                  <a:pt x="119" y="1945"/>
                  <a:pt x="56" y="2019"/>
                </a:cubicBezTo>
                <a:cubicBezTo>
                  <a:pt x="20" y="2061"/>
                  <a:pt x="0" y="2115"/>
                  <a:pt x="0" y="2171"/>
                </a:cubicBezTo>
                <a:lnTo>
                  <a:pt x="0" y="2209"/>
                </a:lnTo>
                <a:cubicBezTo>
                  <a:pt x="6" y="2195"/>
                  <a:pt x="23" y="2137"/>
                  <a:pt x="33" y="2120"/>
                </a:cubicBezTo>
                <a:cubicBezTo>
                  <a:pt x="76" y="2040"/>
                  <a:pt x="153" y="1983"/>
                  <a:pt x="217" y="1918"/>
                </a:cubicBezTo>
                <a:cubicBezTo>
                  <a:pt x="256" y="1879"/>
                  <a:pt x="301" y="1847"/>
                  <a:pt x="355" y="1828"/>
                </a:cubicBezTo>
                <a:cubicBezTo>
                  <a:pt x="397" y="1814"/>
                  <a:pt x="437" y="1793"/>
                  <a:pt x="480" y="1779"/>
                </a:cubicBezTo>
                <a:cubicBezTo>
                  <a:pt x="550" y="1755"/>
                  <a:pt x="621" y="1721"/>
                  <a:pt x="694" y="1713"/>
                </a:cubicBezTo>
                <a:cubicBezTo>
                  <a:pt x="851" y="1695"/>
                  <a:pt x="1010" y="1688"/>
                  <a:pt x="1168" y="1680"/>
                </a:cubicBezTo>
                <a:cubicBezTo>
                  <a:pt x="1208" y="1678"/>
                  <a:pt x="1249" y="1684"/>
                  <a:pt x="1288" y="1694"/>
                </a:cubicBezTo>
                <a:cubicBezTo>
                  <a:pt x="1434" y="1730"/>
                  <a:pt x="1567" y="1802"/>
                  <a:pt x="1702" y="1866"/>
                </a:cubicBezTo>
                <a:cubicBezTo>
                  <a:pt x="1721" y="1874"/>
                  <a:pt x="1736" y="1891"/>
                  <a:pt x="1747" y="1900"/>
                </a:cubicBezTo>
                <a:cubicBezTo>
                  <a:pt x="1734" y="1929"/>
                  <a:pt x="1721" y="1951"/>
                  <a:pt x="1712" y="1975"/>
                </a:cubicBezTo>
                <a:cubicBezTo>
                  <a:pt x="1701" y="2002"/>
                  <a:pt x="1697" y="2032"/>
                  <a:pt x="1683" y="2057"/>
                </a:cubicBezTo>
                <a:cubicBezTo>
                  <a:pt x="1661" y="2099"/>
                  <a:pt x="1627" y="2129"/>
                  <a:pt x="1576" y="2124"/>
                </a:cubicBezTo>
                <a:cubicBezTo>
                  <a:pt x="1528" y="2119"/>
                  <a:pt x="1483" y="2126"/>
                  <a:pt x="1440" y="2148"/>
                </a:cubicBezTo>
                <a:cubicBezTo>
                  <a:pt x="1351" y="2192"/>
                  <a:pt x="1291" y="2175"/>
                  <a:pt x="1215" y="2106"/>
                </a:cubicBezTo>
                <a:cubicBezTo>
                  <a:pt x="1186" y="2080"/>
                  <a:pt x="1164" y="2044"/>
                  <a:pt x="1139" y="2013"/>
                </a:cubicBezTo>
                <a:cubicBezTo>
                  <a:pt x="1059" y="1913"/>
                  <a:pt x="961" y="1845"/>
                  <a:pt x="817" y="1853"/>
                </a:cubicBezTo>
                <a:cubicBezTo>
                  <a:pt x="755" y="1857"/>
                  <a:pt x="693" y="1850"/>
                  <a:pt x="631" y="1839"/>
                </a:cubicBezTo>
                <a:cubicBezTo>
                  <a:pt x="536" y="1822"/>
                  <a:pt x="453" y="1837"/>
                  <a:pt x="379" y="1894"/>
                </a:cubicBezTo>
                <a:cubicBezTo>
                  <a:pt x="279" y="1969"/>
                  <a:pt x="201" y="2064"/>
                  <a:pt x="149" y="2178"/>
                </a:cubicBezTo>
                <a:cubicBezTo>
                  <a:pt x="109" y="2266"/>
                  <a:pt x="73" y="2355"/>
                  <a:pt x="44" y="2447"/>
                </a:cubicBezTo>
                <a:cubicBezTo>
                  <a:pt x="17" y="2530"/>
                  <a:pt x="4" y="2618"/>
                  <a:pt x="3" y="2705"/>
                </a:cubicBezTo>
                <a:lnTo>
                  <a:pt x="2" y="2829"/>
                </a:lnTo>
                <a:cubicBezTo>
                  <a:pt x="7" y="2792"/>
                  <a:pt x="18" y="2755"/>
                  <a:pt x="26" y="2719"/>
                </a:cubicBezTo>
                <a:cubicBezTo>
                  <a:pt x="42" y="2643"/>
                  <a:pt x="57" y="2568"/>
                  <a:pt x="76" y="2493"/>
                </a:cubicBezTo>
                <a:cubicBezTo>
                  <a:pt x="91" y="2439"/>
                  <a:pt x="112" y="2386"/>
                  <a:pt x="131" y="2333"/>
                </a:cubicBezTo>
                <a:cubicBezTo>
                  <a:pt x="187" y="2172"/>
                  <a:pt x="269" y="2028"/>
                  <a:pt x="410" y="1925"/>
                </a:cubicBezTo>
                <a:cubicBezTo>
                  <a:pt x="455" y="1892"/>
                  <a:pt x="503" y="1872"/>
                  <a:pt x="559" y="1876"/>
                </a:cubicBezTo>
                <a:cubicBezTo>
                  <a:pt x="663" y="1882"/>
                  <a:pt x="767" y="1887"/>
                  <a:pt x="871" y="1897"/>
                </a:cubicBezTo>
                <a:cubicBezTo>
                  <a:pt x="940" y="1903"/>
                  <a:pt x="1002" y="1931"/>
                  <a:pt x="1050" y="1982"/>
                </a:cubicBezTo>
                <a:cubicBezTo>
                  <a:pt x="1087" y="2022"/>
                  <a:pt x="1119" y="2066"/>
                  <a:pt x="1155" y="2107"/>
                </a:cubicBezTo>
                <a:cubicBezTo>
                  <a:pt x="1236" y="2201"/>
                  <a:pt x="1340" y="2250"/>
                  <a:pt x="1468" y="2184"/>
                </a:cubicBezTo>
                <a:cubicBezTo>
                  <a:pt x="1493" y="2172"/>
                  <a:pt x="1524" y="2164"/>
                  <a:pt x="1552" y="2166"/>
                </a:cubicBezTo>
                <a:cubicBezTo>
                  <a:pt x="1636" y="2172"/>
                  <a:pt x="1698" y="2139"/>
                  <a:pt x="1730" y="2060"/>
                </a:cubicBezTo>
                <a:cubicBezTo>
                  <a:pt x="1742" y="2033"/>
                  <a:pt x="1749" y="2005"/>
                  <a:pt x="1756" y="1976"/>
                </a:cubicBezTo>
                <a:cubicBezTo>
                  <a:pt x="1762" y="1955"/>
                  <a:pt x="1772" y="1949"/>
                  <a:pt x="1794" y="1957"/>
                </a:cubicBezTo>
                <a:cubicBezTo>
                  <a:pt x="1887" y="1992"/>
                  <a:pt x="1983" y="2021"/>
                  <a:pt x="2074" y="2062"/>
                </a:cubicBezTo>
                <a:cubicBezTo>
                  <a:pt x="2154" y="2097"/>
                  <a:pt x="2229" y="2089"/>
                  <a:pt x="2299" y="2050"/>
                </a:cubicBezTo>
                <a:cubicBezTo>
                  <a:pt x="2459" y="1961"/>
                  <a:pt x="2606" y="1858"/>
                  <a:pt x="2676" y="1677"/>
                </a:cubicBezTo>
                <a:cubicBezTo>
                  <a:pt x="2681" y="1663"/>
                  <a:pt x="2691" y="1650"/>
                  <a:pt x="2700" y="1638"/>
                </a:cubicBezTo>
                <a:cubicBezTo>
                  <a:pt x="2705" y="1631"/>
                  <a:pt x="2712" y="1626"/>
                  <a:pt x="2718" y="1620"/>
                </a:cubicBezTo>
                <a:cubicBezTo>
                  <a:pt x="2762" y="1578"/>
                  <a:pt x="2819" y="1566"/>
                  <a:pt x="2875" y="1555"/>
                </a:cubicBezTo>
                <a:cubicBezTo>
                  <a:pt x="2946" y="1540"/>
                  <a:pt x="3018" y="1529"/>
                  <a:pt x="3089" y="1515"/>
                </a:cubicBezTo>
                <a:cubicBezTo>
                  <a:pt x="3137" y="1505"/>
                  <a:pt x="3176" y="1481"/>
                  <a:pt x="3204" y="1440"/>
                </a:cubicBezTo>
                <a:cubicBezTo>
                  <a:pt x="3239" y="1387"/>
                  <a:pt x="3292" y="1360"/>
                  <a:pt x="3349" y="1355"/>
                </a:cubicBezTo>
                <a:cubicBezTo>
                  <a:pt x="3443" y="1345"/>
                  <a:pt x="3538" y="1352"/>
                  <a:pt x="3628" y="1389"/>
                </a:cubicBezTo>
                <a:cubicBezTo>
                  <a:pt x="3702" y="1419"/>
                  <a:pt x="3774" y="1416"/>
                  <a:pt x="3844" y="1379"/>
                </a:cubicBezTo>
                <a:cubicBezTo>
                  <a:pt x="3902" y="1348"/>
                  <a:pt x="3958" y="1315"/>
                  <a:pt x="4014" y="1281"/>
                </a:cubicBezTo>
                <a:cubicBezTo>
                  <a:pt x="4023" y="1275"/>
                  <a:pt x="4031" y="1255"/>
                  <a:pt x="4029" y="1244"/>
                </a:cubicBezTo>
                <a:moveTo>
                  <a:pt x="1404" y="251"/>
                </a:moveTo>
                <a:cubicBezTo>
                  <a:pt x="1411" y="235"/>
                  <a:pt x="1429" y="228"/>
                  <a:pt x="1444" y="236"/>
                </a:cubicBezTo>
                <a:cubicBezTo>
                  <a:pt x="1486" y="259"/>
                  <a:pt x="1527" y="282"/>
                  <a:pt x="1571" y="298"/>
                </a:cubicBezTo>
                <a:cubicBezTo>
                  <a:pt x="1615" y="314"/>
                  <a:pt x="1661" y="311"/>
                  <a:pt x="1703" y="293"/>
                </a:cubicBezTo>
                <a:cubicBezTo>
                  <a:pt x="1872" y="218"/>
                  <a:pt x="2041" y="143"/>
                  <a:pt x="2210" y="70"/>
                </a:cubicBezTo>
                <a:cubicBezTo>
                  <a:pt x="2282" y="40"/>
                  <a:pt x="2355" y="27"/>
                  <a:pt x="2432" y="58"/>
                </a:cubicBezTo>
                <a:cubicBezTo>
                  <a:pt x="2443" y="63"/>
                  <a:pt x="2456" y="66"/>
                  <a:pt x="2468" y="67"/>
                </a:cubicBezTo>
                <a:cubicBezTo>
                  <a:pt x="2537" y="73"/>
                  <a:pt x="2578" y="122"/>
                  <a:pt x="2621" y="167"/>
                </a:cubicBezTo>
                <a:cubicBezTo>
                  <a:pt x="2626" y="173"/>
                  <a:pt x="2629" y="186"/>
                  <a:pt x="2627" y="194"/>
                </a:cubicBezTo>
                <a:cubicBezTo>
                  <a:pt x="2617" y="234"/>
                  <a:pt x="2609" y="277"/>
                  <a:pt x="2592" y="315"/>
                </a:cubicBezTo>
                <a:cubicBezTo>
                  <a:pt x="2544" y="416"/>
                  <a:pt x="2492" y="515"/>
                  <a:pt x="2442" y="615"/>
                </a:cubicBezTo>
                <a:cubicBezTo>
                  <a:pt x="2407" y="686"/>
                  <a:pt x="2362" y="746"/>
                  <a:pt x="2299" y="795"/>
                </a:cubicBezTo>
                <a:cubicBezTo>
                  <a:pt x="2143" y="917"/>
                  <a:pt x="1978" y="1020"/>
                  <a:pt x="1790" y="1087"/>
                </a:cubicBezTo>
                <a:cubicBezTo>
                  <a:pt x="1612" y="1150"/>
                  <a:pt x="1436" y="1218"/>
                  <a:pt x="1252" y="1256"/>
                </a:cubicBezTo>
                <a:cubicBezTo>
                  <a:pt x="1121" y="1284"/>
                  <a:pt x="989" y="1306"/>
                  <a:pt x="866" y="1360"/>
                </a:cubicBezTo>
                <a:cubicBezTo>
                  <a:pt x="835" y="1374"/>
                  <a:pt x="805" y="1389"/>
                  <a:pt x="771" y="1406"/>
                </a:cubicBezTo>
                <a:cubicBezTo>
                  <a:pt x="875" y="1205"/>
                  <a:pt x="922" y="989"/>
                  <a:pt x="986" y="779"/>
                </a:cubicBezTo>
                <a:cubicBezTo>
                  <a:pt x="1021" y="664"/>
                  <a:pt x="1081" y="569"/>
                  <a:pt x="1168" y="490"/>
                </a:cubicBezTo>
                <a:cubicBezTo>
                  <a:pt x="1219" y="443"/>
                  <a:pt x="1272" y="398"/>
                  <a:pt x="1327" y="355"/>
                </a:cubicBezTo>
                <a:cubicBezTo>
                  <a:pt x="1364" y="327"/>
                  <a:pt x="1387" y="291"/>
                  <a:pt x="1404" y="250"/>
                </a:cubicBezTo>
                <a:lnTo>
                  <a:pt x="1404" y="251"/>
                </a:lnTo>
                <a:moveTo>
                  <a:pt x="464" y="1378"/>
                </a:moveTo>
                <a:cubicBezTo>
                  <a:pt x="500" y="1222"/>
                  <a:pt x="527" y="1064"/>
                  <a:pt x="588" y="915"/>
                </a:cubicBezTo>
                <a:cubicBezTo>
                  <a:pt x="624" y="829"/>
                  <a:pt x="664" y="747"/>
                  <a:pt x="736" y="683"/>
                </a:cubicBezTo>
                <a:cubicBezTo>
                  <a:pt x="773" y="650"/>
                  <a:pt x="814" y="630"/>
                  <a:pt x="864" y="627"/>
                </a:cubicBezTo>
                <a:cubicBezTo>
                  <a:pt x="919" y="624"/>
                  <a:pt x="963" y="603"/>
                  <a:pt x="1001" y="563"/>
                </a:cubicBezTo>
                <a:cubicBezTo>
                  <a:pt x="1081" y="478"/>
                  <a:pt x="1162" y="394"/>
                  <a:pt x="1246" y="313"/>
                </a:cubicBezTo>
                <a:cubicBezTo>
                  <a:pt x="1275" y="285"/>
                  <a:pt x="1315" y="267"/>
                  <a:pt x="1350" y="244"/>
                </a:cubicBezTo>
                <a:cubicBezTo>
                  <a:pt x="1353" y="248"/>
                  <a:pt x="1356" y="252"/>
                  <a:pt x="1359" y="256"/>
                </a:cubicBezTo>
                <a:cubicBezTo>
                  <a:pt x="1339" y="278"/>
                  <a:pt x="1319" y="302"/>
                  <a:pt x="1297" y="322"/>
                </a:cubicBezTo>
                <a:cubicBezTo>
                  <a:pt x="1235" y="378"/>
                  <a:pt x="1169" y="430"/>
                  <a:pt x="1109" y="488"/>
                </a:cubicBezTo>
                <a:cubicBezTo>
                  <a:pt x="1029" y="564"/>
                  <a:pt x="977" y="656"/>
                  <a:pt x="946" y="763"/>
                </a:cubicBezTo>
                <a:cubicBezTo>
                  <a:pt x="903" y="915"/>
                  <a:pt x="853" y="1066"/>
                  <a:pt x="807" y="1218"/>
                </a:cubicBezTo>
                <a:cubicBezTo>
                  <a:pt x="777" y="1316"/>
                  <a:pt x="726" y="1401"/>
                  <a:pt x="649" y="1469"/>
                </a:cubicBezTo>
                <a:cubicBezTo>
                  <a:pt x="572" y="1538"/>
                  <a:pt x="494" y="1605"/>
                  <a:pt x="416" y="1673"/>
                </a:cubicBezTo>
                <a:lnTo>
                  <a:pt x="404" y="1666"/>
                </a:lnTo>
                <a:cubicBezTo>
                  <a:pt x="424" y="1570"/>
                  <a:pt x="442" y="1473"/>
                  <a:pt x="464" y="1378"/>
                </a:cubicBezTo>
                <a:moveTo>
                  <a:pt x="2684" y="1590"/>
                </a:moveTo>
                <a:cubicBezTo>
                  <a:pt x="2665" y="1614"/>
                  <a:pt x="2644" y="1638"/>
                  <a:pt x="2633" y="1665"/>
                </a:cubicBezTo>
                <a:cubicBezTo>
                  <a:pt x="2586" y="1794"/>
                  <a:pt x="2486" y="1875"/>
                  <a:pt x="2380" y="1951"/>
                </a:cubicBezTo>
                <a:cubicBezTo>
                  <a:pt x="2320" y="1994"/>
                  <a:pt x="2258" y="2035"/>
                  <a:pt x="2180" y="2040"/>
                </a:cubicBezTo>
                <a:cubicBezTo>
                  <a:pt x="2164" y="2041"/>
                  <a:pt x="2147" y="2042"/>
                  <a:pt x="2132" y="2036"/>
                </a:cubicBezTo>
                <a:cubicBezTo>
                  <a:pt x="2091" y="2022"/>
                  <a:pt x="2050" y="2003"/>
                  <a:pt x="2008" y="1987"/>
                </a:cubicBezTo>
                <a:cubicBezTo>
                  <a:pt x="1963" y="1970"/>
                  <a:pt x="1917" y="1954"/>
                  <a:pt x="1871" y="1939"/>
                </a:cubicBezTo>
                <a:cubicBezTo>
                  <a:pt x="1844" y="1930"/>
                  <a:pt x="1819" y="1921"/>
                  <a:pt x="1801" y="1896"/>
                </a:cubicBezTo>
                <a:cubicBezTo>
                  <a:pt x="1770" y="1854"/>
                  <a:pt x="1728" y="1825"/>
                  <a:pt x="1680" y="1805"/>
                </a:cubicBezTo>
                <a:cubicBezTo>
                  <a:pt x="1595" y="1768"/>
                  <a:pt x="1512" y="1727"/>
                  <a:pt x="1427" y="1692"/>
                </a:cubicBezTo>
                <a:cubicBezTo>
                  <a:pt x="1318" y="1647"/>
                  <a:pt x="1204" y="1625"/>
                  <a:pt x="1083" y="1641"/>
                </a:cubicBezTo>
                <a:cubicBezTo>
                  <a:pt x="1020" y="1650"/>
                  <a:pt x="955" y="1655"/>
                  <a:pt x="891" y="1652"/>
                </a:cubicBezTo>
                <a:cubicBezTo>
                  <a:pt x="713" y="1643"/>
                  <a:pt x="555" y="1696"/>
                  <a:pt x="405" y="1778"/>
                </a:cubicBezTo>
                <a:cubicBezTo>
                  <a:pt x="395" y="1783"/>
                  <a:pt x="386" y="1788"/>
                  <a:pt x="376" y="1793"/>
                </a:cubicBezTo>
                <a:lnTo>
                  <a:pt x="370" y="1785"/>
                </a:lnTo>
                <a:cubicBezTo>
                  <a:pt x="387" y="1763"/>
                  <a:pt x="401" y="1737"/>
                  <a:pt x="423" y="1720"/>
                </a:cubicBezTo>
                <a:cubicBezTo>
                  <a:pt x="525" y="1640"/>
                  <a:pt x="628" y="1562"/>
                  <a:pt x="733" y="1486"/>
                </a:cubicBezTo>
                <a:cubicBezTo>
                  <a:pt x="853" y="1399"/>
                  <a:pt x="990" y="1349"/>
                  <a:pt x="1135" y="1324"/>
                </a:cubicBezTo>
                <a:cubicBezTo>
                  <a:pt x="1276" y="1300"/>
                  <a:pt x="1411" y="1255"/>
                  <a:pt x="1549" y="1221"/>
                </a:cubicBezTo>
                <a:cubicBezTo>
                  <a:pt x="1773" y="1165"/>
                  <a:pt x="1996" y="1165"/>
                  <a:pt x="2217" y="1255"/>
                </a:cubicBezTo>
                <a:cubicBezTo>
                  <a:pt x="2371" y="1318"/>
                  <a:pt x="2512" y="1402"/>
                  <a:pt x="2651" y="1491"/>
                </a:cubicBezTo>
                <a:cubicBezTo>
                  <a:pt x="2663" y="1499"/>
                  <a:pt x="2674" y="1507"/>
                  <a:pt x="2684" y="1517"/>
                </a:cubicBezTo>
                <a:cubicBezTo>
                  <a:pt x="2704" y="1538"/>
                  <a:pt x="2702" y="1568"/>
                  <a:pt x="2684" y="1590"/>
                </a:cubicBezTo>
                <a:moveTo>
                  <a:pt x="3800" y="1351"/>
                </a:moveTo>
                <a:cubicBezTo>
                  <a:pt x="3751" y="1374"/>
                  <a:pt x="3699" y="1371"/>
                  <a:pt x="3648" y="1350"/>
                </a:cubicBezTo>
                <a:cubicBezTo>
                  <a:pt x="3552" y="1309"/>
                  <a:pt x="3450" y="1302"/>
                  <a:pt x="3350" y="1310"/>
                </a:cubicBezTo>
                <a:cubicBezTo>
                  <a:pt x="3279" y="1316"/>
                  <a:pt x="3215" y="1351"/>
                  <a:pt x="3167" y="1412"/>
                </a:cubicBezTo>
                <a:cubicBezTo>
                  <a:pt x="3147" y="1438"/>
                  <a:pt x="3121" y="1458"/>
                  <a:pt x="3089" y="1468"/>
                </a:cubicBezTo>
                <a:cubicBezTo>
                  <a:pt x="3022" y="1487"/>
                  <a:pt x="2952" y="1495"/>
                  <a:pt x="2883" y="1509"/>
                </a:cubicBezTo>
                <a:cubicBezTo>
                  <a:pt x="2836" y="1519"/>
                  <a:pt x="2791" y="1532"/>
                  <a:pt x="2741" y="1544"/>
                </a:cubicBezTo>
                <a:cubicBezTo>
                  <a:pt x="2740" y="1495"/>
                  <a:pt x="2702" y="1472"/>
                  <a:pt x="2666" y="1448"/>
                </a:cubicBezTo>
                <a:cubicBezTo>
                  <a:pt x="2522" y="1354"/>
                  <a:pt x="2375" y="1265"/>
                  <a:pt x="2212" y="1207"/>
                </a:cubicBezTo>
                <a:cubicBezTo>
                  <a:pt x="2082" y="1161"/>
                  <a:pt x="1951" y="1131"/>
                  <a:pt x="1813" y="1143"/>
                </a:cubicBezTo>
                <a:cubicBezTo>
                  <a:pt x="1803" y="1144"/>
                  <a:pt x="1793" y="1144"/>
                  <a:pt x="1783" y="1144"/>
                </a:cubicBezTo>
                <a:cubicBezTo>
                  <a:pt x="1782" y="1144"/>
                  <a:pt x="1780" y="1142"/>
                  <a:pt x="1777" y="1139"/>
                </a:cubicBezTo>
                <a:cubicBezTo>
                  <a:pt x="1829" y="1127"/>
                  <a:pt x="1880" y="1112"/>
                  <a:pt x="1932" y="1104"/>
                </a:cubicBezTo>
                <a:cubicBezTo>
                  <a:pt x="2058" y="1085"/>
                  <a:pt x="2183" y="1067"/>
                  <a:pt x="2309" y="1053"/>
                </a:cubicBezTo>
                <a:cubicBezTo>
                  <a:pt x="2394" y="1044"/>
                  <a:pt x="2481" y="1039"/>
                  <a:pt x="2566" y="1041"/>
                </a:cubicBezTo>
                <a:cubicBezTo>
                  <a:pt x="2625" y="1042"/>
                  <a:pt x="2685" y="1054"/>
                  <a:pt x="2742" y="1070"/>
                </a:cubicBezTo>
                <a:cubicBezTo>
                  <a:pt x="2888" y="1109"/>
                  <a:pt x="3031" y="1166"/>
                  <a:pt x="3185" y="1168"/>
                </a:cubicBezTo>
                <a:cubicBezTo>
                  <a:pt x="3302" y="1170"/>
                  <a:pt x="3418" y="1169"/>
                  <a:pt x="3534" y="1159"/>
                </a:cubicBezTo>
                <a:cubicBezTo>
                  <a:pt x="3635" y="1151"/>
                  <a:pt x="3728" y="1165"/>
                  <a:pt x="3816" y="1216"/>
                </a:cubicBezTo>
                <a:cubicBezTo>
                  <a:pt x="3859" y="1240"/>
                  <a:pt x="3903" y="1261"/>
                  <a:pt x="3956" y="1260"/>
                </a:cubicBezTo>
                <a:cubicBezTo>
                  <a:pt x="3904" y="1291"/>
                  <a:pt x="3854" y="1325"/>
                  <a:pt x="3799" y="1351"/>
                </a:cubicBezTo>
                <a:lnTo>
                  <a:pt x="3800" y="1351"/>
                </a:lnTo>
                <a:moveTo>
                  <a:pt x="3936" y="1221"/>
                </a:moveTo>
                <a:cubicBezTo>
                  <a:pt x="3913" y="1219"/>
                  <a:pt x="3891" y="1203"/>
                  <a:pt x="3873" y="1197"/>
                </a:cubicBezTo>
                <a:cubicBezTo>
                  <a:pt x="3845" y="1188"/>
                  <a:pt x="3818" y="1177"/>
                  <a:pt x="3794" y="1160"/>
                </a:cubicBezTo>
                <a:cubicBezTo>
                  <a:pt x="3707" y="1101"/>
                  <a:pt x="3613" y="1116"/>
                  <a:pt x="3521" y="1118"/>
                </a:cubicBezTo>
                <a:cubicBezTo>
                  <a:pt x="3448" y="1119"/>
                  <a:pt x="3375" y="1128"/>
                  <a:pt x="3303" y="1129"/>
                </a:cubicBezTo>
                <a:cubicBezTo>
                  <a:pt x="3173" y="1130"/>
                  <a:pt x="3045" y="1118"/>
                  <a:pt x="2920" y="1075"/>
                </a:cubicBezTo>
                <a:cubicBezTo>
                  <a:pt x="2839" y="1046"/>
                  <a:pt x="2754" y="1022"/>
                  <a:pt x="2669" y="1006"/>
                </a:cubicBezTo>
                <a:cubicBezTo>
                  <a:pt x="2549" y="984"/>
                  <a:pt x="2427" y="996"/>
                  <a:pt x="2305" y="1009"/>
                </a:cubicBezTo>
                <a:cubicBezTo>
                  <a:pt x="2221" y="1018"/>
                  <a:pt x="2137" y="1028"/>
                  <a:pt x="2053" y="1037"/>
                </a:cubicBezTo>
                <a:cubicBezTo>
                  <a:pt x="2044" y="1038"/>
                  <a:pt x="2034" y="1038"/>
                  <a:pt x="2017" y="1038"/>
                </a:cubicBezTo>
                <a:cubicBezTo>
                  <a:pt x="2066" y="1008"/>
                  <a:pt x="2109" y="984"/>
                  <a:pt x="2150" y="956"/>
                </a:cubicBezTo>
                <a:cubicBezTo>
                  <a:pt x="2212" y="913"/>
                  <a:pt x="2273" y="870"/>
                  <a:pt x="2332" y="824"/>
                </a:cubicBezTo>
                <a:cubicBezTo>
                  <a:pt x="2397" y="774"/>
                  <a:pt x="2444" y="709"/>
                  <a:pt x="2480" y="636"/>
                </a:cubicBezTo>
                <a:cubicBezTo>
                  <a:pt x="2529" y="537"/>
                  <a:pt x="2581" y="439"/>
                  <a:pt x="2629" y="338"/>
                </a:cubicBezTo>
                <a:cubicBezTo>
                  <a:pt x="2650" y="293"/>
                  <a:pt x="2663" y="243"/>
                  <a:pt x="2680" y="193"/>
                </a:cubicBezTo>
                <a:cubicBezTo>
                  <a:pt x="2720" y="184"/>
                  <a:pt x="2766" y="174"/>
                  <a:pt x="2810" y="161"/>
                </a:cubicBezTo>
                <a:cubicBezTo>
                  <a:pt x="2835" y="154"/>
                  <a:pt x="2847" y="161"/>
                  <a:pt x="2857" y="182"/>
                </a:cubicBezTo>
                <a:cubicBezTo>
                  <a:pt x="2868" y="207"/>
                  <a:pt x="2881" y="231"/>
                  <a:pt x="2892" y="255"/>
                </a:cubicBezTo>
                <a:cubicBezTo>
                  <a:pt x="2926" y="332"/>
                  <a:pt x="2996" y="387"/>
                  <a:pt x="3078" y="404"/>
                </a:cubicBezTo>
                <a:cubicBezTo>
                  <a:pt x="3145" y="418"/>
                  <a:pt x="3211" y="438"/>
                  <a:pt x="3275" y="462"/>
                </a:cubicBezTo>
                <a:cubicBezTo>
                  <a:pt x="3330" y="483"/>
                  <a:pt x="3361" y="541"/>
                  <a:pt x="3351" y="599"/>
                </a:cubicBezTo>
                <a:cubicBezTo>
                  <a:pt x="3326" y="755"/>
                  <a:pt x="3397" y="853"/>
                  <a:pt x="3566" y="887"/>
                </a:cubicBezTo>
                <a:cubicBezTo>
                  <a:pt x="3616" y="897"/>
                  <a:pt x="3667" y="899"/>
                  <a:pt x="3718" y="906"/>
                </a:cubicBezTo>
                <a:cubicBezTo>
                  <a:pt x="3844" y="924"/>
                  <a:pt x="3934" y="1010"/>
                  <a:pt x="3957" y="1135"/>
                </a:cubicBezTo>
                <a:cubicBezTo>
                  <a:pt x="3961" y="1152"/>
                  <a:pt x="3962" y="1169"/>
                  <a:pt x="3966" y="1186"/>
                </a:cubicBezTo>
                <a:cubicBezTo>
                  <a:pt x="3973" y="1213"/>
                  <a:pt x="3960" y="1223"/>
                  <a:pt x="3936" y="122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strike="noStrike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/>
          <a:srcRect l="8894" r="30271" b="88491"/>
          <a:stretch>
            <a:fillRect/>
          </a:stretch>
        </p:blipFill>
        <p:spPr>
          <a:xfrm flipH="1">
            <a:off x="5371450" y="1"/>
            <a:ext cx="3772549" cy="105569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  <p:sp>
        <p:nvSpPr>
          <p:cNvPr id="68" name="Google Shape;68;p7"/>
          <p:cNvSpPr txBox="1"/>
          <p:nvPr>
            <p:ph type="subTitle" idx="1"/>
          </p:nvPr>
        </p:nvSpPr>
        <p:spPr>
          <a:xfrm>
            <a:off x="4572000" y="2089186"/>
            <a:ext cx="3858900" cy="19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type="title"/>
          </p:nvPr>
        </p:nvSpPr>
        <p:spPr>
          <a:xfrm>
            <a:off x="4572000" y="1105200"/>
            <a:ext cx="3858900" cy="9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7"/>
          <p:cNvSpPr/>
          <p:nvPr>
            <p:ph type="pic" idx="2"/>
          </p:nvPr>
        </p:nvSpPr>
        <p:spPr>
          <a:xfrm>
            <a:off x="558000" y="539500"/>
            <a:ext cx="3340800" cy="406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sp>
      <p:pic>
        <p:nvPicPr>
          <p:cNvPr id="71" name="Google Shape;71;p7"/>
          <p:cNvPicPr preferRelativeResize="0"/>
          <p:nvPr/>
        </p:nvPicPr>
        <p:blipFill rotWithShape="1">
          <a:blip r:embed="rId2"/>
          <a:srcRect l="49944" t="88491" r="8350"/>
          <a:stretch>
            <a:fillRect/>
          </a:stretch>
        </p:blipFill>
        <p:spPr>
          <a:xfrm flipH="1">
            <a:off x="-1873225" y="4604002"/>
            <a:ext cx="2586450" cy="10556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4" name="Google Shape;74;p8"/>
          <p:cNvGrpSpPr/>
          <p:nvPr/>
        </p:nvGrpSpPr>
        <p:grpSpPr>
          <a:xfrm>
            <a:off x="-335700" y="-516198"/>
            <a:ext cx="10259599" cy="8652148"/>
            <a:chOff x="-335700" y="-516198"/>
            <a:chExt cx="10259599" cy="8652148"/>
          </a:xfrm>
        </p:grpSpPr>
        <p:pic>
          <p:nvPicPr>
            <p:cNvPr id="75" name="Google Shape;75;p8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7337449" y="-516198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76" name="Google Shape;76;p8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grpSp>
        <p:nvGrpSpPr>
          <p:cNvPr id="77" name="Google Shape;77;p8"/>
          <p:cNvGrpSpPr/>
          <p:nvPr/>
        </p:nvGrpSpPr>
        <p:grpSpPr>
          <a:xfrm rot="-523218">
            <a:off x="8341305" y="3079074"/>
            <a:ext cx="722958" cy="2118156"/>
            <a:chOff x="2431365" y="1658630"/>
            <a:chExt cx="1046880" cy="3067200"/>
          </a:xfrm>
        </p:grpSpPr>
        <p:sp>
          <p:nvSpPr>
            <p:cNvPr id="78" name="Google Shape;78;p8"/>
            <p:cNvSpPr/>
            <p:nvPr/>
          </p:nvSpPr>
          <p:spPr>
            <a:xfrm>
              <a:off x="2431365" y="1658630"/>
              <a:ext cx="1046880" cy="3067200"/>
            </a:xfrm>
            <a:custGeom>
              <a:avLst/>
              <a:gdLst/>
              <a:ahLst/>
              <a:cxnLst/>
              <a:rect l="l" t="t" r="r" b="b"/>
              <a:pathLst>
                <a:path w="2908" h="8520" extrusionOk="0">
                  <a:moveTo>
                    <a:pt x="2825" y="4793"/>
                  </a:moveTo>
                  <a:cubicBezTo>
                    <a:pt x="2815" y="4789"/>
                    <a:pt x="2807" y="4771"/>
                    <a:pt x="2807" y="4759"/>
                  </a:cubicBezTo>
                  <a:cubicBezTo>
                    <a:pt x="2807" y="4710"/>
                    <a:pt x="2809" y="4661"/>
                    <a:pt x="2813" y="4613"/>
                  </a:cubicBezTo>
                  <a:cubicBezTo>
                    <a:pt x="2824" y="4509"/>
                    <a:pt x="2807" y="4477"/>
                    <a:pt x="2713" y="4435"/>
                  </a:cubicBezTo>
                  <a:cubicBezTo>
                    <a:pt x="2681" y="4421"/>
                    <a:pt x="2668" y="4399"/>
                    <a:pt x="2669" y="4363"/>
                  </a:cubicBezTo>
                  <a:cubicBezTo>
                    <a:pt x="2672" y="4259"/>
                    <a:pt x="2699" y="4161"/>
                    <a:pt x="2736" y="4066"/>
                  </a:cubicBezTo>
                  <a:cubicBezTo>
                    <a:pt x="2760" y="4006"/>
                    <a:pt x="2785" y="3947"/>
                    <a:pt x="2807" y="3887"/>
                  </a:cubicBezTo>
                  <a:cubicBezTo>
                    <a:pt x="2811" y="3874"/>
                    <a:pt x="2811" y="3855"/>
                    <a:pt x="2804" y="3845"/>
                  </a:cubicBezTo>
                  <a:cubicBezTo>
                    <a:pt x="2799" y="3838"/>
                    <a:pt x="2779" y="3840"/>
                    <a:pt x="2766" y="3842"/>
                  </a:cubicBezTo>
                  <a:cubicBezTo>
                    <a:pt x="2752" y="3844"/>
                    <a:pt x="2739" y="3850"/>
                    <a:pt x="2726" y="3856"/>
                  </a:cubicBezTo>
                  <a:cubicBezTo>
                    <a:pt x="2636" y="3903"/>
                    <a:pt x="2549" y="3955"/>
                    <a:pt x="2481" y="4032"/>
                  </a:cubicBezTo>
                  <a:cubicBezTo>
                    <a:pt x="2381" y="4144"/>
                    <a:pt x="2286" y="4260"/>
                    <a:pt x="2190" y="4375"/>
                  </a:cubicBezTo>
                  <a:cubicBezTo>
                    <a:pt x="2172" y="4396"/>
                    <a:pt x="2158" y="4421"/>
                    <a:pt x="2139" y="4439"/>
                  </a:cubicBezTo>
                  <a:cubicBezTo>
                    <a:pt x="2126" y="4451"/>
                    <a:pt x="2104" y="4461"/>
                    <a:pt x="2087" y="4459"/>
                  </a:cubicBezTo>
                  <a:cubicBezTo>
                    <a:pt x="2047" y="4454"/>
                    <a:pt x="2011" y="4463"/>
                    <a:pt x="1978" y="4484"/>
                  </a:cubicBezTo>
                  <a:cubicBezTo>
                    <a:pt x="1871" y="4551"/>
                    <a:pt x="1783" y="4634"/>
                    <a:pt x="1741" y="4760"/>
                  </a:cubicBezTo>
                  <a:cubicBezTo>
                    <a:pt x="1723" y="4813"/>
                    <a:pt x="1696" y="4864"/>
                    <a:pt x="1668" y="4912"/>
                  </a:cubicBezTo>
                  <a:cubicBezTo>
                    <a:pt x="1652" y="4940"/>
                    <a:pt x="1625" y="4961"/>
                    <a:pt x="1603" y="4985"/>
                  </a:cubicBezTo>
                  <a:cubicBezTo>
                    <a:pt x="1601" y="4983"/>
                    <a:pt x="1599" y="4981"/>
                    <a:pt x="1597" y="4979"/>
                  </a:cubicBezTo>
                  <a:cubicBezTo>
                    <a:pt x="1605" y="4963"/>
                    <a:pt x="1614" y="4946"/>
                    <a:pt x="1621" y="4930"/>
                  </a:cubicBezTo>
                  <a:cubicBezTo>
                    <a:pt x="1639" y="4887"/>
                    <a:pt x="1650" y="4844"/>
                    <a:pt x="1638" y="4797"/>
                  </a:cubicBezTo>
                  <a:cubicBezTo>
                    <a:pt x="1626" y="4747"/>
                    <a:pt x="1585" y="4718"/>
                    <a:pt x="1535" y="4725"/>
                  </a:cubicBezTo>
                  <a:cubicBezTo>
                    <a:pt x="1500" y="4729"/>
                    <a:pt x="1469" y="4742"/>
                    <a:pt x="1447" y="4769"/>
                  </a:cubicBezTo>
                  <a:cubicBezTo>
                    <a:pt x="1424" y="4796"/>
                    <a:pt x="1402" y="4825"/>
                    <a:pt x="1378" y="4855"/>
                  </a:cubicBezTo>
                  <a:cubicBezTo>
                    <a:pt x="1374" y="4854"/>
                    <a:pt x="1367" y="4853"/>
                    <a:pt x="1359" y="4853"/>
                  </a:cubicBezTo>
                  <a:cubicBezTo>
                    <a:pt x="1290" y="4849"/>
                    <a:pt x="1268" y="4868"/>
                    <a:pt x="1257" y="4937"/>
                  </a:cubicBezTo>
                  <a:cubicBezTo>
                    <a:pt x="1254" y="4954"/>
                    <a:pt x="1255" y="4972"/>
                    <a:pt x="1251" y="4989"/>
                  </a:cubicBezTo>
                  <a:cubicBezTo>
                    <a:pt x="1249" y="4996"/>
                    <a:pt x="1240" y="5002"/>
                    <a:pt x="1235" y="5009"/>
                  </a:cubicBezTo>
                  <a:cubicBezTo>
                    <a:pt x="1230" y="5007"/>
                    <a:pt x="1225" y="5005"/>
                    <a:pt x="1221" y="5002"/>
                  </a:cubicBezTo>
                  <a:cubicBezTo>
                    <a:pt x="1238" y="4849"/>
                    <a:pt x="1256" y="4696"/>
                    <a:pt x="1273" y="4542"/>
                  </a:cubicBezTo>
                  <a:cubicBezTo>
                    <a:pt x="1277" y="4542"/>
                    <a:pt x="1280" y="4542"/>
                    <a:pt x="1284" y="4542"/>
                  </a:cubicBezTo>
                  <a:cubicBezTo>
                    <a:pt x="1274" y="4601"/>
                    <a:pt x="1281" y="4655"/>
                    <a:pt x="1343" y="4679"/>
                  </a:cubicBezTo>
                  <a:cubicBezTo>
                    <a:pt x="1426" y="4711"/>
                    <a:pt x="1489" y="4680"/>
                    <a:pt x="1528" y="4611"/>
                  </a:cubicBezTo>
                  <a:cubicBezTo>
                    <a:pt x="1554" y="4623"/>
                    <a:pt x="1576" y="4639"/>
                    <a:pt x="1600" y="4644"/>
                  </a:cubicBezTo>
                  <a:cubicBezTo>
                    <a:pt x="1667" y="4657"/>
                    <a:pt x="1719" y="4634"/>
                    <a:pt x="1747" y="4570"/>
                  </a:cubicBezTo>
                  <a:cubicBezTo>
                    <a:pt x="1774" y="4508"/>
                    <a:pt x="1794" y="4441"/>
                    <a:pt x="1811" y="4376"/>
                  </a:cubicBezTo>
                  <a:cubicBezTo>
                    <a:pt x="1822" y="4333"/>
                    <a:pt x="1790" y="4295"/>
                    <a:pt x="1746" y="4291"/>
                  </a:cubicBezTo>
                  <a:cubicBezTo>
                    <a:pt x="1720" y="4289"/>
                    <a:pt x="1694" y="4296"/>
                    <a:pt x="1672" y="4298"/>
                  </a:cubicBezTo>
                  <a:cubicBezTo>
                    <a:pt x="1686" y="4288"/>
                    <a:pt x="1703" y="4275"/>
                    <a:pt x="1720" y="4262"/>
                  </a:cubicBezTo>
                  <a:cubicBezTo>
                    <a:pt x="1749" y="4240"/>
                    <a:pt x="1777" y="4213"/>
                    <a:pt x="1809" y="4197"/>
                  </a:cubicBezTo>
                  <a:cubicBezTo>
                    <a:pt x="1847" y="4178"/>
                    <a:pt x="1887" y="4157"/>
                    <a:pt x="1934" y="4186"/>
                  </a:cubicBezTo>
                  <a:cubicBezTo>
                    <a:pt x="1952" y="4196"/>
                    <a:pt x="1985" y="4197"/>
                    <a:pt x="2004" y="4188"/>
                  </a:cubicBezTo>
                  <a:cubicBezTo>
                    <a:pt x="2047" y="4168"/>
                    <a:pt x="2079" y="4132"/>
                    <a:pt x="2080" y="4082"/>
                  </a:cubicBezTo>
                  <a:cubicBezTo>
                    <a:pt x="2081" y="4031"/>
                    <a:pt x="2057" y="3990"/>
                    <a:pt x="2013" y="3962"/>
                  </a:cubicBezTo>
                  <a:cubicBezTo>
                    <a:pt x="1988" y="3947"/>
                    <a:pt x="1957" y="3938"/>
                    <a:pt x="1933" y="3957"/>
                  </a:cubicBezTo>
                  <a:cubicBezTo>
                    <a:pt x="1890" y="3992"/>
                    <a:pt x="1861" y="4038"/>
                    <a:pt x="1870" y="4096"/>
                  </a:cubicBezTo>
                  <a:cubicBezTo>
                    <a:pt x="1874" y="4123"/>
                    <a:pt x="1865" y="4134"/>
                    <a:pt x="1842" y="4141"/>
                  </a:cubicBezTo>
                  <a:cubicBezTo>
                    <a:pt x="1820" y="4147"/>
                    <a:pt x="1799" y="4155"/>
                    <a:pt x="1776" y="4162"/>
                  </a:cubicBezTo>
                  <a:cubicBezTo>
                    <a:pt x="1806" y="4100"/>
                    <a:pt x="1837" y="4037"/>
                    <a:pt x="1811" y="3965"/>
                  </a:cubicBezTo>
                  <a:cubicBezTo>
                    <a:pt x="1849" y="3955"/>
                    <a:pt x="1878" y="3933"/>
                    <a:pt x="1885" y="3897"/>
                  </a:cubicBezTo>
                  <a:cubicBezTo>
                    <a:pt x="1892" y="3865"/>
                    <a:pt x="1887" y="3831"/>
                    <a:pt x="1887" y="3798"/>
                  </a:cubicBezTo>
                  <a:cubicBezTo>
                    <a:pt x="1947" y="3802"/>
                    <a:pt x="2001" y="3771"/>
                    <a:pt x="2011" y="3712"/>
                  </a:cubicBezTo>
                  <a:cubicBezTo>
                    <a:pt x="2019" y="3664"/>
                    <a:pt x="2021" y="3612"/>
                    <a:pt x="2012" y="3564"/>
                  </a:cubicBezTo>
                  <a:cubicBezTo>
                    <a:pt x="1998" y="3489"/>
                    <a:pt x="1931" y="3460"/>
                    <a:pt x="1861" y="3491"/>
                  </a:cubicBezTo>
                  <a:cubicBezTo>
                    <a:pt x="1855" y="3494"/>
                    <a:pt x="1850" y="3497"/>
                    <a:pt x="1844" y="3499"/>
                  </a:cubicBezTo>
                  <a:lnTo>
                    <a:pt x="1837" y="3495"/>
                  </a:lnTo>
                  <a:cubicBezTo>
                    <a:pt x="1843" y="3484"/>
                    <a:pt x="1846" y="3469"/>
                    <a:pt x="1855" y="3464"/>
                  </a:cubicBezTo>
                  <a:cubicBezTo>
                    <a:pt x="1898" y="3438"/>
                    <a:pt x="1921" y="3398"/>
                    <a:pt x="1936" y="3353"/>
                  </a:cubicBezTo>
                  <a:cubicBezTo>
                    <a:pt x="1949" y="3316"/>
                    <a:pt x="1939" y="3285"/>
                    <a:pt x="1905" y="3265"/>
                  </a:cubicBezTo>
                  <a:cubicBezTo>
                    <a:pt x="1884" y="3251"/>
                    <a:pt x="1859" y="3242"/>
                    <a:pt x="1834" y="3234"/>
                  </a:cubicBezTo>
                  <a:cubicBezTo>
                    <a:pt x="1768" y="3213"/>
                    <a:pt x="1711" y="3254"/>
                    <a:pt x="1709" y="3322"/>
                  </a:cubicBezTo>
                  <a:cubicBezTo>
                    <a:pt x="1708" y="3336"/>
                    <a:pt x="1709" y="3350"/>
                    <a:pt x="1708" y="3364"/>
                  </a:cubicBezTo>
                  <a:cubicBezTo>
                    <a:pt x="1707" y="3412"/>
                    <a:pt x="1736" y="3439"/>
                    <a:pt x="1775" y="3459"/>
                  </a:cubicBezTo>
                  <a:cubicBezTo>
                    <a:pt x="1783" y="3463"/>
                    <a:pt x="1792" y="3466"/>
                    <a:pt x="1801" y="3470"/>
                  </a:cubicBezTo>
                  <a:cubicBezTo>
                    <a:pt x="1800" y="3487"/>
                    <a:pt x="1800" y="3501"/>
                    <a:pt x="1799" y="3520"/>
                  </a:cubicBezTo>
                  <a:cubicBezTo>
                    <a:pt x="1792" y="3514"/>
                    <a:pt x="1788" y="3512"/>
                    <a:pt x="1786" y="3509"/>
                  </a:cubicBezTo>
                  <a:cubicBezTo>
                    <a:pt x="1723" y="3448"/>
                    <a:pt x="1653" y="3463"/>
                    <a:pt x="1623" y="3547"/>
                  </a:cubicBezTo>
                  <a:cubicBezTo>
                    <a:pt x="1605" y="3598"/>
                    <a:pt x="1593" y="3650"/>
                    <a:pt x="1579" y="3704"/>
                  </a:cubicBezTo>
                  <a:cubicBezTo>
                    <a:pt x="1541" y="3691"/>
                    <a:pt x="1513" y="3711"/>
                    <a:pt x="1484" y="3740"/>
                  </a:cubicBezTo>
                  <a:cubicBezTo>
                    <a:pt x="1480" y="3733"/>
                    <a:pt x="1478" y="3728"/>
                    <a:pt x="1474" y="3724"/>
                  </a:cubicBezTo>
                  <a:cubicBezTo>
                    <a:pt x="1439" y="3688"/>
                    <a:pt x="1399" y="3661"/>
                    <a:pt x="1347" y="3678"/>
                  </a:cubicBezTo>
                  <a:cubicBezTo>
                    <a:pt x="1287" y="3699"/>
                    <a:pt x="1246" y="3740"/>
                    <a:pt x="1240" y="3807"/>
                  </a:cubicBezTo>
                  <a:cubicBezTo>
                    <a:pt x="1237" y="3851"/>
                    <a:pt x="1262" y="3892"/>
                    <a:pt x="1302" y="3904"/>
                  </a:cubicBezTo>
                  <a:cubicBezTo>
                    <a:pt x="1338" y="3915"/>
                    <a:pt x="1373" y="3914"/>
                    <a:pt x="1407" y="3898"/>
                  </a:cubicBezTo>
                  <a:cubicBezTo>
                    <a:pt x="1415" y="3894"/>
                    <a:pt x="1423" y="3891"/>
                    <a:pt x="1436" y="3886"/>
                  </a:cubicBezTo>
                  <a:cubicBezTo>
                    <a:pt x="1433" y="3897"/>
                    <a:pt x="1433" y="3902"/>
                    <a:pt x="1431" y="3905"/>
                  </a:cubicBezTo>
                  <a:cubicBezTo>
                    <a:pt x="1416" y="3923"/>
                    <a:pt x="1413" y="3942"/>
                    <a:pt x="1427" y="3961"/>
                  </a:cubicBezTo>
                  <a:cubicBezTo>
                    <a:pt x="1442" y="3982"/>
                    <a:pt x="1463" y="3990"/>
                    <a:pt x="1488" y="3983"/>
                  </a:cubicBezTo>
                  <a:cubicBezTo>
                    <a:pt x="1502" y="3979"/>
                    <a:pt x="1518" y="3974"/>
                    <a:pt x="1529" y="3965"/>
                  </a:cubicBezTo>
                  <a:cubicBezTo>
                    <a:pt x="1566" y="3934"/>
                    <a:pt x="1602" y="3901"/>
                    <a:pt x="1636" y="3871"/>
                  </a:cubicBezTo>
                  <a:cubicBezTo>
                    <a:pt x="1642" y="3882"/>
                    <a:pt x="1649" y="3900"/>
                    <a:pt x="1661" y="3913"/>
                  </a:cubicBezTo>
                  <a:cubicBezTo>
                    <a:pt x="1676" y="3929"/>
                    <a:pt x="1673" y="3941"/>
                    <a:pt x="1662" y="3956"/>
                  </a:cubicBezTo>
                  <a:cubicBezTo>
                    <a:pt x="1627" y="4003"/>
                    <a:pt x="1593" y="4051"/>
                    <a:pt x="1558" y="4098"/>
                  </a:cubicBezTo>
                  <a:cubicBezTo>
                    <a:pt x="1543" y="4118"/>
                    <a:pt x="1527" y="4138"/>
                    <a:pt x="1511" y="4159"/>
                  </a:cubicBezTo>
                  <a:cubicBezTo>
                    <a:pt x="1531" y="4080"/>
                    <a:pt x="1500" y="4026"/>
                    <a:pt x="1437" y="3984"/>
                  </a:cubicBezTo>
                  <a:cubicBezTo>
                    <a:pt x="1395" y="3956"/>
                    <a:pt x="1344" y="3957"/>
                    <a:pt x="1315" y="3988"/>
                  </a:cubicBezTo>
                  <a:cubicBezTo>
                    <a:pt x="1276" y="4027"/>
                    <a:pt x="1251" y="4071"/>
                    <a:pt x="1252" y="4130"/>
                  </a:cubicBezTo>
                  <a:cubicBezTo>
                    <a:pt x="1253" y="4190"/>
                    <a:pt x="1281" y="4223"/>
                    <a:pt x="1341" y="4227"/>
                  </a:cubicBezTo>
                  <a:cubicBezTo>
                    <a:pt x="1395" y="4231"/>
                    <a:pt x="1446" y="4222"/>
                    <a:pt x="1490" y="4186"/>
                  </a:cubicBezTo>
                  <a:cubicBezTo>
                    <a:pt x="1492" y="4189"/>
                    <a:pt x="1493" y="4191"/>
                    <a:pt x="1495" y="4194"/>
                  </a:cubicBezTo>
                  <a:cubicBezTo>
                    <a:pt x="1474" y="4222"/>
                    <a:pt x="1452" y="4250"/>
                    <a:pt x="1440" y="4266"/>
                  </a:cubicBezTo>
                  <a:cubicBezTo>
                    <a:pt x="1396" y="4265"/>
                    <a:pt x="1366" y="4265"/>
                    <a:pt x="1336" y="4262"/>
                  </a:cubicBezTo>
                  <a:cubicBezTo>
                    <a:pt x="1293" y="4257"/>
                    <a:pt x="1280" y="4263"/>
                    <a:pt x="1262" y="4302"/>
                  </a:cubicBezTo>
                  <a:cubicBezTo>
                    <a:pt x="1252" y="4324"/>
                    <a:pt x="1237" y="4346"/>
                    <a:pt x="1225" y="4368"/>
                  </a:cubicBezTo>
                  <a:cubicBezTo>
                    <a:pt x="1222" y="4368"/>
                    <a:pt x="1219" y="4367"/>
                    <a:pt x="1215" y="4367"/>
                  </a:cubicBezTo>
                  <a:cubicBezTo>
                    <a:pt x="1210" y="4348"/>
                    <a:pt x="1202" y="4329"/>
                    <a:pt x="1199" y="4310"/>
                  </a:cubicBezTo>
                  <a:cubicBezTo>
                    <a:pt x="1194" y="4268"/>
                    <a:pt x="1193" y="4225"/>
                    <a:pt x="1189" y="4183"/>
                  </a:cubicBezTo>
                  <a:cubicBezTo>
                    <a:pt x="1178" y="4071"/>
                    <a:pt x="1183" y="3959"/>
                    <a:pt x="1201" y="3848"/>
                  </a:cubicBezTo>
                  <a:cubicBezTo>
                    <a:pt x="1213" y="3776"/>
                    <a:pt x="1235" y="3710"/>
                    <a:pt x="1309" y="3677"/>
                  </a:cubicBezTo>
                  <a:cubicBezTo>
                    <a:pt x="1333" y="3667"/>
                    <a:pt x="1356" y="3652"/>
                    <a:pt x="1381" y="3645"/>
                  </a:cubicBezTo>
                  <a:cubicBezTo>
                    <a:pt x="1492" y="3612"/>
                    <a:pt x="1534" y="3537"/>
                    <a:pt x="1499" y="3428"/>
                  </a:cubicBezTo>
                  <a:cubicBezTo>
                    <a:pt x="1498" y="3423"/>
                    <a:pt x="1497" y="3418"/>
                    <a:pt x="1497" y="3418"/>
                  </a:cubicBezTo>
                  <a:cubicBezTo>
                    <a:pt x="1532" y="3399"/>
                    <a:pt x="1566" y="3384"/>
                    <a:pt x="1596" y="3363"/>
                  </a:cubicBezTo>
                  <a:cubicBezTo>
                    <a:pt x="1687" y="3299"/>
                    <a:pt x="1683" y="3201"/>
                    <a:pt x="1588" y="3140"/>
                  </a:cubicBezTo>
                  <a:cubicBezTo>
                    <a:pt x="1581" y="3135"/>
                    <a:pt x="1574" y="3118"/>
                    <a:pt x="1576" y="3110"/>
                  </a:cubicBezTo>
                  <a:cubicBezTo>
                    <a:pt x="1587" y="3078"/>
                    <a:pt x="1602" y="3048"/>
                    <a:pt x="1618" y="3012"/>
                  </a:cubicBezTo>
                  <a:cubicBezTo>
                    <a:pt x="1628" y="3038"/>
                    <a:pt x="1633" y="3058"/>
                    <a:pt x="1642" y="3077"/>
                  </a:cubicBezTo>
                  <a:cubicBezTo>
                    <a:pt x="1669" y="3137"/>
                    <a:pt x="1723" y="3160"/>
                    <a:pt x="1787" y="3140"/>
                  </a:cubicBezTo>
                  <a:cubicBezTo>
                    <a:pt x="1892" y="3105"/>
                    <a:pt x="1935" y="2926"/>
                    <a:pt x="1858" y="2847"/>
                  </a:cubicBezTo>
                  <a:cubicBezTo>
                    <a:pt x="1836" y="2825"/>
                    <a:pt x="1810" y="2818"/>
                    <a:pt x="1780" y="2822"/>
                  </a:cubicBezTo>
                  <a:cubicBezTo>
                    <a:pt x="1713" y="2831"/>
                    <a:pt x="1659" y="2859"/>
                    <a:pt x="1628" y="2923"/>
                  </a:cubicBezTo>
                  <a:cubicBezTo>
                    <a:pt x="1626" y="2920"/>
                    <a:pt x="1625" y="2918"/>
                    <a:pt x="1625" y="2918"/>
                  </a:cubicBezTo>
                  <a:cubicBezTo>
                    <a:pt x="1648" y="2867"/>
                    <a:pt x="1672" y="2815"/>
                    <a:pt x="1696" y="2765"/>
                  </a:cubicBezTo>
                  <a:cubicBezTo>
                    <a:pt x="1697" y="2761"/>
                    <a:pt x="1704" y="2758"/>
                    <a:pt x="1709" y="2757"/>
                  </a:cubicBezTo>
                  <a:cubicBezTo>
                    <a:pt x="1757" y="2745"/>
                    <a:pt x="1781" y="2711"/>
                    <a:pt x="1794" y="2668"/>
                  </a:cubicBezTo>
                  <a:cubicBezTo>
                    <a:pt x="1803" y="2639"/>
                    <a:pt x="1807" y="2609"/>
                    <a:pt x="1813" y="2579"/>
                  </a:cubicBezTo>
                  <a:cubicBezTo>
                    <a:pt x="1830" y="2582"/>
                    <a:pt x="1846" y="2587"/>
                    <a:pt x="1864" y="2591"/>
                  </a:cubicBezTo>
                  <a:cubicBezTo>
                    <a:pt x="1857" y="2610"/>
                    <a:pt x="1849" y="2626"/>
                    <a:pt x="1844" y="2644"/>
                  </a:cubicBezTo>
                  <a:cubicBezTo>
                    <a:pt x="1831" y="2697"/>
                    <a:pt x="1820" y="2752"/>
                    <a:pt x="1865" y="2793"/>
                  </a:cubicBezTo>
                  <a:cubicBezTo>
                    <a:pt x="1936" y="2857"/>
                    <a:pt x="2019" y="2851"/>
                    <a:pt x="2062" y="2759"/>
                  </a:cubicBezTo>
                  <a:cubicBezTo>
                    <a:pt x="2070" y="2743"/>
                    <a:pt x="2077" y="2727"/>
                    <a:pt x="2083" y="2712"/>
                  </a:cubicBezTo>
                  <a:cubicBezTo>
                    <a:pt x="2103" y="2656"/>
                    <a:pt x="2090" y="2593"/>
                    <a:pt x="2049" y="2559"/>
                  </a:cubicBezTo>
                  <a:cubicBezTo>
                    <a:pt x="2033" y="2547"/>
                    <a:pt x="2012" y="2540"/>
                    <a:pt x="1994" y="2530"/>
                  </a:cubicBezTo>
                  <a:cubicBezTo>
                    <a:pt x="2028" y="2470"/>
                    <a:pt x="2025" y="2399"/>
                    <a:pt x="1986" y="2349"/>
                  </a:cubicBezTo>
                  <a:cubicBezTo>
                    <a:pt x="1966" y="2323"/>
                    <a:pt x="1941" y="2311"/>
                    <a:pt x="1909" y="2324"/>
                  </a:cubicBezTo>
                  <a:cubicBezTo>
                    <a:pt x="1885" y="2333"/>
                    <a:pt x="1860" y="2343"/>
                    <a:pt x="1841" y="2351"/>
                  </a:cubicBezTo>
                  <a:cubicBezTo>
                    <a:pt x="1817" y="2307"/>
                    <a:pt x="1797" y="2266"/>
                    <a:pt x="1773" y="2227"/>
                  </a:cubicBezTo>
                  <a:cubicBezTo>
                    <a:pt x="1750" y="2189"/>
                    <a:pt x="1712" y="2166"/>
                    <a:pt x="1668" y="2166"/>
                  </a:cubicBezTo>
                  <a:cubicBezTo>
                    <a:pt x="1647" y="2165"/>
                    <a:pt x="1618" y="2175"/>
                    <a:pt x="1609" y="2191"/>
                  </a:cubicBezTo>
                  <a:cubicBezTo>
                    <a:pt x="1582" y="2234"/>
                    <a:pt x="1556" y="2281"/>
                    <a:pt x="1584" y="2336"/>
                  </a:cubicBezTo>
                  <a:cubicBezTo>
                    <a:pt x="1599" y="2363"/>
                    <a:pt x="1610" y="2393"/>
                    <a:pt x="1623" y="2423"/>
                  </a:cubicBezTo>
                  <a:cubicBezTo>
                    <a:pt x="1585" y="2456"/>
                    <a:pt x="1561" y="2497"/>
                    <a:pt x="1553" y="2550"/>
                  </a:cubicBezTo>
                  <a:cubicBezTo>
                    <a:pt x="1549" y="2575"/>
                    <a:pt x="1530" y="2598"/>
                    <a:pt x="1521" y="2623"/>
                  </a:cubicBezTo>
                  <a:cubicBezTo>
                    <a:pt x="1506" y="2661"/>
                    <a:pt x="1489" y="2698"/>
                    <a:pt x="1481" y="2737"/>
                  </a:cubicBezTo>
                  <a:cubicBezTo>
                    <a:pt x="1472" y="2781"/>
                    <a:pt x="1494" y="2817"/>
                    <a:pt x="1530" y="2845"/>
                  </a:cubicBezTo>
                  <a:cubicBezTo>
                    <a:pt x="1475" y="2829"/>
                    <a:pt x="1410" y="2873"/>
                    <a:pt x="1376" y="2949"/>
                  </a:cubicBezTo>
                  <a:cubicBezTo>
                    <a:pt x="1347" y="3015"/>
                    <a:pt x="1379" y="3087"/>
                    <a:pt x="1458" y="3133"/>
                  </a:cubicBezTo>
                  <a:cubicBezTo>
                    <a:pt x="1435" y="3166"/>
                    <a:pt x="1405" y="3195"/>
                    <a:pt x="1390" y="3231"/>
                  </a:cubicBezTo>
                  <a:cubicBezTo>
                    <a:pt x="1376" y="3267"/>
                    <a:pt x="1378" y="3310"/>
                    <a:pt x="1372" y="3351"/>
                  </a:cubicBezTo>
                  <a:cubicBezTo>
                    <a:pt x="1324" y="3376"/>
                    <a:pt x="1278" y="3415"/>
                    <a:pt x="1256" y="3471"/>
                  </a:cubicBezTo>
                  <a:cubicBezTo>
                    <a:pt x="1232" y="3530"/>
                    <a:pt x="1243" y="3589"/>
                    <a:pt x="1287" y="3640"/>
                  </a:cubicBezTo>
                  <a:cubicBezTo>
                    <a:pt x="1274" y="3647"/>
                    <a:pt x="1263" y="3652"/>
                    <a:pt x="1249" y="3659"/>
                  </a:cubicBezTo>
                  <a:cubicBezTo>
                    <a:pt x="1247" y="3619"/>
                    <a:pt x="1222" y="3600"/>
                    <a:pt x="1191" y="3589"/>
                  </a:cubicBezTo>
                  <a:cubicBezTo>
                    <a:pt x="1170" y="3581"/>
                    <a:pt x="1168" y="3569"/>
                    <a:pt x="1166" y="3550"/>
                  </a:cubicBezTo>
                  <a:cubicBezTo>
                    <a:pt x="1158" y="3493"/>
                    <a:pt x="1157" y="3434"/>
                    <a:pt x="1139" y="3380"/>
                  </a:cubicBezTo>
                  <a:cubicBezTo>
                    <a:pt x="1098" y="3260"/>
                    <a:pt x="1081" y="3137"/>
                    <a:pt x="1089" y="3011"/>
                  </a:cubicBezTo>
                  <a:cubicBezTo>
                    <a:pt x="1093" y="2944"/>
                    <a:pt x="1101" y="2878"/>
                    <a:pt x="1107" y="2811"/>
                  </a:cubicBezTo>
                  <a:cubicBezTo>
                    <a:pt x="1162" y="2806"/>
                    <a:pt x="1188" y="2768"/>
                    <a:pt x="1220" y="2723"/>
                  </a:cubicBezTo>
                  <a:cubicBezTo>
                    <a:pt x="1217" y="2741"/>
                    <a:pt x="1213" y="2751"/>
                    <a:pt x="1215" y="2759"/>
                  </a:cubicBezTo>
                  <a:cubicBezTo>
                    <a:pt x="1219" y="2793"/>
                    <a:pt x="1218" y="2830"/>
                    <a:pt x="1231" y="2860"/>
                  </a:cubicBezTo>
                  <a:cubicBezTo>
                    <a:pt x="1256" y="2917"/>
                    <a:pt x="1309" y="2932"/>
                    <a:pt x="1364" y="2903"/>
                  </a:cubicBezTo>
                  <a:cubicBezTo>
                    <a:pt x="1444" y="2862"/>
                    <a:pt x="1494" y="2739"/>
                    <a:pt x="1470" y="2650"/>
                  </a:cubicBezTo>
                  <a:cubicBezTo>
                    <a:pt x="1459" y="2610"/>
                    <a:pt x="1437" y="2583"/>
                    <a:pt x="1394" y="2575"/>
                  </a:cubicBezTo>
                  <a:cubicBezTo>
                    <a:pt x="1374" y="2571"/>
                    <a:pt x="1354" y="2565"/>
                    <a:pt x="1334" y="2565"/>
                  </a:cubicBezTo>
                  <a:cubicBezTo>
                    <a:pt x="1320" y="2565"/>
                    <a:pt x="1301" y="2569"/>
                    <a:pt x="1292" y="2579"/>
                  </a:cubicBezTo>
                  <a:cubicBezTo>
                    <a:pt x="1273" y="2601"/>
                    <a:pt x="1258" y="2628"/>
                    <a:pt x="1239" y="2655"/>
                  </a:cubicBezTo>
                  <a:cubicBezTo>
                    <a:pt x="1231" y="2565"/>
                    <a:pt x="1199" y="2499"/>
                    <a:pt x="1097" y="2505"/>
                  </a:cubicBezTo>
                  <a:cubicBezTo>
                    <a:pt x="1094" y="2480"/>
                    <a:pt x="1092" y="2458"/>
                    <a:pt x="1090" y="2437"/>
                  </a:cubicBezTo>
                  <a:cubicBezTo>
                    <a:pt x="1087" y="2412"/>
                    <a:pt x="1089" y="2391"/>
                    <a:pt x="1106" y="2370"/>
                  </a:cubicBezTo>
                  <a:cubicBezTo>
                    <a:pt x="1142" y="2323"/>
                    <a:pt x="1145" y="2269"/>
                    <a:pt x="1115" y="2220"/>
                  </a:cubicBezTo>
                  <a:cubicBezTo>
                    <a:pt x="1083" y="2167"/>
                    <a:pt x="1110" y="2117"/>
                    <a:pt x="1103" y="2072"/>
                  </a:cubicBezTo>
                  <a:cubicBezTo>
                    <a:pt x="1133" y="2073"/>
                    <a:pt x="1162" y="2082"/>
                    <a:pt x="1185" y="2074"/>
                  </a:cubicBezTo>
                  <a:cubicBezTo>
                    <a:pt x="1213" y="2065"/>
                    <a:pt x="1237" y="2043"/>
                    <a:pt x="1263" y="2026"/>
                  </a:cubicBezTo>
                  <a:cubicBezTo>
                    <a:pt x="1269" y="2016"/>
                    <a:pt x="1276" y="2006"/>
                    <a:pt x="1281" y="1996"/>
                  </a:cubicBezTo>
                  <a:cubicBezTo>
                    <a:pt x="1303" y="1953"/>
                    <a:pt x="1312" y="1906"/>
                    <a:pt x="1293" y="1861"/>
                  </a:cubicBezTo>
                  <a:cubicBezTo>
                    <a:pt x="1266" y="1801"/>
                    <a:pt x="1215" y="1763"/>
                    <a:pt x="1154" y="1737"/>
                  </a:cubicBezTo>
                  <a:cubicBezTo>
                    <a:pt x="1155" y="1727"/>
                    <a:pt x="1156" y="1717"/>
                    <a:pt x="1157" y="1705"/>
                  </a:cubicBezTo>
                  <a:cubicBezTo>
                    <a:pt x="1165" y="1710"/>
                    <a:pt x="1169" y="1713"/>
                    <a:pt x="1174" y="1716"/>
                  </a:cubicBezTo>
                  <a:cubicBezTo>
                    <a:pt x="1251" y="1764"/>
                    <a:pt x="1327" y="1735"/>
                    <a:pt x="1351" y="1647"/>
                  </a:cubicBezTo>
                  <a:cubicBezTo>
                    <a:pt x="1361" y="1607"/>
                    <a:pt x="1365" y="1566"/>
                    <a:pt x="1348" y="1526"/>
                  </a:cubicBezTo>
                  <a:cubicBezTo>
                    <a:pt x="1333" y="1488"/>
                    <a:pt x="1305" y="1463"/>
                    <a:pt x="1264" y="1449"/>
                  </a:cubicBezTo>
                  <a:cubicBezTo>
                    <a:pt x="1297" y="1413"/>
                    <a:pt x="1290" y="1374"/>
                    <a:pt x="1284" y="1334"/>
                  </a:cubicBezTo>
                  <a:cubicBezTo>
                    <a:pt x="1289" y="1339"/>
                    <a:pt x="1294" y="1344"/>
                    <a:pt x="1299" y="1349"/>
                  </a:cubicBezTo>
                  <a:cubicBezTo>
                    <a:pt x="1357" y="1425"/>
                    <a:pt x="1430" y="1421"/>
                    <a:pt x="1479" y="1340"/>
                  </a:cubicBezTo>
                  <a:cubicBezTo>
                    <a:pt x="1481" y="1337"/>
                    <a:pt x="1481" y="1334"/>
                    <a:pt x="1485" y="1324"/>
                  </a:cubicBezTo>
                  <a:cubicBezTo>
                    <a:pt x="1490" y="1340"/>
                    <a:pt x="1492" y="1346"/>
                    <a:pt x="1494" y="1352"/>
                  </a:cubicBezTo>
                  <a:cubicBezTo>
                    <a:pt x="1510" y="1394"/>
                    <a:pt x="1568" y="1427"/>
                    <a:pt x="1617" y="1423"/>
                  </a:cubicBezTo>
                  <a:cubicBezTo>
                    <a:pt x="1661" y="1419"/>
                    <a:pt x="1699" y="1385"/>
                    <a:pt x="1706" y="1337"/>
                  </a:cubicBezTo>
                  <a:cubicBezTo>
                    <a:pt x="1715" y="1283"/>
                    <a:pt x="1710" y="1230"/>
                    <a:pt x="1680" y="1183"/>
                  </a:cubicBezTo>
                  <a:cubicBezTo>
                    <a:pt x="1669" y="1166"/>
                    <a:pt x="1654" y="1149"/>
                    <a:pt x="1637" y="1140"/>
                  </a:cubicBezTo>
                  <a:cubicBezTo>
                    <a:pt x="1578" y="1110"/>
                    <a:pt x="1549" y="1119"/>
                    <a:pt x="1515" y="1177"/>
                  </a:cubicBezTo>
                  <a:cubicBezTo>
                    <a:pt x="1507" y="1146"/>
                    <a:pt x="1499" y="1116"/>
                    <a:pt x="1491" y="1087"/>
                  </a:cubicBezTo>
                  <a:cubicBezTo>
                    <a:pt x="1611" y="1036"/>
                    <a:pt x="1640" y="882"/>
                    <a:pt x="1603" y="793"/>
                  </a:cubicBezTo>
                  <a:cubicBezTo>
                    <a:pt x="1577" y="733"/>
                    <a:pt x="1506" y="716"/>
                    <a:pt x="1463" y="766"/>
                  </a:cubicBezTo>
                  <a:cubicBezTo>
                    <a:pt x="1427" y="809"/>
                    <a:pt x="1395" y="856"/>
                    <a:pt x="1364" y="898"/>
                  </a:cubicBezTo>
                  <a:cubicBezTo>
                    <a:pt x="1361" y="885"/>
                    <a:pt x="1358" y="866"/>
                    <a:pt x="1352" y="849"/>
                  </a:cubicBezTo>
                  <a:cubicBezTo>
                    <a:pt x="1347" y="831"/>
                    <a:pt x="1338" y="813"/>
                    <a:pt x="1331" y="795"/>
                  </a:cubicBezTo>
                  <a:cubicBezTo>
                    <a:pt x="1400" y="797"/>
                    <a:pt x="1459" y="763"/>
                    <a:pt x="1495" y="696"/>
                  </a:cubicBezTo>
                  <a:cubicBezTo>
                    <a:pt x="1533" y="626"/>
                    <a:pt x="1537" y="534"/>
                    <a:pt x="1428" y="511"/>
                  </a:cubicBezTo>
                  <a:cubicBezTo>
                    <a:pt x="1427" y="511"/>
                    <a:pt x="1427" y="509"/>
                    <a:pt x="1425" y="507"/>
                  </a:cubicBezTo>
                  <a:cubicBezTo>
                    <a:pt x="1472" y="468"/>
                    <a:pt x="1503" y="420"/>
                    <a:pt x="1499" y="356"/>
                  </a:cubicBezTo>
                  <a:cubicBezTo>
                    <a:pt x="1498" y="340"/>
                    <a:pt x="1488" y="318"/>
                    <a:pt x="1475" y="311"/>
                  </a:cubicBezTo>
                  <a:cubicBezTo>
                    <a:pt x="1420" y="277"/>
                    <a:pt x="1391" y="281"/>
                    <a:pt x="1340" y="325"/>
                  </a:cubicBezTo>
                  <a:cubicBezTo>
                    <a:pt x="1331" y="332"/>
                    <a:pt x="1323" y="340"/>
                    <a:pt x="1314" y="348"/>
                  </a:cubicBezTo>
                  <a:cubicBezTo>
                    <a:pt x="1309" y="320"/>
                    <a:pt x="1305" y="295"/>
                    <a:pt x="1301" y="271"/>
                  </a:cubicBezTo>
                  <a:cubicBezTo>
                    <a:pt x="1328" y="254"/>
                    <a:pt x="1357" y="238"/>
                    <a:pt x="1382" y="218"/>
                  </a:cubicBezTo>
                  <a:cubicBezTo>
                    <a:pt x="1433" y="178"/>
                    <a:pt x="1446" y="135"/>
                    <a:pt x="1425" y="80"/>
                  </a:cubicBezTo>
                  <a:cubicBezTo>
                    <a:pt x="1410" y="39"/>
                    <a:pt x="1348" y="0"/>
                    <a:pt x="1300" y="0"/>
                  </a:cubicBezTo>
                  <a:cubicBezTo>
                    <a:pt x="1268" y="0"/>
                    <a:pt x="1242" y="12"/>
                    <a:pt x="1226" y="40"/>
                  </a:cubicBezTo>
                  <a:cubicBezTo>
                    <a:pt x="1200" y="85"/>
                    <a:pt x="1177" y="131"/>
                    <a:pt x="1177" y="186"/>
                  </a:cubicBezTo>
                  <a:cubicBezTo>
                    <a:pt x="1177" y="201"/>
                    <a:pt x="1166" y="217"/>
                    <a:pt x="1156" y="230"/>
                  </a:cubicBezTo>
                  <a:cubicBezTo>
                    <a:pt x="1133" y="262"/>
                    <a:pt x="1102" y="288"/>
                    <a:pt x="1084" y="322"/>
                  </a:cubicBezTo>
                  <a:cubicBezTo>
                    <a:pt x="1055" y="379"/>
                    <a:pt x="1034" y="439"/>
                    <a:pt x="1094" y="494"/>
                  </a:cubicBezTo>
                  <a:cubicBezTo>
                    <a:pt x="1035" y="510"/>
                    <a:pt x="997" y="576"/>
                    <a:pt x="1003" y="645"/>
                  </a:cubicBezTo>
                  <a:cubicBezTo>
                    <a:pt x="1010" y="717"/>
                    <a:pt x="1065" y="773"/>
                    <a:pt x="1140" y="780"/>
                  </a:cubicBezTo>
                  <a:cubicBezTo>
                    <a:pt x="1085" y="851"/>
                    <a:pt x="1085" y="922"/>
                    <a:pt x="1142" y="993"/>
                  </a:cubicBezTo>
                  <a:cubicBezTo>
                    <a:pt x="1111" y="1023"/>
                    <a:pt x="1121" y="1058"/>
                    <a:pt x="1128" y="1092"/>
                  </a:cubicBezTo>
                  <a:cubicBezTo>
                    <a:pt x="1134" y="1125"/>
                    <a:pt x="1141" y="1159"/>
                    <a:pt x="1149" y="1194"/>
                  </a:cubicBezTo>
                  <a:cubicBezTo>
                    <a:pt x="1084" y="1193"/>
                    <a:pt x="1044" y="1221"/>
                    <a:pt x="1032" y="1278"/>
                  </a:cubicBezTo>
                  <a:cubicBezTo>
                    <a:pt x="1026" y="1310"/>
                    <a:pt x="1028" y="1344"/>
                    <a:pt x="1029" y="1377"/>
                  </a:cubicBezTo>
                  <a:cubicBezTo>
                    <a:pt x="1030" y="1429"/>
                    <a:pt x="1053" y="1461"/>
                    <a:pt x="1103" y="1480"/>
                  </a:cubicBezTo>
                  <a:cubicBezTo>
                    <a:pt x="1111" y="1483"/>
                    <a:pt x="1120" y="1487"/>
                    <a:pt x="1128" y="1490"/>
                  </a:cubicBezTo>
                  <a:cubicBezTo>
                    <a:pt x="1125" y="1508"/>
                    <a:pt x="1121" y="1524"/>
                    <a:pt x="1120" y="1540"/>
                  </a:cubicBezTo>
                  <a:cubicBezTo>
                    <a:pt x="1117" y="1610"/>
                    <a:pt x="1116" y="1679"/>
                    <a:pt x="1113" y="1749"/>
                  </a:cubicBezTo>
                  <a:cubicBezTo>
                    <a:pt x="1112" y="1763"/>
                    <a:pt x="1108" y="1781"/>
                    <a:pt x="1099" y="1790"/>
                  </a:cubicBezTo>
                  <a:cubicBezTo>
                    <a:pt x="1048" y="1842"/>
                    <a:pt x="1036" y="1906"/>
                    <a:pt x="1058" y="1971"/>
                  </a:cubicBezTo>
                  <a:cubicBezTo>
                    <a:pt x="1072" y="2014"/>
                    <a:pt x="1066" y="2053"/>
                    <a:pt x="1061" y="2093"/>
                  </a:cubicBezTo>
                  <a:cubicBezTo>
                    <a:pt x="1057" y="2131"/>
                    <a:pt x="1040" y="2138"/>
                    <a:pt x="1007" y="2119"/>
                  </a:cubicBezTo>
                  <a:cubicBezTo>
                    <a:pt x="1001" y="2115"/>
                    <a:pt x="994" y="2111"/>
                    <a:pt x="987" y="2110"/>
                  </a:cubicBezTo>
                  <a:cubicBezTo>
                    <a:pt x="919" y="2103"/>
                    <a:pt x="851" y="2159"/>
                    <a:pt x="850" y="2227"/>
                  </a:cubicBezTo>
                  <a:cubicBezTo>
                    <a:pt x="849" y="2246"/>
                    <a:pt x="852" y="2266"/>
                    <a:pt x="857" y="2285"/>
                  </a:cubicBezTo>
                  <a:cubicBezTo>
                    <a:pt x="874" y="2357"/>
                    <a:pt x="915" y="2407"/>
                    <a:pt x="986" y="2426"/>
                  </a:cubicBezTo>
                  <a:cubicBezTo>
                    <a:pt x="990" y="2452"/>
                    <a:pt x="992" y="2475"/>
                    <a:pt x="998" y="2497"/>
                  </a:cubicBezTo>
                  <a:cubicBezTo>
                    <a:pt x="1005" y="2521"/>
                    <a:pt x="1003" y="2539"/>
                    <a:pt x="987" y="2560"/>
                  </a:cubicBezTo>
                  <a:cubicBezTo>
                    <a:pt x="950" y="2610"/>
                    <a:pt x="950" y="2667"/>
                    <a:pt x="966" y="2724"/>
                  </a:cubicBezTo>
                  <a:cubicBezTo>
                    <a:pt x="972" y="2751"/>
                    <a:pt x="975" y="2780"/>
                    <a:pt x="980" y="2807"/>
                  </a:cubicBezTo>
                  <a:cubicBezTo>
                    <a:pt x="938" y="2738"/>
                    <a:pt x="923" y="2654"/>
                    <a:pt x="838" y="2620"/>
                  </a:cubicBezTo>
                  <a:cubicBezTo>
                    <a:pt x="872" y="2575"/>
                    <a:pt x="879" y="2562"/>
                    <a:pt x="873" y="2526"/>
                  </a:cubicBezTo>
                  <a:cubicBezTo>
                    <a:pt x="863" y="2462"/>
                    <a:pt x="825" y="2415"/>
                    <a:pt x="768" y="2389"/>
                  </a:cubicBezTo>
                  <a:cubicBezTo>
                    <a:pt x="708" y="2362"/>
                    <a:pt x="689" y="2372"/>
                    <a:pt x="672" y="2442"/>
                  </a:cubicBezTo>
                  <a:cubicBezTo>
                    <a:pt x="666" y="2471"/>
                    <a:pt x="666" y="2502"/>
                    <a:pt x="664" y="2532"/>
                  </a:cubicBezTo>
                  <a:cubicBezTo>
                    <a:pt x="639" y="2520"/>
                    <a:pt x="612" y="2506"/>
                    <a:pt x="584" y="2492"/>
                  </a:cubicBezTo>
                  <a:cubicBezTo>
                    <a:pt x="631" y="2437"/>
                    <a:pt x="638" y="2388"/>
                    <a:pt x="605" y="2330"/>
                  </a:cubicBezTo>
                  <a:cubicBezTo>
                    <a:pt x="580" y="2286"/>
                    <a:pt x="544" y="2263"/>
                    <a:pt x="509" y="2269"/>
                  </a:cubicBezTo>
                  <a:cubicBezTo>
                    <a:pt x="472" y="2275"/>
                    <a:pt x="434" y="2281"/>
                    <a:pt x="415" y="2319"/>
                  </a:cubicBezTo>
                  <a:cubicBezTo>
                    <a:pt x="399" y="2351"/>
                    <a:pt x="387" y="2386"/>
                    <a:pt x="372" y="2422"/>
                  </a:cubicBezTo>
                  <a:cubicBezTo>
                    <a:pt x="348" y="2417"/>
                    <a:pt x="317" y="2412"/>
                    <a:pt x="287" y="2403"/>
                  </a:cubicBezTo>
                  <a:cubicBezTo>
                    <a:pt x="259" y="2395"/>
                    <a:pt x="242" y="2406"/>
                    <a:pt x="224" y="2425"/>
                  </a:cubicBezTo>
                  <a:cubicBezTo>
                    <a:pt x="154" y="2495"/>
                    <a:pt x="164" y="2605"/>
                    <a:pt x="199" y="2668"/>
                  </a:cubicBezTo>
                  <a:cubicBezTo>
                    <a:pt x="219" y="2705"/>
                    <a:pt x="252" y="2720"/>
                    <a:pt x="294" y="2718"/>
                  </a:cubicBezTo>
                  <a:cubicBezTo>
                    <a:pt x="346" y="2715"/>
                    <a:pt x="421" y="2654"/>
                    <a:pt x="433" y="2595"/>
                  </a:cubicBezTo>
                  <a:cubicBezTo>
                    <a:pt x="440" y="2562"/>
                    <a:pt x="435" y="2526"/>
                    <a:pt x="435" y="2494"/>
                  </a:cubicBezTo>
                  <a:cubicBezTo>
                    <a:pt x="459" y="2502"/>
                    <a:pt x="488" y="2511"/>
                    <a:pt x="521" y="2522"/>
                  </a:cubicBezTo>
                  <a:cubicBezTo>
                    <a:pt x="450" y="2568"/>
                    <a:pt x="446" y="2636"/>
                    <a:pt x="455" y="2708"/>
                  </a:cubicBezTo>
                  <a:cubicBezTo>
                    <a:pt x="462" y="2767"/>
                    <a:pt x="511" y="2817"/>
                    <a:pt x="578" y="2830"/>
                  </a:cubicBezTo>
                  <a:cubicBezTo>
                    <a:pt x="632" y="2841"/>
                    <a:pt x="662" y="2805"/>
                    <a:pt x="689" y="2766"/>
                  </a:cubicBezTo>
                  <a:cubicBezTo>
                    <a:pt x="692" y="2762"/>
                    <a:pt x="695" y="2757"/>
                    <a:pt x="701" y="2748"/>
                  </a:cubicBezTo>
                  <a:cubicBezTo>
                    <a:pt x="712" y="2775"/>
                    <a:pt x="721" y="2798"/>
                    <a:pt x="730" y="2821"/>
                  </a:cubicBezTo>
                  <a:cubicBezTo>
                    <a:pt x="748" y="2867"/>
                    <a:pt x="747" y="2866"/>
                    <a:pt x="699" y="2874"/>
                  </a:cubicBezTo>
                  <a:cubicBezTo>
                    <a:pt x="661" y="2880"/>
                    <a:pt x="627" y="2897"/>
                    <a:pt x="610" y="2933"/>
                  </a:cubicBezTo>
                  <a:cubicBezTo>
                    <a:pt x="593" y="2968"/>
                    <a:pt x="608" y="3001"/>
                    <a:pt x="633" y="3025"/>
                  </a:cubicBezTo>
                  <a:cubicBezTo>
                    <a:pt x="664" y="3055"/>
                    <a:pt x="698" y="3083"/>
                    <a:pt x="734" y="3106"/>
                  </a:cubicBezTo>
                  <a:cubicBezTo>
                    <a:pt x="768" y="3128"/>
                    <a:pt x="803" y="3119"/>
                    <a:pt x="833" y="3092"/>
                  </a:cubicBezTo>
                  <a:cubicBezTo>
                    <a:pt x="843" y="3083"/>
                    <a:pt x="852" y="3072"/>
                    <a:pt x="866" y="3058"/>
                  </a:cubicBezTo>
                  <a:cubicBezTo>
                    <a:pt x="886" y="3117"/>
                    <a:pt x="905" y="3173"/>
                    <a:pt x="926" y="3235"/>
                  </a:cubicBezTo>
                  <a:cubicBezTo>
                    <a:pt x="875" y="3213"/>
                    <a:pt x="812" y="3207"/>
                    <a:pt x="765" y="3218"/>
                  </a:cubicBezTo>
                  <a:cubicBezTo>
                    <a:pt x="750" y="3222"/>
                    <a:pt x="732" y="3226"/>
                    <a:pt x="721" y="3236"/>
                  </a:cubicBezTo>
                  <a:cubicBezTo>
                    <a:pt x="678" y="3279"/>
                    <a:pt x="666" y="3364"/>
                    <a:pt x="695" y="3418"/>
                  </a:cubicBezTo>
                  <a:cubicBezTo>
                    <a:pt x="729" y="3483"/>
                    <a:pt x="797" y="3502"/>
                    <a:pt x="860" y="3466"/>
                  </a:cubicBezTo>
                  <a:cubicBezTo>
                    <a:pt x="904" y="3441"/>
                    <a:pt x="928" y="3401"/>
                    <a:pt x="949" y="3355"/>
                  </a:cubicBezTo>
                  <a:cubicBezTo>
                    <a:pt x="952" y="3360"/>
                    <a:pt x="955" y="3362"/>
                    <a:pt x="955" y="3365"/>
                  </a:cubicBezTo>
                  <a:cubicBezTo>
                    <a:pt x="975" y="3448"/>
                    <a:pt x="995" y="3530"/>
                    <a:pt x="1013" y="3613"/>
                  </a:cubicBezTo>
                  <a:cubicBezTo>
                    <a:pt x="1017" y="3628"/>
                    <a:pt x="1011" y="3646"/>
                    <a:pt x="1008" y="3672"/>
                  </a:cubicBezTo>
                  <a:cubicBezTo>
                    <a:pt x="931" y="3594"/>
                    <a:pt x="869" y="3621"/>
                    <a:pt x="813" y="3684"/>
                  </a:cubicBezTo>
                  <a:cubicBezTo>
                    <a:pt x="772" y="3606"/>
                    <a:pt x="746" y="3574"/>
                    <a:pt x="705" y="3546"/>
                  </a:cubicBezTo>
                  <a:cubicBezTo>
                    <a:pt x="657" y="3514"/>
                    <a:pt x="599" y="3534"/>
                    <a:pt x="587" y="3590"/>
                  </a:cubicBezTo>
                  <a:cubicBezTo>
                    <a:pt x="575" y="3642"/>
                    <a:pt x="572" y="3694"/>
                    <a:pt x="590" y="3745"/>
                  </a:cubicBezTo>
                  <a:cubicBezTo>
                    <a:pt x="596" y="3763"/>
                    <a:pt x="601" y="3781"/>
                    <a:pt x="607" y="3799"/>
                  </a:cubicBezTo>
                  <a:cubicBezTo>
                    <a:pt x="582" y="3806"/>
                    <a:pt x="580" y="3795"/>
                    <a:pt x="578" y="3776"/>
                  </a:cubicBezTo>
                  <a:cubicBezTo>
                    <a:pt x="571" y="3726"/>
                    <a:pt x="563" y="3675"/>
                    <a:pt x="551" y="3626"/>
                  </a:cubicBezTo>
                  <a:cubicBezTo>
                    <a:pt x="541" y="3580"/>
                    <a:pt x="501" y="3557"/>
                    <a:pt x="464" y="3540"/>
                  </a:cubicBezTo>
                  <a:cubicBezTo>
                    <a:pt x="427" y="3524"/>
                    <a:pt x="391" y="3538"/>
                    <a:pt x="369" y="3572"/>
                  </a:cubicBezTo>
                  <a:cubicBezTo>
                    <a:pt x="338" y="3551"/>
                    <a:pt x="310" y="3530"/>
                    <a:pt x="280" y="3512"/>
                  </a:cubicBezTo>
                  <a:cubicBezTo>
                    <a:pt x="228" y="3480"/>
                    <a:pt x="185" y="3493"/>
                    <a:pt x="161" y="3550"/>
                  </a:cubicBezTo>
                  <a:cubicBezTo>
                    <a:pt x="137" y="3608"/>
                    <a:pt x="130" y="3669"/>
                    <a:pt x="161" y="3726"/>
                  </a:cubicBezTo>
                  <a:cubicBezTo>
                    <a:pt x="176" y="3753"/>
                    <a:pt x="198" y="3779"/>
                    <a:pt x="224" y="3793"/>
                  </a:cubicBezTo>
                  <a:cubicBezTo>
                    <a:pt x="242" y="3802"/>
                    <a:pt x="272" y="3790"/>
                    <a:pt x="295" y="3788"/>
                  </a:cubicBezTo>
                  <a:lnTo>
                    <a:pt x="295" y="3886"/>
                  </a:lnTo>
                  <a:cubicBezTo>
                    <a:pt x="265" y="3836"/>
                    <a:pt x="228" y="3798"/>
                    <a:pt x="166" y="3801"/>
                  </a:cubicBezTo>
                  <a:cubicBezTo>
                    <a:pt x="89" y="3804"/>
                    <a:pt x="13" y="3884"/>
                    <a:pt x="18" y="3961"/>
                  </a:cubicBezTo>
                  <a:cubicBezTo>
                    <a:pt x="19" y="3976"/>
                    <a:pt x="29" y="3995"/>
                    <a:pt x="42" y="4003"/>
                  </a:cubicBezTo>
                  <a:cubicBezTo>
                    <a:pt x="59" y="4015"/>
                    <a:pt x="82" y="4021"/>
                    <a:pt x="103" y="4023"/>
                  </a:cubicBezTo>
                  <a:cubicBezTo>
                    <a:pt x="131" y="4027"/>
                    <a:pt x="160" y="4024"/>
                    <a:pt x="193" y="4024"/>
                  </a:cubicBezTo>
                  <a:cubicBezTo>
                    <a:pt x="185" y="4050"/>
                    <a:pt x="179" y="4071"/>
                    <a:pt x="172" y="4093"/>
                  </a:cubicBezTo>
                  <a:cubicBezTo>
                    <a:pt x="104" y="4034"/>
                    <a:pt x="43" y="4049"/>
                    <a:pt x="14" y="4129"/>
                  </a:cubicBezTo>
                  <a:cubicBezTo>
                    <a:pt x="8" y="4146"/>
                    <a:pt x="5" y="4165"/>
                    <a:pt x="2" y="4183"/>
                  </a:cubicBezTo>
                  <a:cubicBezTo>
                    <a:pt x="-6" y="4243"/>
                    <a:pt x="17" y="4284"/>
                    <a:pt x="71" y="4294"/>
                  </a:cubicBezTo>
                  <a:cubicBezTo>
                    <a:pt x="124" y="4305"/>
                    <a:pt x="160" y="4308"/>
                    <a:pt x="184" y="4237"/>
                  </a:cubicBezTo>
                  <a:cubicBezTo>
                    <a:pt x="225" y="4312"/>
                    <a:pt x="246" y="4326"/>
                    <a:pt x="301" y="4318"/>
                  </a:cubicBezTo>
                  <a:cubicBezTo>
                    <a:pt x="350" y="4310"/>
                    <a:pt x="373" y="4278"/>
                    <a:pt x="384" y="4209"/>
                  </a:cubicBezTo>
                  <a:cubicBezTo>
                    <a:pt x="422" y="4201"/>
                    <a:pt x="457" y="4194"/>
                    <a:pt x="492" y="4186"/>
                  </a:cubicBezTo>
                  <a:cubicBezTo>
                    <a:pt x="491" y="4237"/>
                    <a:pt x="479" y="4302"/>
                    <a:pt x="548" y="4326"/>
                  </a:cubicBezTo>
                  <a:cubicBezTo>
                    <a:pt x="625" y="4352"/>
                    <a:pt x="675" y="4304"/>
                    <a:pt x="719" y="4251"/>
                  </a:cubicBezTo>
                  <a:cubicBezTo>
                    <a:pt x="727" y="4267"/>
                    <a:pt x="730" y="4287"/>
                    <a:pt x="742" y="4300"/>
                  </a:cubicBezTo>
                  <a:cubicBezTo>
                    <a:pt x="795" y="4355"/>
                    <a:pt x="861" y="4383"/>
                    <a:pt x="938" y="4378"/>
                  </a:cubicBezTo>
                  <a:cubicBezTo>
                    <a:pt x="957" y="4377"/>
                    <a:pt x="964" y="4381"/>
                    <a:pt x="972" y="4398"/>
                  </a:cubicBezTo>
                  <a:cubicBezTo>
                    <a:pt x="1020" y="4499"/>
                    <a:pt x="1042" y="4605"/>
                    <a:pt x="1045" y="4716"/>
                  </a:cubicBezTo>
                  <a:cubicBezTo>
                    <a:pt x="1048" y="4825"/>
                    <a:pt x="1052" y="4934"/>
                    <a:pt x="1055" y="5043"/>
                  </a:cubicBezTo>
                  <a:cubicBezTo>
                    <a:pt x="1056" y="5076"/>
                    <a:pt x="1055" y="5110"/>
                    <a:pt x="1055" y="5135"/>
                  </a:cubicBezTo>
                  <a:cubicBezTo>
                    <a:pt x="1028" y="5117"/>
                    <a:pt x="1002" y="5090"/>
                    <a:pt x="972" y="5081"/>
                  </a:cubicBezTo>
                  <a:cubicBezTo>
                    <a:pt x="940" y="5071"/>
                    <a:pt x="903" y="5079"/>
                    <a:pt x="870" y="5079"/>
                  </a:cubicBezTo>
                  <a:cubicBezTo>
                    <a:pt x="906" y="5001"/>
                    <a:pt x="922" y="4916"/>
                    <a:pt x="884" y="4826"/>
                  </a:cubicBezTo>
                  <a:cubicBezTo>
                    <a:pt x="950" y="4829"/>
                    <a:pt x="984" y="4804"/>
                    <a:pt x="996" y="4745"/>
                  </a:cubicBezTo>
                  <a:cubicBezTo>
                    <a:pt x="1007" y="4691"/>
                    <a:pt x="984" y="4646"/>
                    <a:pt x="937" y="4628"/>
                  </a:cubicBezTo>
                  <a:cubicBezTo>
                    <a:pt x="859" y="4599"/>
                    <a:pt x="831" y="4614"/>
                    <a:pt x="780" y="4707"/>
                  </a:cubicBezTo>
                  <a:cubicBezTo>
                    <a:pt x="759" y="4687"/>
                    <a:pt x="736" y="4667"/>
                    <a:pt x="714" y="4648"/>
                  </a:cubicBezTo>
                  <a:cubicBezTo>
                    <a:pt x="745" y="4591"/>
                    <a:pt x="749" y="4580"/>
                    <a:pt x="751" y="4520"/>
                  </a:cubicBezTo>
                  <a:cubicBezTo>
                    <a:pt x="754" y="4434"/>
                    <a:pt x="699" y="4375"/>
                    <a:pt x="613" y="4371"/>
                  </a:cubicBezTo>
                  <a:cubicBezTo>
                    <a:pt x="570" y="4369"/>
                    <a:pt x="517" y="4407"/>
                    <a:pt x="508" y="4449"/>
                  </a:cubicBezTo>
                  <a:cubicBezTo>
                    <a:pt x="500" y="4484"/>
                    <a:pt x="495" y="4519"/>
                    <a:pt x="489" y="4555"/>
                  </a:cubicBezTo>
                  <a:cubicBezTo>
                    <a:pt x="479" y="4554"/>
                    <a:pt x="467" y="4553"/>
                    <a:pt x="454" y="4552"/>
                  </a:cubicBezTo>
                  <a:cubicBezTo>
                    <a:pt x="440" y="4551"/>
                    <a:pt x="426" y="4550"/>
                    <a:pt x="412" y="4550"/>
                  </a:cubicBezTo>
                  <a:cubicBezTo>
                    <a:pt x="368" y="4550"/>
                    <a:pt x="346" y="4564"/>
                    <a:pt x="337" y="4607"/>
                  </a:cubicBezTo>
                  <a:cubicBezTo>
                    <a:pt x="331" y="4641"/>
                    <a:pt x="330" y="4676"/>
                    <a:pt x="330" y="4710"/>
                  </a:cubicBezTo>
                  <a:cubicBezTo>
                    <a:pt x="330" y="4749"/>
                    <a:pt x="355" y="4781"/>
                    <a:pt x="395" y="4795"/>
                  </a:cubicBezTo>
                  <a:cubicBezTo>
                    <a:pt x="435" y="4809"/>
                    <a:pt x="466" y="4804"/>
                    <a:pt x="491" y="4769"/>
                  </a:cubicBezTo>
                  <a:cubicBezTo>
                    <a:pt x="514" y="4737"/>
                    <a:pt x="528" y="4699"/>
                    <a:pt x="546" y="4664"/>
                  </a:cubicBezTo>
                  <a:cubicBezTo>
                    <a:pt x="547" y="4661"/>
                    <a:pt x="549" y="4659"/>
                    <a:pt x="553" y="4652"/>
                  </a:cubicBezTo>
                  <a:cubicBezTo>
                    <a:pt x="561" y="4661"/>
                    <a:pt x="568" y="4667"/>
                    <a:pt x="574" y="4674"/>
                  </a:cubicBezTo>
                  <a:cubicBezTo>
                    <a:pt x="500" y="4756"/>
                    <a:pt x="489" y="4890"/>
                    <a:pt x="605" y="4929"/>
                  </a:cubicBezTo>
                  <a:cubicBezTo>
                    <a:pt x="549" y="4937"/>
                    <a:pt x="514" y="4964"/>
                    <a:pt x="507" y="5008"/>
                  </a:cubicBezTo>
                  <a:cubicBezTo>
                    <a:pt x="496" y="5070"/>
                    <a:pt x="523" y="5113"/>
                    <a:pt x="602" y="5154"/>
                  </a:cubicBezTo>
                  <a:cubicBezTo>
                    <a:pt x="592" y="5154"/>
                    <a:pt x="585" y="5152"/>
                    <a:pt x="579" y="5154"/>
                  </a:cubicBezTo>
                  <a:cubicBezTo>
                    <a:pt x="553" y="5161"/>
                    <a:pt x="519" y="5161"/>
                    <a:pt x="503" y="5178"/>
                  </a:cubicBezTo>
                  <a:cubicBezTo>
                    <a:pt x="434" y="5249"/>
                    <a:pt x="443" y="5386"/>
                    <a:pt x="515" y="5454"/>
                  </a:cubicBezTo>
                  <a:cubicBezTo>
                    <a:pt x="563" y="5499"/>
                    <a:pt x="624" y="5499"/>
                    <a:pt x="663" y="5446"/>
                  </a:cubicBezTo>
                  <a:cubicBezTo>
                    <a:pt x="687" y="5414"/>
                    <a:pt x="702" y="5374"/>
                    <a:pt x="720" y="5337"/>
                  </a:cubicBezTo>
                  <a:cubicBezTo>
                    <a:pt x="725" y="5327"/>
                    <a:pt x="727" y="5316"/>
                    <a:pt x="730" y="5303"/>
                  </a:cubicBezTo>
                  <a:cubicBezTo>
                    <a:pt x="814" y="5375"/>
                    <a:pt x="875" y="5459"/>
                    <a:pt x="925" y="5551"/>
                  </a:cubicBezTo>
                  <a:cubicBezTo>
                    <a:pt x="969" y="5634"/>
                    <a:pt x="1015" y="5717"/>
                    <a:pt x="1027" y="5811"/>
                  </a:cubicBezTo>
                  <a:cubicBezTo>
                    <a:pt x="1036" y="5876"/>
                    <a:pt x="1041" y="5941"/>
                    <a:pt x="1045" y="6006"/>
                  </a:cubicBezTo>
                  <a:cubicBezTo>
                    <a:pt x="1051" y="6113"/>
                    <a:pt x="1058" y="6221"/>
                    <a:pt x="1058" y="6328"/>
                  </a:cubicBezTo>
                  <a:cubicBezTo>
                    <a:pt x="1058" y="6498"/>
                    <a:pt x="1054" y="6667"/>
                    <a:pt x="1051" y="6837"/>
                  </a:cubicBezTo>
                  <a:cubicBezTo>
                    <a:pt x="1050" y="6941"/>
                    <a:pt x="1048" y="7044"/>
                    <a:pt x="1046" y="7147"/>
                  </a:cubicBezTo>
                  <a:cubicBezTo>
                    <a:pt x="1045" y="7223"/>
                    <a:pt x="1042" y="7300"/>
                    <a:pt x="1045" y="7375"/>
                  </a:cubicBezTo>
                  <a:cubicBezTo>
                    <a:pt x="1050" y="7488"/>
                    <a:pt x="1065" y="7601"/>
                    <a:pt x="1067" y="7714"/>
                  </a:cubicBezTo>
                  <a:cubicBezTo>
                    <a:pt x="1071" y="7893"/>
                    <a:pt x="1070" y="8073"/>
                    <a:pt x="1067" y="8253"/>
                  </a:cubicBezTo>
                  <a:cubicBezTo>
                    <a:pt x="1066" y="8342"/>
                    <a:pt x="1056" y="8431"/>
                    <a:pt x="1050" y="8520"/>
                  </a:cubicBezTo>
                  <a:lnTo>
                    <a:pt x="1095" y="8453"/>
                  </a:lnTo>
                  <a:cubicBezTo>
                    <a:pt x="1107" y="8346"/>
                    <a:pt x="1113" y="8238"/>
                    <a:pt x="1112" y="8130"/>
                  </a:cubicBezTo>
                  <a:cubicBezTo>
                    <a:pt x="1111" y="7944"/>
                    <a:pt x="1106" y="7758"/>
                    <a:pt x="1101" y="7572"/>
                  </a:cubicBezTo>
                  <a:cubicBezTo>
                    <a:pt x="1099" y="7513"/>
                    <a:pt x="1092" y="7453"/>
                    <a:pt x="1089" y="7393"/>
                  </a:cubicBezTo>
                  <a:cubicBezTo>
                    <a:pt x="1086" y="7333"/>
                    <a:pt x="1082" y="7272"/>
                    <a:pt x="1083" y="7211"/>
                  </a:cubicBezTo>
                  <a:cubicBezTo>
                    <a:pt x="1085" y="7075"/>
                    <a:pt x="1091" y="6939"/>
                    <a:pt x="1093" y="6803"/>
                  </a:cubicBezTo>
                  <a:cubicBezTo>
                    <a:pt x="1094" y="6749"/>
                    <a:pt x="1088" y="6694"/>
                    <a:pt x="1090" y="6640"/>
                  </a:cubicBezTo>
                  <a:cubicBezTo>
                    <a:pt x="1092" y="6529"/>
                    <a:pt x="1102" y="6418"/>
                    <a:pt x="1101" y="6307"/>
                  </a:cubicBezTo>
                  <a:cubicBezTo>
                    <a:pt x="1099" y="6187"/>
                    <a:pt x="1085" y="6066"/>
                    <a:pt x="1083" y="5946"/>
                  </a:cubicBezTo>
                  <a:cubicBezTo>
                    <a:pt x="1081" y="5808"/>
                    <a:pt x="1047" y="5679"/>
                    <a:pt x="978" y="5560"/>
                  </a:cubicBezTo>
                  <a:cubicBezTo>
                    <a:pt x="973" y="5550"/>
                    <a:pt x="969" y="5540"/>
                    <a:pt x="964" y="5530"/>
                  </a:cubicBezTo>
                  <a:cubicBezTo>
                    <a:pt x="967" y="5528"/>
                    <a:pt x="970" y="5526"/>
                    <a:pt x="972" y="5524"/>
                  </a:cubicBezTo>
                  <a:cubicBezTo>
                    <a:pt x="1002" y="5559"/>
                    <a:pt x="1030" y="5594"/>
                    <a:pt x="1061" y="5628"/>
                  </a:cubicBezTo>
                  <a:cubicBezTo>
                    <a:pt x="1068" y="5636"/>
                    <a:pt x="1083" y="5643"/>
                    <a:pt x="1093" y="5642"/>
                  </a:cubicBezTo>
                  <a:cubicBezTo>
                    <a:pt x="1101" y="5641"/>
                    <a:pt x="1108" y="5625"/>
                    <a:pt x="1112" y="5615"/>
                  </a:cubicBezTo>
                  <a:cubicBezTo>
                    <a:pt x="1114" y="5608"/>
                    <a:pt x="1112" y="5598"/>
                    <a:pt x="1111" y="5589"/>
                  </a:cubicBezTo>
                  <a:cubicBezTo>
                    <a:pt x="1107" y="5563"/>
                    <a:pt x="1104" y="5536"/>
                    <a:pt x="1100" y="5511"/>
                  </a:cubicBezTo>
                  <a:cubicBezTo>
                    <a:pt x="1137" y="5515"/>
                    <a:pt x="1170" y="5518"/>
                    <a:pt x="1206" y="5521"/>
                  </a:cubicBezTo>
                  <a:cubicBezTo>
                    <a:pt x="1206" y="5535"/>
                    <a:pt x="1207" y="5552"/>
                    <a:pt x="1206" y="5569"/>
                  </a:cubicBezTo>
                  <a:cubicBezTo>
                    <a:pt x="1198" y="5674"/>
                    <a:pt x="1185" y="5779"/>
                    <a:pt x="1184" y="5884"/>
                  </a:cubicBezTo>
                  <a:cubicBezTo>
                    <a:pt x="1182" y="6058"/>
                    <a:pt x="1188" y="6233"/>
                    <a:pt x="1192" y="6407"/>
                  </a:cubicBezTo>
                  <a:cubicBezTo>
                    <a:pt x="1193" y="6452"/>
                    <a:pt x="1196" y="6498"/>
                    <a:pt x="1200" y="6543"/>
                  </a:cubicBezTo>
                  <a:cubicBezTo>
                    <a:pt x="1200" y="6553"/>
                    <a:pt x="1207" y="6563"/>
                    <a:pt x="1210" y="6572"/>
                  </a:cubicBezTo>
                  <a:cubicBezTo>
                    <a:pt x="1221" y="6567"/>
                    <a:pt x="1235" y="6565"/>
                    <a:pt x="1243" y="6556"/>
                  </a:cubicBezTo>
                  <a:cubicBezTo>
                    <a:pt x="1268" y="6530"/>
                    <a:pt x="1294" y="6505"/>
                    <a:pt x="1313" y="6475"/>
                  </a:cubicBezTo>
                  <a:cubicBezTo>
                    <a:pt x="1395" y="6344"/>
                    <a:pt x="1476" y="6212"/>
                    <a:pt x="1555" y="6080"/>
                  </a:cubicBezTo>
                  <a:cubicBezTo>
                    <a:pt x="1579" y="6038"/>
                    <a:pt x="1596" y="5993"/>
                    <a:pt x="1617" y="5949"/>
                  </a:cubicBezTo>
                  <a:cubicBezTo>
                    <a:pt x="1647" y="5881"/>
                    <a:pt x="1672" y="5811"/>
                    <a:pt x="1710" y="5748"/>
                  </a:cubicBezTo>
                  <a:cubicBezTo>
                    <a:pt x="1766" y="5655"/>
                    <a:pt x="1800" y="5555"/>
                    <a:pt x="1823" y="5451"/>
                  </a:cubicBezTo>
                  <a:cubicBezTo>
                    <a:pt x="1844" y="5361"/>
                    <a:pt x="1852" y="5270"/>
                    <a:pt x="1821" y="5180"/>
                  </a:cubicBezTo>
                  <a:cubicBezTo>
                    <a:pt x="1800" y="5122"/>
                    <a:pt x="1781" y="5063"/>
                    <a:pt x="1762" y="5004"/>
                  </a:cubicBezTo>
                  <a:cubicBezTo>
                    <a:pt x="1742" y="4940"/>
                    <a:pt x="1723" y="4875"/>
                    <a:pt x="1767" y="4812"/>
                  </a:cubicBezTo>
                  <a:cubicBezTo>
                    <a:pt x="1774" y="4803"/>
                    <a:pt x="1777" y="4791"/>
                    <a:pt x="1781" y="4779"/>
                  </a:cubicBezTo>
                  <a:cubicBezTo>
                    <a:pt x="1811" y="4674"/>
                    <a:pt x="1884" y="4603"/>
                    <a:pt x="1969" y="4541"/>
                  </a:cubicBezTo>
                  <a:cubicBezTo>
                    <a:pt x="2018" y="4505"/>
                    <a:pt x="2071" y="4495"/>
                    <a:pt x="2130" y="4504"/>
                  </a:cubicBezTo>
                  <a:cubicBezTo>
                    <a:pt x="2143" y="4571"/>
                    <a:pt x="2156" y="4638"/>
                    <a:pt x="2167" y="4706"/>
                  </a:cubicBezTo>
                  <a:cubicBezTo>
                    <a:pt x="2170" y="4725"/>
                    <a:pt x="2172" y="4745"/>
                    <a:pt x="2168" y="4764"/>
                  </a:cubicBezTo>
                  <a:cubicBezTo>
                    <a:pt x="2148" y="4863"/>
                    <a:pt x="2132" y="4963"/>
                    <a:pt x="2103" y="5059"/>
                  </a:cubicBezTo>
                  <a:cubicBezTo>
                    <a:pt x="2078" y="5139"/>
                    <a:pt x="2043" y="5216"/>
                    <a:pt x="2002" y="5288"/>
                  </a:cubicBezTo>
                  <a:cubicBezTo>
                    <a:pt x="1890" y="5483"/>
                    <a:pt x="1763" y="5669"/>
                    <a:pt x="1672" y="5875"/>
                  </a:cubicBezTo>
                  <a:cubicBezTo>
                    <a:pt x="1634" y="5963"/>
                    <a:pt x="1588" y="6047"/>
                    <a:pt x="1547" y="6133"/>
                  </a:cubicBezTo>
                  <a:cubicBezTo>
                    <a:pt x="1526" y="6178"/>
                    <a:pt x="1508" y="6225"/>
                    <a:pt x="1487" y="6270"/>
                  </a:cubicBezTo>
                  <a:cubicBezTo>
                    <a:pt x="1450" y="6349"/>
                    <a:pt x="1425" y="6434"/>
                    <a:pt x="1372" y="6507"/>
                  </a:cubicBezTo>
                  <a:cubicBezTo>
                    <a:pt x="1345" y="6542"/>
                    <a:pt x="1331" y="6588"/>
                    <a:pt x="1315" y="6630"/>
                  </a:cubicBezTo>
                  <a:cubicBezTo>
                    <a:pt x="1297" y="6679"/>
                    <a:pt x="1282" y="6729"/>
                    <a:pt x="1268" y="6779"/>
                  </a:cubicBezTo>
                  <a:cubicBezTo>
                    <a:pt x="1260" y="6806"/>
                    <a:pt x="1253" y="6834"/>
                    <a:pt x="1252" y="6861"/>
                  </a:cubicBezTo>
                  <a:cubicBezTo>
                    <a:pt x="1246" y="6962"/>
                    <a:pt x="1244" y="7063"/>
                    <a:pt x="1238" y="7164"/>
                  </a:cubicBezTo>
                  <a:cubicBezTo>
                    <a:pt x="1230" y="7287"/>
                    <a:pt x="1218" y="7409"/>
                    <a:pt x="1213" y="7532"/>
                  </a:cubicBezTo>
                  <a:cubicBezTo>
                    <a:pt x="1209" y="7621"/>
                    <a:pt x="1208" y="7710"/>
                    <a:pt x="1214" y="7799"/>
                  </a:cubicBezTo>
                  <a:cubicBezTo>
                    <a:pt x="1226" y="7968"/>
                    <a:pt x="1218" y="8136"/>
                    <a:pt x="1195" y="8303"/>
                  </a:cubicBezTo>
                  <a:lnTo>
                    <a:pt x="1248" y="8224"/>
                  </a:lnTo>
                  <a:cubicBezTo>
                    <a:pt x="1262" y="8098"/>
                    <a:pt x="1265" y="7972"/>
                    <a:pt x="1261" y="7846"/>
                  </a:cubicBezTo>
                  <a:cubicBezTo>
                    <a:pt x="1256" y="7687"/>
                    <a:pt x="1257" y="7528"/>
                    <a:pt x="1263" y="7370"/>
                  </a:cubicBezTo>
                  <a:cubicBezTo>
                    <a:pt x="1270" y="7195"/>
                    <a:pt x="1305" y="7022"/>
                    <a:pt x="1296" y="6846"/>
                  </a:cubicBezTo>
                  <a:cubicBezTo>
                    <a:pt x="1296" y="6835"/>
                    <a:pt x="1298" y="6822"/>
                    <a:pt x="1302" y="6811"/>
                  </a:cubicBezTo>
                  <a:cubicBezTo>
                    <a:pt x="1318" y="6761"/>
                    <a:pt x="1334" y="6712"/>
                    <a:pt x="1350" y="6662"/>
                  </a:cubicBezTo>
                  <a:cubicBezTo>
                    <a:pt x="1354" y="6652"/>
                    <a:pt x="1357" y="6641"/>
                    <a:pt x="1362" y="6632"/>
                  </a:cubicBezTo>
                  <a:cubicBezTo>
                    <a:pt x="1385" y="6592"/>
                    <a:pt x="1411" y="6553"/>
                    <a:pt x="1433" y="6512"/>
                  </a:cubicBezTo>
                  <a:cubicBezTo>
                    <a:pt x="1480" y="6426"/>
                    <a:pt x="1520" y="6334"/>
                    <a:pt x="1573" y="6252"/>
                  </a:cubicBezTo>
                  <a:cubicBezTo>
                    <a:pt x="1621" y="6179"/>
                    <a:pt x="1683" y="6114"/>
                    <a:pt x="1740" y="6047"/>
                  </a:cubicBezTo>
                  <a:cubicBezTo>
                    <a:pt x="1769" y="6013"/>
                    <a:pt x="1800" y="5981"/>
                    <a:pt x="1833" y="5952"/>
                  </a:cubicBezTo>
                  <a:cubicBezTo>
                    <a:pt x="1850" y="5938"/>
                    <a:pt x="1877" y="5927"/>
                    <a:pt x="1899" y="5927"/>
                  </a:cubicBezTo>
                  <a:cubicBezTo>
                    <a:pt x="1952" y="5928"/>
                    <a:pt x="2006" y="5930"/>
                    <a:pt x="2057" y="5942"/>
                  </a:cubicBezTo>
                  <a:cubicBezTo>
                    <a:pt x="2137" y="5959"/>
                    <a:pt x="2207" y="5937"/>
                    <a:pt x="2277" y="5904"/>
                  </a:cubicBezTo>
                  <a:cubicBezTo>
                    <a:pt x="2338" y="5877"/>
                    <a:pt x="2400" y="5845"/>
                    <a:pt x="2465" y="5831"/>
                  </a:cubicBezTo>
                  <a:cubicBezTo>
                    <a:pt x="2642" y="5792"/>
                    <a:pt x="2741" y="5601"/>
                    <a:pt x="2768" y="5453"/>
                  </a:cubicBezTo>
                  <a:cubicBezTo>
                    <a:pt x="2776" y="5406"/>
                    <a:pt x="2777" y="5360"/>
                    <a:pt x="2804" y="5316"/>
                  </a:cubicBezTo>
                  <a:cubicBezTo>
                    <a:pt x="2828" y="5276"/>
                    <a:pt x="2857" y="5232"/>
                    <a:pt x="2841" y="5176"/>
                  </a:cubicBezTo>
                  <a:cubicBezTo>
                    <a:pt x="2834" y="5152"/>
                    <a:pt x="2843" y="5121"/>
                    <a:pt x="2850" y="5095"/>
                  </a:cubicBezTo>
                  <a:cubicBezTo>
                    <a:pt x="2856" y="5076"/>
                    <a:pt x="2870" y="5059"/>
                    <a:pt x="2880" y="5041"/>
                  </a:cubicBezTo>
                  <a:cubicBezTo>
                    <a:pt x="2929" y="4955"/>
                    <a:pt x="2916" y="4839"/>
                    <a:pt x="2825" y="4794"/>
                  </a:cubicBezTo>
                  <a:lnTo>
                    <a:pt x="2825" y="4793"/>
                  </a:lnTo>
                  <a:moveTo>
                    <a:pt x="1903" y="4074"/>
                  </a:moveTo>
                  <a:cubicBezTo>
                    <a:pt x="1904" y="4069"/>
                    <a:pt x="1904" y="4063"/>
                    <a:pt x="1905" y="4058"/>
                  </a:cubicBezTo>
                  <a:cubicBezTo>
                    <a:pt x="1914" y="4020"/>
                    <a:pt x="1942" y="3990"/>
                    <a:pt x="1968" y="3992"/>
                  </a:cubicBezTo>
                  <a:cubicBezTo>
                    <a:pt x="2000" y="3994"/>
                    <a:pt x="2036" y="4039"/>
                    <a:pt x="2037" y="4077"/>
                  </a:cubicBezTo>
                  <a:cubicBezTo>
                    <a:pt x="2038" y="4105"/>
                    <a:pt x="2003" y="4150"/>
                    <a:pt x="1977" y="4155"/>
                  </a:cubicBezTo>
                  <a:cubicBezTo>
                    <a:pt x="1975" y="4155"/>
                    <a:pt x="1973" y="4155"/>
                    <a:pt x="1971" y="4155"/>
                  </a:cubicBezTo>
                  <a:cubicBezTo>
                    <a:pt x="1929" y="4155"/>
                    <a:pt x="1896" y="4116"/>
                    <a:pt x="1903" y="4074"/>
                  </a:cubicBezTo>
                  <a:moveTo>
                    <a:pt x="1432" y="3829"/>
                  </a:moveTo>
                  <a:cubicBezTo>
                    <a:pt x="1409" y="3850"/>
                    <a:pt x="1379" y="3862"/>
                    <a:pt x="1351" y="3877"/>
                  </a:cubicBezTo>
                  <a:cubicBezTo>
                    <a:pt x="1350" y="3875"/>
                    <a:pt x="1348" y="3873"/>
                    <a:pt x="1347" y="3871"/>
                  </a:cubicBezTo>
                  <a:cubicBezTo>
                    <a:pt x="1334" y="3868"/>
                    <a:pt x="1321" y="3867"/>
                    <a:pt x="1309" y="3862"/>
                  </a:cubicBezTo>
                  <a:cubicBezTo>
                    <a:pt x="1290" y="3855"/>
                    <a:pt x="1283" y="3842"/>
                    <a:pt x="1293" y="3821"/>
                  </a:cubicBezTo>
                  <a:cubicBezTo>
                    <a:pt x="1303" y="3802"/>
                    <a:pt x="1308" y="3781"/>
                    <a:pt x="1317" y="3761"/>
                  </a:cubicBezTo>
                  <a:cubicBezTo>
                    <a:pt x="1329" y="3737"/>
                    <a:pt x="1347" y="3717"/>
                    <a:pt x="1376" y="3717"/>
                  </a:cubicBezTo>
                  <a:cubicBezTo>
                    <a:pt x="1403" y="3717"/>
                    <a:pt x="1449" y="3747"/>
                    <a:pt x="1451" y="3771"/>
                  </a:cubicBezTo>
                  <a:cubicBezTo>
                    <a:pt x="1453" y="3790"/>
                    <a:pt x="1446" y="3817"/>
                    <a:pt x="1432" y="3829"/>
                  </a:cubicBezTo>
                  <a:moveTo>
                    <a:pt x="1598" y="3833"/>
                  </a:moveTo>
                  <a:cubicBezTo>
                    <a:pt x="1573" y="3885"/>
                    <a:pt x="1535" y="3924"/>
                    <a:pt x="1482" y="3943"/>
                  </a:cubicBezTo>
                  <a:cubicBezTo>
                    <a:pt x="1480" y="3921"/>
                    <a:pt x="1478" y="3901"/>
                    <a:pt x="1476" y="3881"/>
                  </a:cubicBezTo>
                  <a:cubicBezTo>
                    <a:pt x="1471" y="3848"/>
                    <a:pt x="1511" y="3765"/>
                    <a:pt x="1541" y="3749"/>
                  </a:cubicBezTo>
                  <a:cubicBezTo>
                    <a:pt x="1547" y="3746"/>
                    <a:pt x="1556" y="3744"/>
                    <a:pt x="1562" y="3746"/>
                  </a:cubicBezTo>
                  <a:cubicBezTo>
                    <a:pt x="1583" y="3753"/>
                    <a:pt x="1608" y="3811"/>
                    <a:pt x="1598" y="3833"/>
                  </a:cubicBezTo>
                  <a:moveTo>
                    <a:pt x="1472" y="4114"/>
                  </a:moveTo>
                  <a:cubicBezTo>
                    <a:pt x="1466" y="4163"/>
                    <a:pt x="1427" y="4189"/>
                    <a:pt x="1363" y="4188"/>
                  </a:cubicBezTo>
                  <a:cubicBezTo>
                    <a:pt x="1361" y="4190"/>
                    <a:pt x="1360" y="4193"/>
                    <a:pt x="1358" y="4196"/>
                  </a:cubicBezTo>
                  <a:cubicBezTo>
                    <a:pt x="1335" y="4184"/>
                    <a:pt x="1297" y="4175"/>
                    <a:pt x="1292" y="4158"/>
                  </a:cubicBezTo>
                  <a:cubicBezTo>
                    <a:pt x="1286" y="4133"/>
                    <a:pt x="1303" y="4101"/>
                    <a:pt x="1312" y="4073"/>
                  </a:cubicBezTo>
                  <a:cubicBezTo>
                    <a:pt x="1315" y="4065"/>
                    <a:pt x="1325" y="4059"/>
                    <a:pt x="1328" y="4050"/>
                  </a:cubicBezTo>
                  <a:cubicBezTo>
                    <a:pt x="1344" y="4007"/>
                    <a:pt x="1363" y="3998"/>
                    <a:pt x="1404" y="4016"/>
                  </a:cubicBezTo>
                  <a:cubicBezTo>
                    <a:pt x="1444" y="4034"/>
                    <a:pt x="1476" y="4079"/>
                    <a:pt x="1472" y="4114"/>
                  </a:cubicBezTo>
                  <a:moveTo>
                    <a:pt x="1789" y="2874"/>
                  </a:moveTo>
                  <a:cubicBezTo>
                    <a:pt x="1834" y="2878"/>
                    <a:pt x="1862" y="2911"/>
                    <a:pt x="1857" y="2958"/>
                  </a:cubicBezTo>
                  <a:cubicBezTo>
                    <a:pt x="1852" y="3007"/>
                    <a:pt x="1834" y="3052"/>
                    <a:pt x="1795" y="3084"/>
                  </a:cubicBezTo>
                  <a:cubicBezTo>
                    <a:pt x="1782" y="3096"/>
                    <a:pt x="1761" y="3100"/>
                    <a:pt x="1737" y="3111"/>
                  </a:cubicBezTo>
                  <a:cubicBezTo>
                    <a:pt x="1719" y="3097"/>
                    <a:pt x="1693" y="3087"/>
                    <a:pt x="1686" y="3069"/>
                  </a:cubicBezTo>
                  <a:cubicBezTo>
                    <a:pt x="1672" y="3037"/>
                    <a:pt x="1663" y="3001"/>
                    <a:pt x="1663" y="2966"/>
                  </a:cubicBezTo>
                  <a:cubicBezTo>
                    <a:pt x="1662" y="2910"/>
                    <a:pt x="1709" y="2867"/>
                    <a:pt x="1789" y="2874"/>
                  </a:cubicBezTo>
                  <a:moveTo>
                    <a:pt x="2048" y="2682"/>
                  </a:moveTo>
                  <a:cubicBezTo>
                    <a:pt x="2039" y="2702"/>
                    <a:pt x="2024" y="2741"/>
                    <a:pt x="2000" y="2774"/>
                  </a:cubicBezTo>
                  <a:cubicBezTo>
                    <a:pt x="1974" y="2809"/>
                    <a:pt x="1895" y="2787"/>
                    <a:pt x="1879" y="2743"/>
                  </a:cubicBezTo>
                  <a:cubicBezTo>
                    <a:pt x="1856" y="2678"/>
                    <a:pt x="1901" y="2596"/>
                    <a:pt x="1970" y="2580"/>
                  </a:cubicBezTo>
                  <a:cubicBezTo>
                    <a:pt x="2013" y="2571"/>
                    <a:pt x="2048" y="2607"/>
                    <a:pt x="2048" y="2682"/>
                  </a:cubicBezTo>
                  <a:moveTo>
                    <a:pt x="1866" y="2392"/>
                  </a:moveTo>
                  <a:cubicBezTo>
                    <a:pt x="1880" y="2368"/>
                    <a:pt x="1908" y="2356"/>
                    <a:pt x="1934" y="2367"/>
                  </a:cubicBezTo>
                  <a:cubicBezTo>
                    <a:pt x="1950" y="2374"/>
                    <a:pt x="1964" y="2397"/>
                    <a:pt x="1970" y="2416"/>
                  </a:cubicBezTo>
                  <a:cubicBezTo>
                    <a:pt x="1992" y="2483"/>
                    <a:pt x="1941" y="2549"/>
                    <a:pt x="1870" y="2548"/>
                  </a:cubicBezTo>
                  <a:cubicBezTo>
                    <a:pt x="1830" y="2547"/>
                    <a:pt x="1821" y="2537"/>
                    <a:pt x="1825" y="2499"/>
                  </a:cubicBezTo>
                  <a:cubicBezTo>
                    <a:pt x="1822" y="2498"/>
                    <a:pt x="1820" y="2496"/>
                    <a:pt x="1817" y="2495"/>
                  </a:cubicBezTo>
                  <a:cubicBezTo>
                    <a:pt x="1833" y="2460"/>
                    <a:pt x="1846" y="2424"/>
                    <a:pt x="1866" y="2392"/>
                  </a:cubicBezTo>
                  <a:moveTo>
                    <a:pt x="1620" y="2336"/>
                  </a:moveTo>
                  <a:cubicBezTo>
                    <a:pt x="1599" y="2305"/>
                    <a:pt x="1619" y="2235"/>
                    <a:pt x="1650" y="2213"/>
                  </a:cubicBezTo>
                  <a:cubicBezTo>
                    <a:pt x="1655" y="2209"/>
                    <a:pt x="1665" y="2208"/>
                    <a:pt x="1671" y="2210"/>
                  </a:cubicBezTo>
                  <a:cubicBezTo>
                    <a:pt x="1687" y="2215"/>
                    <a:pt x="1705" y="2220"/>
                    <a:pt x="1717" y="2231"/>
                  </a:cubicBezTo>
                  <a:cubicBezTo>
                    <a:pt x="1760" y="2271"/>
                    <a:pt x="1783" y="2322"/>
                    <a:pt x="1793" y="2373"/>
                  </a:cubicBezTo>
                  <a:cubicBezTo>
                    <a:pt x="1792" y="2430"/>
                    <a:pt x="1771" y="2439"/>
                    <a:pt x="1721" y="2429"/>
                  </a:cubicBezTo>
                  <a:cubicBezTo>
                    <a:pt x="1665" y="2417"/>
                    <a:pt x="1645" y="2374"/>
                    <a:pt x="1620" y="2336"/>
                  </a:cubicBezTo>
                  <a:moveTo>
                    <a:pt x="1599" y="2541"/>
                  </a:moveTo>
                  <a:cubicBezTo>
                    <a:pt x="1611" y="2514"/>
                    <a:pt x="1626" y="2488"/>
                    <a:pt x="1643" y="2463"/>
                  </a:cubicBezTo>
                  <a:cubicBezTo>
                    <a:pt x="1646" y="2458"/>
                    <a:pt x="1663" y="2457"/>
                    <a:pt x="1671" y="2460"/>
                  </a:cubicBezTo>
                  <a:cubicBezTo>
                    <a:pt x="1695" y="2468"/>
                    <a:pt x="1718" y="2480"/>
                    <a:pt x="1741" y="2490"/>
                  </a:cubicBezTo>
                  <a:cubicBezTo>
                    <a:pt x="1745" y="2492"/>
                    <a:pt x="1749" y="2496"/>
                    <a:pt x="1750" y="2500"/>
                  </a:cubicBezTo>
                  <a:cubicBezTo>
                    <a:pt x="1757" y="2556"/>
                    <a:pt x="1780" y="2614"/>
                    <a:pt x="1747" y="2669"/>
                  </a:cubicBezTo>
                  <a:cubicBezTo>
                    <a:pt x="1736" y="2687"/>
                    <a:pt x="1720" y="2702"/>
                    <a:pt x="1703" y="2723"/>
                  </a:cubicBezTo>
                  <a:cubicBezTo>
                    <a:pt x="1680" y="2658"/>
                    <a:pt x="1660" y="2603"/>
                    <a:pt x="1606" y="2569"/>
                  </a:cubicBezTo>
                  <a:cubicBezTo>
                    <a:pt x="1600" y="2565"/>
                    <a:pt x="1595" y="2548"/>
                    <a:pt x="1599" y="2541"/>
                  </a:cubicBezTo>
                  <a:moveTo>
                    <a:pt x="1522" y="2749"/>
                  </a:moveTo>
                  <a:cubicBezTo>
                    <a:pt x="1526" y="2711"/>
                    <a:pt x="1540" y="2672"/>
                    <a:pt x="1556" y="2636"/>
                  </a:cubicBezTo>
                  <a:cubicBezTo>
                    <a:pt x="1571" y="2604"/>
                    <a:pt x="1603" y="2604"/>
                    <a:pt x="1622" y="2635"/>
                  </a:cubicBezTo>
                  <a:cubicBezTo>
                    <a:pt x="1637" y="2660"/>
                    <a:pt x="1647" y="2688"/>
                    <a:pt x="1660" y="2715"/>
                  </a:cubicBezTo>
                  <a:cubicBezTo>
                    <a:pt x="1653" y="2753"/>
                    <a:pt x="1651" y="2789"/>
                    <a:pt x="1610" y="2807"/>
                  </a:cubicBezTo>
                  <a:cubicBezTo>
                    <a:pt x="1565" y="2826"/>
                    <a:pt x="1516" y="2797"/>
                    <a:pt x="1522" y="2749"/>
                  </a:cubicBezTo>
                  <a:moveTo>
                    <a:pt x="1441" y="3073"/>
                  </a:moveTo>
                  <a:cubicBezTo>
                    <a:pt x="1413" y="3048"/>
                    <a:pt x="1400" y="3000"/>
                    <a:pt x="1412" y="2969"/>
                  </a:cubicBezTo>
                  <a:cubicBezTo>
                    <a:pt x="1427" y="2931"/>
                    <a:pt x="1476" y="2893"/>
                    <a:pt x="1510" y="2893"/>
                  </a:cubicBezTo>
                  <a:cubicBezTo>
                    <a:pt x="1552" y="2893"/>
                    <a:pt x="1585" y="2932"/>
                    <a:pt x="1580" y="2974"/>
                  </a:cubicBezTo>
                  <a:cubicBezTo>
                    <a:pt x="1575" y="3017"/>
                    <a:pt x="1554" y="3051"/>
                    <a:pt x="1520" y="3077"/>
                  </a:cubicBezTo>
                  <a:cubicBezTo>
                    <a:pt x="1492" y="3098"/>
                    <a:pt x="1466" y="3096"/>
                    <a:pt x="1441" y="3073"/>
                  </a:cubicBezTo>
                  <a:moveTo>
                    <a:pt x="1446" y="3230"/>
                  </a:moveTo>
                  <a:cubicBezTo>
                    <a:pt x="1451" y="3222"/>
                    <a:pt x="1458" y="3215"/>
                    <a:pt x="1463" y="3207"/>
                  </a:cubicBezTo>
                  <a:cubicBezTo>
                    <a:pt x="1477" y="3181"/>
                    <a:pt x="1494" y="3164"/>
                    <a:pt x="1527" y="3168"/>
                  </a:cubicBezTo>
                  <a:cubicBezTo>
                    <a:pt x="1569" y="3174"/>
                    <a:pt x="1599" y="3195"/>
                    <a:pt x="1613" y="3234"/>
                  </a:cubicBezTo>
                  <a:cubicBezTo>
                    <a:pt x="1624" y="3263"/>
                    <a:pt x="1615" y="3291"/>
                    <a:pt x="1591" y="3310"/>
                  </a:cubicBezTo>
                  <a:cubicBezTo>
                    <a:pt x="1567" y="3330"/>
                    <a:pt x="1541" y="3349"/>
                    <a:pt x="1513" y="3361"/>
                  </a:cubicBezTo>
                  <a:cubicBezTo>
                    <a:pt x="1459" y="3386"/>
                    <a:pt x="1415" y="3354"/>
                    <a:pt x="1407" y="3288"/>
                  </a:cubicBezTo>
                  <a:cubicBezTo>
                    <a:pt x="1420" y="3269"/>
                    <a:pt x="1433" y="3250"/>
                    <a:pt x="1446" y="3230"/>
                  </a:cubicBezTo>
                  <a:moveTo>
                    <a:pt x="1325" y="3437"/>
                  </a:moveTo>
                  <a:cubicBezTo>
                    <a:pt x="1345" y="3417"/>
                    <a:pt x="1359" y="3389"/>
                    <a:pt x="1396" y="3392"/>
                  </a:cubicBezTo>
                  <a:cubicBezTo>
                    <a:pt x="1410" y="3398"/>
                    <a:pt x="1425" y="3401"/>
                    <a:pt x="1436" y="3410"/>
                  </a:cubicBezTo>
                  <a:cubicBezTo>
                    <a:pt x="1480" y="3448"/>
                    <a:pt x="1479" y="3535"/>
                    <a:pt x="1433" y="3569"/>
                  </a:cubicBezTo>
                  <a:cubicBezTo>
                    <a:pt x="1411" y="3586"/>
                    <a:pt x="1384" y="3597"/>
                    <a:pt x="1358" y="3606"/>
                  </a:cubicBezTo>
                  <a:cubicBezTo>
                    <a:pt x="1321" y="3618"/>
                    <a:pt x="1301" y="3604"/>
                    <a:pt x="1291" y="3566"/>
                  </a:cubicBezTo>
                  <a:cubicBezTo>
                    <a:pt x="1279" y="3517"/>
                    <a:pt x="1289" y="3473"/>
                    <a:pt x="1325" y="3437"/>
                  </a:cubicBezTo>
                  <a:moveTo>
                    <a:pt x="1317" y="2623"/>
                  </a:moveTo>
                  <a:cubicBezTo>
                    <a:pt x="1346" y="2596"/>
                    <a:pt x="1409" y="2613"/>
                    <a:pt x="1423" y="2650"/>
                  </a:cubicBezTo>
                  <a:cubicBezTo>
                    <a:pt x="1430" y="2667"/>
                    <a:pt x="1433" y="2686"/>
                    <a:pt x="1435" y="2696"/>
                  </a:cubicBezTo>
                  <a:cubicBezTo>
                    <a:pt x="1432" y="2756"/>
                    <a:pt x="1412" y="2804"/>
                    <a:pt x="1374" y="2840"/>
                  </a:cubicBezTo>
                  <a:cubicBezTo>
                    <a:pt x="1356" y="2857"/>
                    <a:pt x="1328" y="2872"/>
                    <a:pt x="1304" y="2872"/>
                  </a:cubicBezTo>
                  <a:cubicBezTo>
                    <a:pt x="1273" y="2871"/>
                    <a:pt x="1259" y="2838"/>
                    <a:pt x="1257" y="2809"/>
                  </a:cubicBezTo>
                  <a:cubicBezTo>
                    <a:pt x="1252" y="2740"/>
                    <a:pt x="1263" y="2673"/>
                    <a:pt x="1317" y="2623"/>
                  </a:cubicBezTo>
                  <a:moveTo>
                    <a:pt x="1529" y="1305"/>
                  </a:moveTo>
                  <a:cubicBezTo>
                    <a:pt x="1536" y="1273"/>
                    <a:pt x="1540" y="1241"/>
                    <a:pt x="1551" y="1210"/>
                  </a:cubicBezTo>
                  <a:cubicBezTo>
                    <a:pt x="1556" y="1196"/>
                    <a:pt x="1572" y="1177"/>
                    <a:pt x="1586" y="1175"/>
                  </a:cubicBezTo>
                  <a:cubicBezTo>
                    <a:pt x="1600" y="1172"/>
                    <a:pt x="1624" y="1181"/>
                    <a:pt x="1634" y="1193"/>
                  </a:cubicBezTo>
                  <a:cubicBezTo>
                    <a:pt x="1668" y="1238"/>
                    <a:pt x="1675" y="1291"/>
                    <a:pt x="1659" y="1345"/>
                  </a:cubicBezTo>
                  <a:cubicBezTo>
                    <a:pt x="1651" y="1374"/>
                    <a:pt x="1620" y="1387"/>
                    <a:pt x="1587" y="1377"/>
                  </a:cubicBezTo>
                  <a:cubicBezTo>
                    <a:pt x="1552" y="1367"/>
                    <a:pt x="1525" y="1350"/>
                    <a:pt x="1529" y="1305"/>
                  </a:cubicBezTo>
                  <a:moveTo>
                    <a:pt x="1319" y="1590"/>
                  </a:moveTo>
                  <a:cubicBezTo>
                    <a:pt x="1315" y="1609"/>
                    <a:pt x="1312" y="1629"/>
                    <a:pt x="1306" y="1647"/>
                  </a:cubicBezTo>
                  <a:cubicBezTo>
                    <a:pt x="1296" y="1675"/>
                    <a:pt x="1278" y="1696"/>
                    <a:pt x="1246" y="1698"/>
                  </a:cubicBezTo>
                  <a:cubicBezTo>
                    <a:pt x="1215" y="1699"/>
                    <a:pt x="1182" y="1674"/>
                    <a:pt x="1172" y="1644"/>
                  </a:cubicBezTo>
                  <a:cubicBezTo>
                    <a:pt x="1154" y="1591"/>
                    <a:pt x="1173" y="1538"/>
                    <a:pt x="1218" y="1516"/>
                  </a:cubicBezTo>
                  <a:cubicBezTo>
                    <a:pt x="1274" y="1489"/>
                    <a:pt x="1318" y="1522"/>
                    <a:pt x="1319" y="1590"/>
                  </a:cubicBezTo>
                  <a:moveTo>
                    <a:pt x="1436" y="1327"/>
                  </a:moveTo>
                  <a:cubicBezTo>
                    <a:pt x="1418" y="1366"/>
                    <a:pt x="1390" y="1373"/>
                    <a:pt x="1357" y="1345"/>
                  </a:cubicBezTo>
                  <a:cubicBezTo>
                    <a:pt x="1339" y="1330"/>
                    <a:pt x="1319" y="1303"/>
                    <a:pt x="1320" y="1282"/>
                  </a:cubicBezTo>
                  <a:cubicBezTo>
                    <a:pt x="1322" y="1235"/>
                    <a:pt x="1334" y="1188"/>
                    <a:pt x="1346" y="1142"/>
                  </a:cubicBezTo>
                  <a:cubicBezTo>
                    <a:pt x="1354" y="1109"/>
                    <a:pt x="1382" y="1095"/>
                    <a:pt x="1413" y="1094"/>
                  </a:cubicBezTo>
                  <a:cubicBezTo>
                    <a:pt x="1442" y="1093"/>
                    <a:pt x="1459" y="1117"/>
                    <a:pt x="1466" y="1158"/>
                  </a:cubicBezTo>
                  <a:cubicBezTo>
                    <a:pt x="1469" y="1173"/>
                    <a:pt x="1469" y="1188"/>
                    <a:pt x="1471" y="1203"/>
                  </a:cubicBezTo>
                  <a:cubicBezTo>
                    <a:pt x="1473" y="1204"/>
                    <a:pt x="1475" y="1205"/>
                    <a:pt x="1477" y="1206"/>
                  </a:cubicBezTo>
                  <a:cubicBezTo>
                    <a:pt x="1464" y="1246"/>
                    <a:pt x="1453" y="1288"/>
                    <a:pt x="1436" y="1327"/>
                  </a:cubicBezTo>
                  <a:moveTo>
                    <a:pt x="1473" y="823"/>
                  </a:moveTo>
                  <a:cubicBezTo>
                    <a:pt x="1489" y="808"/>
                    <a:pt x="1525" y="800"/>
                    <a:pt x="1544" y="807"/>
                  </a:cubicBezTo>
                  <a:cubicBezTo>
                    <a:pt x="1562" y="815"/>
                    <a:pt x="1571" y="847"/>
                    <a:pt x="1583" y="869"/>
                  </a:cubicBezTo>
                  <a:cubicBezTo>
                    <a:pt x="1572" y="927"/>
                    <a:pt x="1562" y="981"/>
                    <a:pt x="1517" y="1019"/>
                  </a:cubicBezTo>
                  <a:cubicBezTo>
                    <a:pt x="1496" y="1037"/>
                    <a:pt x="1473" y="1059"/>
                    <a:pt x="1442" y="1046"/>
                  </a:cubicBezTo>
                  <a:cubicBezTo>
                    <a:pt x="1410" y="1032"/>
                    <a:pt x="1402" y="1000"/>
                    <a:pt x="1402" y="967"/>
                  </a:cubicBezTo>
                  <a:cubicBezTo>
                    <a:pt x="1401" y="907"/>
                    <a:pt x="1432" y="861"/>
                    <a:pt x="1473" y="823"/>
                  </a:cubicBezTo>
                  <a:moveTo>
                    <a:pt x="1357" y="983"/>
                  </a:moveTo>
                  <a:cubicBezTo>
                    <a:pt x="1364" y="1007"/>
                    <a:pt x="1370" y="1025"/>
                    <a:pt x="1376" y="1044"/>
                  </a:cubicBezTo>
                  <a:cubicBezTo>
                    <a:pt x="1328" y="1073"/>
                    <a:pt x="1303" y="1120"/>
                    <a:pt x="1294" y="1170"/>
                  </a:cubicBezTo>
                  <a:cubicBezTo>
                    <a:pt x="1284" y="1223"/>
                    <a:pt x="1287" y="1278"/>
                    <a:pt x="1284" y="1333"/>
                  </a:cubicBezTo>
                  <a:cubicBezTo>
                    <a:pt x="1255" y="1296"/>
                    <a:pt x="1225" y="1260"/>
                    <a:pt x="1196" y="1223"/>
                  </a:cubicBezTo>
                  <a:cubicBezTo>
                    <a:pt x="1192" y="1218"/>
                    <a:pt x="1189" y="1212"/>
                    <a:pt x="1188" y="1206"/>
                  </a:cubicBezTo>
                  <a:cubicBezTo>
                    <a:pt x="1179" y="1160"/>
                    <a:pt x="1171" y="1113"/>
                    <a:pt x="1164" y="1066"/>
                  </a:cubicBezTo>
                  <a:cubicBezTo>
                    <a:pt x="1162" y="1053"/>
                    <a:pt x="1163" y="1039"/>
                    <a:pt x="1163" y="1029"/>
                  </a:cubicBezTo>
                  <a:cubicBezTo>
                    <a:pt x="1201" y="1037"/>
                    <a:pt x="1237" y="1050"/>
                    <a:pt x="1273" y="1052"/>
                  </a:cubicBezTo>
                  <a:cubicBezTo>
                    <a:pt x="1315" y="1054"/>
                    <a:pt x="1338" y="1023"/>
                    <a:pt x="1357" y="983"/>
                  </a:cubicBezTo>
                  <a:moveTo>
                    <a:pt x="1465" y="660"/>
                  </a:moveTo>
                  <a:cubicBezTo>
                    <a:pt x="1446" y="691"/>
                    <a:pt x="1419" y="717"/>
                    <a:pt x="1391" y="740"/>
                  </a:cubicBezTo>
                  <a:cubicBezTo>
                    <a:pt x="1373" y="756"/>
                    <a:pt x="1348" y="761"/>
                    <a:pt x="1327" y="740"/>
                  </a:cubicBezTo>
                  <a:cubicBezTo>
                    <a:pt x="1306" y="718"/>
                    <a:pt x="1299" y="675"/>
                    <a:pt x="1315" y="655"/>
                  </a:cubicBezTo>
                  <a:cubicBezTo>
                    <a:pt x="1343" y="621"/>
                    <a:pt x="1378" y="599"/>
                    <a:pt x="1417" y="596"/>
                  </a:cubicBezTo>
                  <a:cubicBezTo>
                    <a:pt x="1462" y="596"/>
                    <a:pt x="1485" y="628"/>
                    <a:pt x="1465" y="660"/>
                  </a:cubicBezTo>
                  <a:moveTo>
                    <a:pt x="1324" y="434"/>
                  </a:moveTo>
                  <a:cubicBezTo>
                    <a:pt x="1334" y="402"/>
                    <a:pt x="1351" y="370"/>
                    <a:pt x="1374" y="345"/>
                  </a:cubicBezTo>
                  <a:cubicBezTo>
                    <a:pt x="1385" y="333"/>
                    <a:pt x="1414" y="333"/>
                    <a:pt x="1435" y="335"/>
                  </a:cubicBezTo>
                  <a:cubicBezTo>
                    <a:pt x="1445" y="336"/>
                    <a:pt x="1453" y="354"/>
                    <a:pt x="1457" y="359"/>
                  </a:cubicBezTo>
                  <a:cubicBezTo>
                    <a:pt x="1453" y="431"/>
                    <a:pt x="1413" y="468"/>
                    <a:pt x="1366" y="500"/>
                  </a:cubicBezTo>
                  <a:cubicBezTo>
                    <a:pt x="1361" y="504"/>
                    <a:pt x="1342" y="499"/>
                    <a:pt x="1340" y="493"/>
                  </a:cubicBezTo>
                  <a:cubicBezTo>
                    <a:pt x="1331" y="474"/>
                    <a:pt x="1318" y="451"/>
                    <a:pt x="1324" y="434"/>
                  </a:cubicBezTo>
                  <a:moveTo>
                    <a:pt x="1339" y="548"/>
                  </a:moveTo>
                  <a:cubicBezTo>
                    <a:pt x="1280" y="618"/>
                    <a:pt x="1256" y="621"/>
                    <a:pt x="1273" y="742"/>
                  </a:cubicBezTo>
                  <a:cubicBezTo>
                    <a:pt x="1246" y="738"/>
                    <a:pt x="1219" y="734"/>
                    <a:pt x="1190" y="730"/>
                  </a:cubicBezTo>
                  <a:cubicBezTo>
                    <a:pt x="1211" y="646"/>
                    <a:pt x="1202" y="566"/>
                    <a:pt x="1141" y="503"/>
                  </a:cubicBezTo>
                  <a:cubicBezTo>
                    <a:pt x="1184" y="481"/>
                    <a:pt x="1230" y="457"/>
                    <a:pt x="1277" y="433"/>
                  </a:cubicBezTo>
                  <a:cubicBezTo>
                    <a:pt x="1280" y="476"/>
                    <a:pt x="1292" y="522"/>
                    <a:pt x="1339" y="548"/>
                  </a:cubicBezTo>
                  <a:moveTo>
                    <a:pt x="1220" y="163"/>
                  </a:moveTo>
                  <a:cubicBezTo>
                    <a:pt x="1224" y="120"/>
                    <a:pt x="1247" y="76"/>
                    <a:pt x="1300" y="50"/>
                  </a:cubicBezTo>
                  <a:cubicBezTo>
                    <a:pt x="1326" y="38"/>
                    <a:pt x="1379" y="70"/>
                    <a:pt x="1387" y="104"/>
                  </a:cubicBezTo>
                  <a:cubicBezTo>
                    <a:pt x="1394" y="131"/>
                    <a:pt x="1392" y="158"/>
                    <a:pt x="1368" y="175"/>
                  </a:cubicBezTo>
                  <a:cubicBezTo>
                    <a:pt x="1343" y="193"/>
                    <a:pt x="1318" y="213"/>
                    <a:pt x="1289" y="224"/>
                  </a:cubicBezTo>
                  <a:cubicBezTo>
                    <a:pt x="1251" y="240"/>
                    <a:pt x="1217" y="214"/>
                    <a:pt x="1220" y="163"/>
                  </a:cubicBezTo>
                  <a:moveTo>
                    <a:pt x="1174" y="274"/>
                  </a:moveTo>
                  <a:cubicBezTo>
                    <a:pt x="1187" y="263"/>
                    <a:pt x="1220" y="263"/>
                    <a:pt x="1237" y="271"/>
                  </a:cubicBezTo>
                  <a:cubicBezTo>
                    <a:pt x="1254" y="279"/>
                    <a:pt x="1262" y="305"/>
                    <a:pt x="1274" y="323"/>
                  </a:cubicBezTo>
                  <a:cubicBezTo>
                    <a:pt x="1267" y="388"/>
                    <a:pt x="1189" y="459"/>
                    <a:pt x="1128" y="451"/>
                  </a:cubicBezTo>
                  <a:cubicBezTo>
                    <a:pt x="1118" y="450"/>
                    <a:pt x="1103" y="436"/>
                    <a:pt x="1102" y="427"/>
                  </a:cubicBezTo>
                  <a:cubicBezTo>
                    <a:pt x="1096" y="363"/>
                    <a:pt x="1129" y="313"/>
                    <a:pt x="1174" y="274"/>
                  </a:cubicBezTo>
                  <a:moveTo>
                    <a:pt x="1092" y="724"/>
                  </a:moveTo>
                  <a:cubicBezTo>
                    <a:pt x="1064" y="700"/>
                    <a:pt x="1047" y="668"/>
                    <a:pt x="1042" y="621"/>
                  </a:cubicBezTo>
                  <a:cubicBezTo>
                    <a:pt x="1049" y="604"/>
                    <a:pt x="1056" y="578"/>
                    <a:pt x="1070" y="555"/>
                  </a:cubicBezTo>
                  <a:cubicBezTo>
                    <a:pt x="1083" y="531"/>
                    <a:pt x="1112" y="530"/>
                    <a:pt x="1126" y="553"/>
                  </a:cubicBezTo>
                  <a:cubicBezTo>
                    <a:pt x="1154" y="601"/>
                    <a:pt x="1169" y="653"/>
                    <a:pt x="1149" y="709"/>
                  </a:cubicBezTo>
                  <a:cubicBezTo>
                    <a:pt x="1138" y="737"/>
                    <a:pt x="1114" y="743"/>
                    <a:pt x="1092" y="724"/>
                  </a:cubicBezTo>
                  <a:moveTo>
                    <a:pt x="1173" y="807"/>
                  </a:moveTo>
                  <a:cubicBezTo>
                    <a:pt x="1208" y="768"/>
                    <a:pt x="1252" y="766"/>
                    <a:pt x="1282" y="810"/>
                  </a:cubicBezTo>
                  <a:cubicBezTo>
                    <a:pt x="1304" y="841"/>
                    <a:pt x="1315" y="881"/>
                    <a:pt x="1331" y="917"/>
                  </a:cubicBezTo>
                  <a:cubicBezTo>
                    <a:pt x="1328" y="918"/>
                    <a:pt x="1326" y="919"/>
                    <a:pt x="1323" y="920"/>
                  </a:cubicBezTo>
                  <a:cubicBezTo>
                    <a:pt x="1323" y="922"/>
                    <a:pt x="1323" y="925"/>
                    <a:pt x="1323" y="927"/>
                  </a:cubicBezTo>
                  <a:cubicBezTo>
                    <a:pt x="1316" y="959"/>
                    <a:pt x="1316" y="998"/>
                    <a:pt x="1276" y="1009"/>
                  </a:cubicBezTo>
                  <a:cubicBezTo>
                    <a:pt x="1237" y="1020"/>
                    <a:pt x="1207" y="1000"/>
                    <a:pt x="1181" y="973"/>
                  </a:cubicBezTo>
                  <a:cubicBezTo>
                    <a:pt x="1129" y="918"/>
                    <a:pt x="1127" y="858"/>
                    <a:pt x="1173" y="807"/>
                  </a:cubicBezTo>
                  <a:moveTo>
                    <a:pt x="1096" y="1415"/>
                  </a:moveTo>
                  <a:cubicBezTo>
                    <a:pt x="1069" y="1373"/>
                    <a:pt x="1069" y="1325"/>
                    <a:pt x="1097" y="1284"/>
                  </a:cubicBezTo>
                  <a:cubicBezTo>
                    <a:pt x="1115" y="1257"/>
                    <a:pt x="1144" y="1249"/>
                    <a:pt x="1171" y="1263"/>
                  </a:cubicBezTo>
                  <a:cubicBezTo>
                    <a:pt x="1202" y="1280"/>
                    <a:pt x="1245" y="1346"/>
                    <a:pt x="1246" y="1379"/>
                  </a:cubicBezTo>
                  <a:cubicBezTo>
                    <a:pt x="1247" y="1413"/>
                    <a:pt x="1229" y="1433"/>
                    <a:pt x="1187" y="1446"/>
                  </a:cubicBezTo>
                  <a:cubicBezTo>
                    <a:pt x="1151" y="1457"/>
                    <a:pt x="1116" y="1445"/>
                    <a:pt x="1096" y="1414"/>
                  </a:cubicBezTo>
                  <a:lnTo>
                    <a:pt x="1096" y="1415"/>
                  </a:lnTo>
                  <a:moveTo>
                    <a:pt x="1106" y="1849"/>
                  </a:moveTo>
                  <a:cubicBezTo>
                    <a:pt x="1113" y="1837"/>
                    <a:pt x="1130" y="1831"/>
                    <a:pt x="1142" y="1822"/>
                  </a:cubicBezTo>
                  <a:cubicBezTo>
                    <a:pt x="1151" y="1815"/>
                    <a:pt x="1159" y="1808"/>
                    <a:pt x="1169" y="1801"/>
                  </a:cubicBezTo>
                  <a:cubicBezTo>
                    <a:pt x="1222" y="1817"/>
                    <a:pt x="1238" y="1861"/>
                    <a:pt x="1240" y="1911"/>
                  </a:cubicBezTo>
                  <a:cubicBezTo>
                    <a:pt x="1242" y="1966"/>
                    <a:pt x="1212" y="2004"/>
                    <a:pt x="1166" y="2028"/>
                  </a:cubicBezTo>
                  <a:cubicBezTo>
                    <a:pt x="1157" y="2033"/>
                    <a:pt x="1132" y="2024"/>
                    <a:pt x="1123" y="2014"/>
                  </a:cubicBezTo>
                  <a:cubicBezTo>
                    <a:pt x="1087" y="1977"/>
                    <a:pt x="1079" y="1894"/>
                    <a:pt x="1106" y="1849"/>
                  </a:cubicBezTo>
                  <a:moveTo>
                    <a:pt x="371" y="2620"/>
                  </a:moveTo>
                  <a:cubicBezTo>
                    <a:pt x="354" y="2640"/>
                    <a:pt x="332" y="2657"/>
                    <a:pt x="309" y="2671"/>
                  </a:cubicBezTo>
                  <a:cubicBezTo>
                    <a:pt x="284" y="2686"/>
                    <a:pt x="260" y="2676"/>
                    <a:pt x="242" y="2655"/>
                  </a:cubicBezTo>
                  <a:cubicBezTo>
                    <a:pt x="188" y="2592"/>
                    <a:pt x="209" y="2476"/>
                    <a:pt x="280" y="2433"/>
                  </a:cubicBezTo>
                  <a:cubicBezTo>
                    <a:pt x="292" y="2439"/>
                    <a:pt x="303" y="2446"/>
                    <a:pt x="315" y="2449"/>
                  </a:cubicBezTo>
                  <a:cubicBezTo>
                    <a:pt x="394" y="2471"/>
                    <a:pt x="424" y="2557"/>
                    <a:pt x="371" y="2620"/>
                  </a:cubicBezTo>
                  <a:moveTo>
                    <a:pt x="502" y="2472"/>
                  </a:moveTo>
                  <a:cubicBezTo>
                    <a:pt x="464" y="2471"/>
                    <a:pt x="421" y="2430"/>
                    <a:pt x="421" y="2396"/>
                  </a:cubicBezTo>
                  <a:cubicBezTo>
                    <a:pt x="421" y="2351"/>
                    <a:pt x="464" y="2313"/>
                    <a:pt x="516" y="2313"/>
                  </a:cubicBezTo>
                  <a:cubicBezTo>
                    <a:pt x="550" y="2313"/>
                    <a:pt x="582" y="2359"/>
                    <a:pt x="582" y="2408"/>
                  </a:cubicBezTo>
                  <a:cubicBezTo>
                    <a:pt x="582" y="2445"/>
                    <a:pt x="547" y="2473"/>
                    <a:pt x="502" y="2472"/>
                  </a:cubicBezTo>
                  <a:moveTo>
                    <a:pt x="641" y="2759"/>
                  </a:moveTo>
                  <a:cubicBezTo>
                    <a:pt x="615" y="2794"/>
                    <a:pt x="597" y="2797"/>
                    <a:pt x="557" y="2778"/>
                  </a:cubicBezTo>
                  <a:cubicBezTo>
                    <a:pt x="505" y="2754"/>
                    <a:pt x="489" y="2713"/>
                    <a:pt x="494" y="2654"/>
                  </a:cubicBezTo>
                  <a:cubicBezTo>
                    <a:pt x="479" y="2601"/>
                    <a:pt x="530" y="2580"/>
                    <a:pt x="559" y="2547"/>
                  </a:cubicBezTo>
                  <a:cubicBezTo>
                    <a:pt x="563" y="2543"/>
                    <a:pt x="573" y="2541"/>
                    <a:pt x="580" y="2541"/>
                  </a:cubicBezTo>
                  <a:cubicBezTo>
                    <a:pt x="618" y="2542"/>
                    <a:pt x="676" y="2593"/>
                    <a:pt x="677" y="2630"/>
                  </a:cubicBezTo>
                  <a:cubicBezTo>
                    <a:pt x="678" y="2676"/>
                    <a:pt x="669" y="2720"/>
                    <a:pt x="641" y="2758"/>
                  </a:cubicBezTo>
                  <a:lnTo>
                    <a:pt x="641" y="2759"/>
                  </a:lnTo>
                  <a:moveTo>
                    <a:pt x="903" y="3345"/>
                  </a:moveTo>
                  <a:cubicBezTo>
                    <a:pt x="891" y="3375"/>
                    <a:pt x="869" y="3404"/>
                    <a:pt x="844" y="3424"/>
                  </a:cubicBezTo>
                  <a:cubicBezTo>
                    <a:pt x="796" y="3461"/>
                    <a:pt x="737" y="3436"/>
                    <a:pt x="723" y="3375"/>
                  </a:cubicBezTo>
                  <a:cubicBezTo>
                    <a:pt x="709" y="3319"/>
                    <a:pt x="748" y="3273"/>
                    <a:pt x="816" y="3267"/>
                  </a:cubicBezTo>
                  <a:cubicBezTo>
                    <a:pt x="827" y="3266"/>
                    <a:pt x="838" y="3267"/>
                    <a:pt x="849" y="3267"/>
                  </a:cubicBezTo>
                  <a:cubicBezTo>
                    <a:pt x="907" y="3267"/>
                    <a:pt x="926" y="3292"/>
                    <a:pt x="903" y="3345"/>
                  </a:cubicBezTo>
                  <a:moveTo>
                    <a:pt x="126" y="4250"/>
                  </a:moveTo>
                  <a:cubicBezTo>
                    <a:pt x="115" y="4259"/>
                    <a:pt x="85" y="4256"/>
                    <a:pt x="69" y="4248"/>
                  </a:cubicBezTo>
                  <a:cubicBezTo>
                    <a:pt x="54" y="4240"/>
                    <a:pt x="46" y="4219"/>
                    <a:pt x="36" y="4204"/>
                  </a:cubicBezTo>
                  <a:cubicBezTo>
                    <a:pt x="47" y="4171"/>
                    <a:pt x="53" y="4145"/>
                    <a:pt x="64" y="4121"/>
                  </a:cubicBezTo>
                  <a:cubicBezTo>
                    <a:pt x="72" y="4102"/>
                    <a:pt x="87" y="4095"/>
                    <a:pt x="109" y="4100"/>
                  </a:cubicBezTo>
                  <a:cubicBezTo>
                    <a:pt x="133" y="4105"/>
                    <a:pt x="126" y="4120"/>
                    <a:pt x="128" y="4134"/>
                  </a:cubicBezTo>
                  <a:cubicBezTo>
                    <a:pt x="131" y="4153"/>
                    <a:pt x="141" y="4172"/>
                    <a:pt x="141" y="4191"/>
                  </a:cubicBezTo>
                  <a:cubicBezTo>
                    <a:pt x="141" y="4211"/>
                    <a:pt x="138" y="4238"/>
                    <a:pt x="126" y="4250"/>
                  </a:cubicBezTo>
                  <a:moveTo>
                    <a:pt x="500" y="4663"/>
                  </a:moveTo>
                  <a:cubicBezTo>
                    <a:pt x="497" y="4688"/>
                    <a:pt x="481" y="4712"/>
                    <a:pt x="467" y="4735"/>
                  </a:cubicBezTo>
                  <a:cubicBezTo>
                    <a:pt x="455" y="4753"/>
                    <a:pt x="439" y="4767"/>
                    <a:pt x="412" y="4757"/>
                  </a:cubicBezTo>
                  <a:cubicBezTo>
                    <a:pt x="385" y="4746"/>
                    <a:pt x="369" y="4729"/>
                    <a:pt x="370" y="4699"/>
                  </a:cubicBezTo>
                  <a:cubicBezTo>
                    <a:pt x="370" y="4694"/>
                    <a:pt x="370" y="4688"/>
                    <a:pt x="370" y="4683"/>
                  </a:cubicBezTo>
                  <a:cubicBezTo>
                    <a:pt x="367" y="4682"/>
                    <a:pt x="365" y="4681"/>
                    <a:pt x="363" y="4679"/>
                  </a:cubicBezTo>
                  <a:cubicBezTo>
                    <a:pt x="375" y="4652"/>
                    <a:pt x="381" y="4616"/>
                    <a:pt x="402" y="4599"/>
                  </a:cubicBezTo>
                  <a:cubicBezTo>
                    <a:pt x="417" y="4587"/>
                    <a:pt x="456" y="4593"/>
                    <a:pt x="478" y="4604"/>
                  </a:cubicBezTo>
                  <a:cubicBezTo>
                    <a:pt x="492" y="4612"/>
                    <a:pt x="503" y="4644"/>
                    <a:pt x="500" y="4663"/>
                  </a:cubicBezTo>
                  <a:moveTo>
                    <a:pt x="1563" y="4766"/>
                  </a:moveTo>
                  <a:cubicBezTo>
                    <a:pt x="1595" y="4778"/>
                    <a:pt x="1601" y="4808"/>
                    <a:pt x="1600" y="4851"/>
                  </a:cubicBezTo>
                  <a:cubicBezTo>
                    <a:pt x="1595" y="4901"/>
                    <a:pt x="1567" y="4953"/>
                    <a:pt x="1521" y="4995"/>
                  </a:cubicBezTo>
                  <a:cubicBezTo>
                    <a:pt x="1504" y="5011"/>
                    <a:pt x="1489" y="5001"/>
                    <a:pt x="1482" y="4984"/>
                  </a:cubicBezTo>
                  <a:cubicBezTo>
                    <a:pt x="1467" y="4943"/>
                    <a:pt x="1450" y="4901"/>
                    <a:pt x="1442" y="4858"/>
                  </a:cubicBezTo>
                  <a:cubicBezTo>
                    <a:pt x="1434" y="4814"/>
                    <a:pt x="1521" y="4749"/>
                    <a:pt x="1563" y="4766"/>
                  </a:cubicBezTo>
                  <a:moveTo>
                    <a:pt x="1296" y="4973"/>
                  </a:moveTo>
                  <a:cubicBezTo>
                    <a:pt x="1298" y="4958"/>
                    <a:pt x="1299" y="4943"/>
                    <a:pt x="1302" y="4928"/>
                  </a:cubicBezTo>
                  <a:cubicBezTo>
                    <a:pt x="1309" y="4900"/>
                    <a:pt x="1327" y="4889"/>
                    <a:pt x="1355" y="4895"/>
                  </a:cubicBezTo>
                  <a:cubicBezTo>
                    <a:pt x="1394" y="4903"/>
                    <a:pt x="1426" y="4946"/>
                    <a:pt x="1434" y="5001"/>
                  </a:cubicBezTo>
                  <a:cubicBezTo>
                    <a:pt x="1439" y="5040"/>
                    <a:pt x="1420" y="5077"/>
                    <a:pt x="1384" y="5095"/>
                  </a:cubicBezTo>
                  <a:cubicBezTo>
                    <a:pt x="1348" y="5112"/>
                    <a:pt x="1335" y="5104"/>
                    <a:pt x="1331" y="5065"/>
                  </a:cubicBezTo>
                  <a:cubicBezTo>
                    <a:pt x="1329" y="5052"/>
                    <a:pt x="1322" y="5039"/>
                    <a:pt x="1316" y="5027"/>
                  </a:cubicBezTo>
                  <a:cubicBezTo>
                    <a:pt x="1308" y="5010"/>
                    <a:pt x="1298" y="4994"/>
                    <a:pt x="1289" y="4978"/>
                  </a:cubicBezTo>
                  <a:cubicBezTo>
                    <a:pt x="1291" y="4976"/>
                    <a:pt x="1294" y="4975"/>
                    <a:pt x="1296" y="4973"/>
                  </a:cubicBezTo>
                  <a:moveTo>
                    <a:pt x="1303" y="5181"/>
                  </a:moveTo>
                  <a:cubicBezTo>
                    <a:pt x="1306" y="5180"/>
                    <a:pt x="1310" y="5180"/>
                    <a:pt x="1313" y="5181"/>
                  </a:cubicBezTo>
                  <a:cubicBezTo>
                    <a:pt x="1333" y="5187"/>
                    <a:pt x="1373" y="5249"/>
                    <a:pt x="1371" y="5274"/>
                  </a:cubicBezTo>
                  <a:cubicBezTo>
                    <a:pt x="1368" y="5314"/>
                    <a:pt x="1337" y="5352"/>
                    <a:pt x="1310" y="5355"/>
                  </a:cubicBezTo>
                  <a:cubicBezTo>
                    <a:pt x="1295" y="5321"/>
                    <a:pt x="1281" y="5289"/>
                    <a:pt x="1267" y="5258"/>
                  </a:cubicBezTo>
                  <a:cubicBezTo>
                    <a:pt x="1260" y="5242"/>
                    <a:pt x="1286" y="5184"/>
                    <a:pt x="1303" y="5181"/>
                  </a:cubicBezTo>
                  <a:moveTo>
                    <a:pt x="1232" y="5044"/>
                  </a:moveTo>
                  <a:cubicBezTo>
                    <a:pt x="1240" y="5043"/>
                    <a:pt x="1254" y="5054"/>
                    <a:pt x="1257" y="5062"/>
                  </a:cubicBezTo>
                  <a:cubicBezTo>
                    <a:pt x="1265" y="5081"/>
                    <a:pt x="1268" y="5102"/>
                    <a:pt x="1272" y="5122"/>
                  </a:cubicBezTo>
                  <a:cubicBezTo>
                    <a:pt x="1278" y="5160"/>
                    <a:pt x="1202" y="5222"/>
                    <a:pt x="1165" y="5209"/>
                  </a:cubicBezTo>
                  <a:cubicBezTo>
                    <a:pt x="1139" y="5200"/>
                    <a:pt x="1132" y="5180"/>
                    <a:pt x="1134" y="5156"/>
                  </a:cubicBezTo>
                  <a:cubicBezTo>
                    <a:pt x="1129" y="5109"/>
                    <a:pt x="1171" y="5052"/>
                    <a:pt x="1232" y="5044"/>
                  </a:cubicBezTo>
                  <a:moveTo>
                    <a:pt x="1412" y="4649"/>
                  </a:moveTo>
                  <a:cubicBezTo>
                    <a:pt x="1363" y="4658"/>
                    <a:pt x="1322" y="4627"/>
                    <a:pt x="1321" y="4563"/>
                  </a:cubicBezTo>
                  <a:cubicBezTo>
                    <a:pt x="1336" y="4537"/>
                    <a:pt x="1357" y="4496"/>
                    <a:pt x="1384" y="4459"/>
                  </a:cubicBezTo>
                  <a:cubicBezTo>
                    <a:pt x="1389" y="4451"/>
                    <a:pt x="1414" y="4452"/>
                    <a:pt x="1428" y="4457"/>
                  </a:cubicBezTo>
                  <a:cubicBezTo>
                    <a:pt x="1462" y="4467"/>
                    <a:pt x="1502" y="4528"/>
                    <a:pt x="1499" y="4559"/>
                  </a:cubicBezTo>
                  <a:cubicBezTo>
                    <a:pt x="1496" y="4600"/>
                    <a:pt x="1457" y="4640"/>
                    <a:pt x="1412" y="4649"/>
                  </a:cubicBezTo>
                  <a:moveTo>
                    <a:pt x="1850" y="3571"/>
                  </a:moveTo>
                  <a:cubicBezTo>
                    <a:pt x="1858" y="3540"/>
                    <a:pt x="1883" y="3521"/>
                    <a:pt x="1916" y="3522"/>
                  </a:cubicBezTo>
                  <a:cubicBezTo>
                    <a:pt x="1948" y="3524"/>
                    <a:pt x="1964" y="3549"/>
                    <a:pt x="1971" y="3578"/>
                  </a:cubicBezTo>
                  <a:cubicBezTo>
                    <a:pt x="1976" y="3597"/>
                    <a:pt x="1977" y="3618"/>
                    <a:pt x="1979" y="3636"/>
                  </a:cubicBezTo>
                  <a:cubicBezTo>
                    <a:pt x="1976" y="3657"/>
                    <a:pt x="1976" y="3676"/>
                    <a:pt x="1972" y="3694"/>
                  </a:cubicBezTo>
                  <a:cubicBezTo>
                    <a:pt x="1964" y="3732"/>
                    <a:pt x="1933" y="3759"/>
                    <a:pt x="1901" y="3756"/>
                  </a:cubicBezTo>
                  <a:cubicBezTo>
                    <a:pt x="1871" y="3754"/>
                    <a:pt x="1835" y="3720"/>
                    <a:pt x="1835" y="3686"/>
                  </a:cubicBezTo>
                  <a:cubicBezTo>
                    <a:pt x="1836" y="3647"/>
                    <a:pt x="1842" y="3608"/>
                    <a:pt x="1850" y="3571"/>
                  </a:cubicBezTo>
                  <a:moveTo>
                    <a:pt x="1749" y="3357"/>
                  </a:moveTo>
                  <a:cubicBezTo>
                    <a:pt x="1751" y="3308"/>
                    <a:pt x="1773" y="3272"/>
                    <a:pt x="1801" y="3272"/>
                  </a:cubicBezTo>
                  <a:cubicBezTo>
                    <a:pt x="1843" y="3272"/>
                    <a:pt x="1898" y="3304"/>
                    <a:pt x="1898" y="3329"/>
                  </a:cubicBezTo>
                  <a:cubicBezTo>
                    <a:pt x="1898" y="3372"/>
                    <a:pt x="1848" y="3429"/>
                    <a:pt x="1811" y="3427"/>
                  </a:cubicBezTo>
                  <a:cubicBezTo>
                    <a:pt x="1777" y="3425"/>
                    <a:pt x="1748" y="3393"/>
                    <a:pt x="1749" y="3357"/>
                  </a:cubicBezTo>
                  <a:moveTo>
                    <a:pt x="1834" y="3820"/>
                  </a:moveTo>
                  <a:cubicBezTo>
                    <a:pt x="1855" y="3837"/>
                    <a:pt x="1857" y="3864"/>
                    <a:pt x="1844" y="3889"/>
                  </a:cubicBezTo>
                  <a:cubicBezTo>
                    <a:pt x="1830" y="3915"/>
                    <a:pt x="1811" y="3928"/>
                    <a:pt x="1781" y="3924"/>
                  </a:cubicBezTo>
                  <a:cubicBezTo>
                    <a:pt x="1762" y="3921"/>
                    <a:pt x="1742" y="3919"/>
                    <a:pt x="1724" y="3913"/>
                  </a:cubicBezTo>
                  <a:cubicBezTo>
                    <a:pt x="1691" y="3901"/>
                    <a:pt x="1669" y="3861"/>
                    <a:pt x="1675" y="3830"/>
                  </a:cubicBezTo>
                  <a:cubicBezTo>
                    <a:pt x="1680" y="3806"/>
                    <a:pt x="1718" y="3782"/>
                    <a:pt x="1752" y="3782"/>
                  </a:cubicBezTo>
                  <a:cubicBezTo>
                    <a:pt x="1753" y="3779"/>
                    <a:pt x="1755" y="3776"/>
                    <a:pt x="1756" y="3774"/>
                  </a:cubicBezTo>
                  <a:cubicBezTo>
                    <a:pt x="1783" y="3789"/>
                    <a:pt x="1811" y="3801"/>
                    <a:pt x="1834" y="3820"/>
                  </a:cubicBezTo>
                  <a:moveTo>
                    <a:pt x="1624" y="3687"/>
                  </a:moveTo>
                  <a:cubicBezTo>
                    <a:pt x="1632" y="3666"/>
                    <a:pt x="1646" y="3628"/>
                    <a:pt x="1662" y="3590"/>
                  </a:cubicBezTo>
                  <a:cubicBezTo>
                    <a:pt x="1671" y="3569"/>
                    <a:pt x="1680" y="3547"/>
                    <a:pt x="1694" y="3528"/>
                  </a:cubicBezTo>
                  <a:cubicBezTo>
                    <a:pt x="1700" y="3521"/>
                    <a:pt x="1720" y="3515"/>
                    <a:pt x="1728" y="3519"/>
                  </a:cubicBezTo>
                  <a:cubicBezTo>
                    <a:pt x="1742" y="3526"/>
                    <a:pt x="1758" y="3540"/>
                    <a:pt x="1760" y="3554"/>
                  </a:cubicBezTo>
                  <a:cubicBezTo>
                    <a:pt x="1770" y="3602"/>
                    <a:pt x="1777" y="3650"/>
                    <a:pt x="1758" y="3698"/>
                  </a:cubicBezTo>
                  <a:cubicBezTo>
                    <a:pt x="1743" y="3733"/>
                    <a:pt x="1710" y="3734"/>
                    <a:pt x="1682" y="3746"/>
                  </a:cubicBezTo>
                  <a:cubicBezTo>
                    <a:pt x="1642" y="3763"/>
                    <a:pt x="1624" y="3752"/>
                    <a:pt x="1624" y="3687"/>
                  </a:cubicBezTo>
                  <a:moveTo>
                    <a:pt x="1663" y="4115"/>
                  </a:moveTo>
                  <a:cubicBezTo>
                    <a:pt x="1669" y="4083"/>
                    <a:pt x="1677" y="4050"/>
                    <a:pt x="1695" y="4024"/>
                  </a:cubicBezTo>
                  <a:cubicBezTo>
                    <a:pt x="1707" y="4005"/>
                    <a:pt x="1736" y="3997"/>
                    <a:pt x="1759" y="3988"/>
                  </a:cubicBezTo>
                  <a:cubicBezTo>
                    <a:pt x="1762" y="3987"/>
                    <a:pt x="1774" y="4007"/>
                    <a:pt x="1778" y="4012"/>
                  </a:cubicBezTo>
                  <a:cubicBezTo>
                    <a:pt x="1772" y="4069"/>
                    <a:pt x="1761" y="4115"/>
                    <a:pt x="1726" y="4151"/>
                  </a:cubicBezTo>
                  <a:cubicBezTo>
                    <a:pt x="1711" y="4166"/>
                    <a:pt x="1692" y="4174"/>
                    <a:pt x="1677" y="4159"/>
                  </a:cubicBezTo>
                  <a:cubicBezTo>
                    <a:pt x="1667" y="4149"/>
                    <a:pt x="1660" y="4128"/>
                    <a:pt x="1663" y="4115"/>
                  </a:cubicBezTo>
                  <a:moveTo>
                    <a:pt x="1729" y="4333"/>
                  </a:moveTo>
                  <a:cubicBezTo>
                    <a:pt x="1754" y="4328"/>
                    <a:pt x="1774" y="4347"/>
                    <a:pt x="1767" y="4371"/>
                  </a:cubicBezTo>
                  <a:cubicBezTo>
                    <a:pt x="1746" y="4438"/>
                    <a:pt x="1723" y="4505"/>
                    <a:pt x="1695" y="4569"/>
                  </a:cubicBezTo>
                  <a:cubicBezTo>
                    <a:pt x="1683" y="4597"/>
                    <a:pt x="1653" y="4608"/>
                    <a:pt x="1620" y="4605"/>
                  </a:cubicBezTo>
                  <a:cubicBezTo>
                    <a:pt x="1580" y="4602"/>
                    <a:pt x="1569" y="4590"/>
                    <a:pt x="1571" y="4550"/>
                  </a:cubicBezTo>
                  <a:cubicBezTo>
                    <a:pt x="1568" y="4548"/>
                    <a:pt x="1565" y="4547"/>
                    <a:pt x="1562" y="4546"/>
                  </a:cubicBezTo>
                  <a:cubicBezTo>
                    <a:pt x="1582" y="4495"/>
                    <a:pt x="1599" y="4443"/>
                    <a:pt x="1623" y="4394"/>
                  </a:cubicBezTo>
                  <a:cubicBezTo>
                    <a:pt x="1643" y="4351"/>
                    <a:pt x="1687" y="4340"/>
                    <a:pt x="1729" y="4333"/>
                  </a:cubicBezTo>
                  <a:moveTo>
                    <a:pt x="1626" y="4081"/>
                  </a:moveTo>
                  <a:cubicBezTo>
                    <a:pt x="1621" y="4107"/>
                    <a:pt x="1618" y="4124"/>
                    <a:pt x="1615" y="4141"/>
                  </a:cubicBezTo>
                  <a:lnTo>
                    <a:pt x="1578" y="4141"/>
                  </a:lnTo>
                  <a:cubicBezTo>
                    <a:pt x="1594" y="4121"/>
                    <a:pt x="1607" y="4104"/>
                    <a:pt x="1626" y="4081"/>
                  </a:cubicBezTo>
                  <a:moveTo>
                    <a:pt x="1604" y="4189"/>
                  </a:moveTo>
                  <a:cubicBezTo>
                    <a:pt x="1634" y="4183"/>
                    <a:pt x="1655" y="4202"/>
                    <a:pt x="1650" y="4232"/>
                  </a:cubicBezTo>
                  <a:cubicBezTo>
                    <a:pt x="1643" y="4272"/>
                    <a:pt x="1616" y="4297"/>
                    <a:pt x="1581" y="4312"/>
                  </a:cubicBezTo>
                  <a:cubicBezTo>
                    <a:pt x="1558" y="4322"/>
                    <a:pt x="1534" y="4304"/>
                    <a:pt x="1535" y="4279"/>
                  </a:cubicBezTo>
                  <a:cubicBezTo>
                    <a:pt x="1535" y="4240"/>
                    <a:pt x="1569" y="4197"/>
                    <a:pt x="1604" y="4189"/>
                  </a:cubicBezTo>
                  <a:moveTo>
                    <a:pt x="1455" y="4314"/>
                  </a:moveTo>
                  <a:cubicBezTo>
                    <a:pt x="1457" y="4300"/>
                    <a:pt x="1477" y="4289"/>
                    <a:pt x="1492" y="4272"/>
                  </a:cubicBezTo>
                  <a:cubicBezTo>
                    <a:pt x="1497" y="4332"/>
                    <a:pt x="1530" y="4356"/>
                    <a:pt x="1579" y="4358"/>
                  </a:cubicBezTo>
                  <a:cubicBezTo>
                    <a:pt x="1563" y="4404"/>
                    <a:pt x="1547" y="4449"/>
                    <a:pt x="1530" y="4496"/>
                  </a:cubicBezTo>
                  <a:cubicBezTo>
                    <a:pt x="1494" y="4457"/>
                    <a:pt x="1469" y="4407"/>
                    <a:pt x="1401" y="4409"/>
                  </a:cubicBezTo>
                  <a:cubicBezTo>
                    <a:pt x="1438" y="4382"/>
                    <a:pt x="1452" y="4352"/>
                    <a:pt x="1455" y="4314"/>
                  </a:cubicBezTo>
                  <a:moveTo>
                    <a:pt x="1304" y="4347"/>
                  </a:moveTo>
                  <a:cubicBezTo>
                    <a:pt x="1308" y="4314"/>
                    <a:pt x="1362" y="4288"/>
                    <a:pt x="1390" y="4306"/>
                  </a:cubicBezTo>
                  <a:cubicBezTo>
                    <a:pt x="1398" y="4311"/>
                    <a:pt x="1402" y="4321"/>
                    <a:pt x="1413" y="4337"/>
                  </a:cubicBezTo>
                  <a:cubicBezTo>
                    <a:pt x="1397" y="4350"/>
                    <a:pt x="1385" y="4369"/>
                    <a:pt x="1370" y="4371"/>
                  </a:cubicBezTo>
                  <a:cubicBezTo>
                    <a:pt x="1350" y="4375"/>
                    <a:pt x="1327" y="4366"/>
                    <a:pt x="1306" y="4361"/>
                  </a:cubicBezTo>
                  <a:cubicBezTo>
                    <a:pt x="1304" y="4361"/>
                    <a:pt x="1303" y="4352"/>
                    <a:pt x="1304" y="4347"/>
                  </a:cubicBezTo>
                  <a:moveTo>
                    <a:pt x="1156" y="3608"/>
                  </a:moveTo>
                  <a:cubicBezTo>
                    <a:pt x="1158" y="3608"/>
                    <a:pt x="1159" y="3611"/>
                    <a:pt x="1161" y="3612"/>
                  </a:cubicBezTo>
                  <a:cubicBezTo>
                    <a:pt x="1241" y="3664"/>
                    <a:pt x="1205" y="3682"/>
                    <a:pt x="1160" y="3727"/>
                  </a:cubicBezTo>
                  <a:cubicBezTo>
                    <a:pt x="1156" y="3731"/>
                    <a:pt x="1151" y="3736"/>
                    <a:pt x="1145" y="3739"/>
                  </a:cubicBezTo>
                  <a:cubicBezTo>
                    <a:pt x="1127" y="3746"/>
                    <a:pt x="1109" y="3752"/>
                    <a:pt x="1092" y="3758"/>
                  </a:cubicBezTo>
                  <a:cubicBezTo>
                    <a:pt x="1087" y="3741"/>
                    <a:pt x="1081" y="3725"/>
                    <a:pt x="1077" y="3708"/>
                  </a:cubicBezTo>
                  <a:cubicBezTo>
                    <a:pt x="1073" y="3687"/>
                    <a:pt x="1070" y="3667"/>
                    <a:pt x="1067" y="3647"/>
                  </a:cubicBezTo>
                  <a:cubicBezTo>
                    <a:pt x="1065" y="3645"/>
                    <a:pt x="1063" y="3644"/>
                    <a:pt x="1061" y="3642"/>
                  </a:cubicBezTo>
                  <a:cubicBezTo>
                    <a:pt x="1073" y="3625"/>
                    <a:pt x="1083" y="3600"/>
                    <a:pt x="1099" y="3593"/>
                  </a:cubicBezTo>
                  <a:cubicBezTo>
                    <a:pt x="1114" y="3587"/>
                    <a:pt x="1137" y="3602"/>
                    <a:pt x="1156" y="3608"/>
                  </a:cubicBezTo>
                  <a:moveTo>
                    <a:pt x="934" y="2346"/>
                  </a:moveTo>
                  <a:cubicBezTo>
                    <a:pt x="905" y="2314"/>
                    <a:pt x="893" y="2275"/>
                    <a:pt x="892" y="2243"/>
                  </a:cubicBezTo>
                  <a:cubicBezTo>
                    <a:pt x="892" y="2176"/>
                    <a:pt x="922" y="2153"/>
                    <a:pt x="976" y="2169"/>
                  </a:cubicBezTo>
                  <a:cubicBezTo>
                    <a:pt x="1025" y="2184"/>
                    <a:pt x="1073" y="2202"/>
                    <a:pt x="1085" y="2260"/>
                  </a:cubicBezTo>
                  <a:cubicBezTo>
                    <a:pt x="1088" y="2278"/>
                    <a:pt x="1090" y="2299"/>
                    <a:pt x="1085" y="2317"/>
                  </a:cubicBezTo>
                  <a:cubicBezTo>
                    <a:pt x="1076" y="2350"/>
                    <a:pt x="1055" y="2377"/>
                    <a:pt x="1020" y="2383"/>
                  </a:cubicBezTo>
                  <a:cubicBezTo>
                    <a:pt x="985" y="2388"/>
                    <a:pt x="956" y="2372"/>
                    <a:pt x="933" y="2346"/>
                  </a:cubicBezTo>
                  <a:lnTo>
                    <a:pt x="934" y="2346"/>
                  </a:lnTo>
                  <a:moveTo>
                    <a:pt x="1114" y="2550"/>
                  </a:moveTo>
                  <a:cubicBezTo>
                    <a:pt x="1159" y="2546"/>
                    <a:pt x="1194" y="2589"/>
                    <a:pt x="1193" y="2645"/>
                  </a:cubicBezTo>
                  <a:cubicBezTo>
                    <a:pt x="1192" y="2707"/>
                    <a:pt x="1146" y="2768"/>
                    <a:pt x="1100" y="2769"/>
                  </a:cubicBezTo>
                  <a:cubicBezTo>
                    <a:pt x="1036" y="2770"/>
                    <a:pt x="997" y="2728"/>
                    <a:pt x="997" y="2659"/>
                  </a:cubicBezTo>
                  <a:cubicBezTo>
                    <a:pt x="996" y="2587"/>
                    <a:pt x="1048" y="2556"/>
                    <a:pt x="1114" y="2550"/>
                  </a:cubicBezTo>
                  <a:moveTo>
                    <a:pt x="696" y="2481"/>
                  </a:moveTo>
                  <a:cubicBezTo>
                    <a:pt x="708" y="2463"/>
                    <a:pt x="715" y="2437"/>
                    <a:pt x="730" y="2431"/>
                  </a:cubicBezTo>
                  <a:cubicBezTo>
                    <a:pt x="743" y="2426"/>
                    <a:pt x="768" y="2439"/>
                    <a:pt x="781" y="2451"/>
                  </a:cubicBezTo>
                  <a:cubicBezTo>
                    <a:pt x="800" y="2467"/>
                    <a:pt x="814" y="2489"/>
                    <a:pt x="826" y="2510"/>
                  </a:cubicBezTo>
                  <a:cubicBezTo>
                    <a:pt x="842" y="2540"/>
                    <a:pt x="828" y="2578"/>
                    <a:pt x="801" y="2592"/>
                  </a:cubicBezTo>
                  <a:cubicBezTo>
                    <a:pt x="778" y="2604"/>
                    <a:pt x="748" y="2593"/>
                    <a:pt x="731" y="2562"/>
                  </a:cubicBezTo>
                  <a:cubicBezTo>
                    <a:pt x="717" y="2539"/>
                    <a:pt x="709" y="2512"/>
                    <a:pt x="696" y="2481"/>
                  </a:cubicBezTo>
                  <a:moveTo>
                    <a:pt x="724" y="2626"/>
                  </a:moveTo>
                  <a:cubicBezTo>
                    <a:pt x="751" y="2631"/>
                    <a:pt x="777" y="2637"/>
                    <a:pt x="803" y="2642"/>
                  </a:cubicBezTo>
                  <a:cubicBezTo>
                    <a:pt x="785" y="2665"/>
                    <a:pt x="765" y="2691"/>
                    <a:pt x="744" y="2719"/>
                  </a:cubicBezTo>
                  <a:cubicBezTo>
                    <a:pt x="708" y="2692"/>
                    <a:pt x="721" y="2658"/>
                    <a:pt x="724" y="2626"/>
                  </a:cubicBezTo>
                  <a:moveTo>
                    <a:pt x="826" y="3032"/>
                  </a:moveTo>
                  <a:cubicBezTo>
                    <a:pt x="810" y="3070"/>
                    <a:pt x="778" y="3085"/>
                    <a:pt x="743" y="3063"/>
                  </a:cubicBezTo>
                  <a:cubicBezTo>
                    <a:pt x="714" y="3045"/>
                    <a:pt x="686" y="3021"/>
                    <a:pt x="663" y="2994"/>
                  </a:cubicBezTo>
                  <a:cubicBezTo>
                    <a:pt x="634" y="2962"/>
                    <a:pt x="640" y="2942"/>
                    <a:pt x="678" y="2924"/>
                  </a:cubicBezTo>
                  <a:cubicBezTo>
                    <a:pt x="694" y="2916"/>
                    <a:pt x="713" y="2913"/>
                    <a:pt x="730" y="2908"/>
                  </a:cubicBezTo>
                  <a:cubicBezTo>
                    <a:pt x="795" y="2914"/>
                    <a:pt x="848" y="2980"/>
                    <a:pt x="826" y="3032"/>
                  </a:cubicBezTo>
                  <a:moveTo>
                    <a:pt x="832" y="2852"/>
                  </a:moveTo>
                  <a:cubicBezTo>
                    <a:pt x="809" y="2826"/>
                    <a:pt x="789" y="2797"/>
                    <a:pt x="775" y="2766"/>
                  </a:cubicBezTo>
                  <a:cubicBezTo>
                    <a:pt x="765" y="2744"/>
                    <a:pt x="814" y="2678"/>
                    <a:pt x="840" y="2676"/>
                  </a:cubicBezTo>
                  <a:cubicBezTo>
                    <a:pt x="851" y="2676"/>
                    <a:pt x="867" y="2686"/>
                    <a:pt x="872" y="2696"/>
                  </a:cubicBezTo>
                  <a:cubicBezTo>
                    <a:pt x="891" y="2729"/>
                    <a:pt x="908" y="2764"/>
                    <a:pt x="922" y="2800"/>
                  </a:cubicBezTo>
                  <a:cubicBezTo>
                    <a:pt x="941" y="2850"/>
                    <a:pt x="931" y="2863"/>
                    <a:pt x="877" y="2863"/>
                  </a:cubicBezTo>
                  <a:cubicBezTo>
                    <a:pt x="862" y="2860"/>
                    <a:pt x="840" y="2862"/>
                    <a:pt x="832" y="2852"/>
                  </a:cubicBezTo>
                  <a:moveTo>
                    <a:pt x="870" y="2911"/>
                  </a:moveTo>
                  <a:cubicBezTo>
                    <a:pt x="902" y="2902"/>
                    <a:pt x="935" y="2893"/>
                    <a:pt x="970" y="2883"/>
                  </a:cubicBezTo>
                  <a:cubicBezTo>
                    <a:pt x="975" y="2958"/>
                    <a:pt x="981" y="3041"/>
                    <a:pt x="987" y="3130"/>
                  </a:cubicBezTo>
                  <a:cubicBezTo>
                    <a:pt x="982" y="3124"/>
                    <a:pt x="979" y="3122"/>
                    <a:pt x="978" y="3119"/>
                  </a:cubicBezTo>
                  <a:cubicBezTo>
                    <a:pt x="941" y="3048"/>
                    <a:pt x="905" y="2977"/>
                    <a:pt x="870" y="2911"/>
                  </a:cubicBezTo>
                  <a:moveTo>
                    <a:pt x="1007" y="3396"/>
                  </a:moveTo>
                  <a:cubicBezTo>
                    <a:pt x="994" y="3335"/>
                    <a:pt x="981" y="3274"/>
                    <a:pt x="968" y="3212"/>
                  </a:cubicBezTo>
                  <a:cubicBezTo>
                    <a:pt x="969" y="3212"/>
                    <a:pt x="970" y="3211"/>
                    <a:pt x="971" y="3211"/>
                  </a:cubicBezTo>
                  <a:cubicBezTo>
                    <a:pt x="982" y="3239"/>
                    <a:pt x="992" y="3267"/>
                    <a:pt x="1005" y="3293"/>
                  </a:cubicBezTo>
                  <a:cubicBezTo>
                    <a:pt x="1011" y="3306"/>
                    <a:pt x="1025" y="3325"/>
                    <a:pt x="1034" y="3324"/>
                  </a:cubicBezTo>
                  <a:cubicBezTo>
                    <a:pt x="1059" y="3322"/>
                    <a:pt x="1052" y="3299"/>
                    <a:pt x="1050" y="3283"/>
                  </a:cubicBezTo>
                  <a:cubicBezTo>
                    <a:pt x="1039" y="3155"/>
                    <a:pt x="1026" y="3028"/>
                    <a:pt x="1016" y="2900"/>
                  </a:cubicBezTo>
                  <a:cubicBezTo>
                    <a:pt x="1013" y="2865"/>
                    <a:pt x="1015" y="2831"/>
                    <a:pt x="1015" y="2795"/>
                  </a:cubicBezTo>
                  <a:cubicBezTo>
                    <a:pt x="1064" y="2802"/>
                    <a:pt x="1065" y="2806"/>
                    <a:pt x="1062" y="2856"/>
                  </a:cubicBezTo>
                  <a:cubicBezTo>
                    <a:pt x="1056" y="2937"/>
                    <a:pt x="1051" y="3019"/>
                    <a:pt x="1046" y="3100"/>
                  </a:cubicBezTo>
                  <a:cubicBezTo>
                    <a:pt x="1041" y="3185"/>
                    <a:pt x="1060" y="3267"/>
                    <a:pt x="1085" y="3347"/>
                  </a:cubicBezTo>
                  <a:cubicBezTo>
                    <a:pt x="1103" y="3408"/>
                    <a:pt x="1124" y="3469"/>
                    <a:pt x="1121" y="3532"/>
                  </a:cubicBezTo>
                  <a:cubicBezTo>
                    <a:pt x="1097" y="3547"/>
                    <a:pt x="1076" y="3561"/>
                    <a:pt x="1050" y="3577"/>
                  </a:cubicBezTo>
                  <a:cubicBezTo>
                    <a:pt x="1036" y="3517"/>
                    <a:pt x="1021" y="3457"/>
                    <a:pt x="1007" y="3396"/>
                  </a:cubicBezTo>
                  <a:moveTo>
                    <a:pt x="892" y="3676"/>
                  </a:moveTo>
                  <a:cubicBezTo>
                    <a:pt x="901" y="3670"/>
                    <a:pt x="915" y="3666"/>
                    <a:pt x="925" y="3668"/>
                  </a:cubicBezTo>
                  <a:cubicBezTo>
                    <a:pt x="977" y="3678"/>
                    <a:pt x="1018" y="3741"/>
                    <a:pt x="1003" y="3793"/>
                  </a:cubicBezTo>
                  <a:cubicBezTo>
                    <a:pt x="992" y="3828"/>
                    <a:pt x="978" y="3865"/>
                    <a:pt x="957" y="3896"/>
                  </a:cubicBezTo>
                  <a:cubicBezTo>
                    <a:pt x="922" y="3948"/>
                    <a:pt x="868" y="3942"/>
                    <a:pt x="840" y="3886"/>
                  </a:cubicBezTo>
                  <a:cubicBezTo>
                    <a:pt x="828" y="3861"/>
                    <a:pt x="823" y="3834"/>
                    <a:pt x="815" y="3808"/>
                  </a:cubicBezTo>
                  <a:cubicBezTo>
                    <a:pt x="823" y="3750"/>
                    <a:pt x="842" y="3704"/>
                    <a:pt x="892" y="3676"/>
                  </a:cubicBezTo>
                  <a:moveTo>
                    <a:pt x="440" y="3576"/>
                  </a:moveTo>
                  <a:cubicBezTo>
                    <a:pt x="446" y="3575"/>
                    <a:pt x="455" y="3575"/>
                    <a:pt x="458" y="3579"/>
                  </a:cubicBezTo>
                  <a:cubicBezTo>
                    <a:pt x="478" y="3602"/>
                    <a:pt x="503" y="3624"/>
                    <a:pt x="514" y="3652"/>
                  </a:cubicBezTo>
                  <a:cubicBezTo>
                    <a:pt x="534" y="3701"/>
                    <a:pt x="538" y="3754"/>
                    <a:pt x="533" y="3814"/>
                  </a:cubicBezTo>
                  <a:cubicBezTo>
                    <a:pt x="468" y="3776"/>
                    <a:pt x="424" y="3727"/>
                    <a:pt x="394" y="3667"/>
                  </a:cubicBezTo>
                  <a:cubicBezTo>
                    <a:pt x="376" y="3631"/>
                    <a:pt x="401" y="3584"/>
                    <a:pt x="440" y="3576"/>
                  </a:cubicBezTo>
                  <a:moveTo>
                    <a:pt x="402" y="3802"/>
                  </a:moveTo>
                  <a:cubicBezTo>
                    <a:pt x="419" y="3834"/>
                    <a:pt x="408" y="3868"/>
                    <a:pt x="397" y="3899"/>
                  </a:cubicBezTo>
                  <a:cubicBezTo>
                    <a:pt x="394" y="3908"/>
                    <a:pt x="383" y="3917"/>
                    <a:pt x="375" y="3918"/>
                  </a:cubicBezTo>
                  <a:cubicBezTo>
                    <a:pt x="368" y="3919"/>
                    <a:pt x="356" y="3910"/>
                    <a:pt x="353" y="3903"/>
                  </a:cubicBezTo>
                  <a:cubicBezTo>
                    <a:pt x="342" y="3876"/>
                    <a:pt x="333" y="3848"/>
                    <a:pt x="320" y="3812"/>
                  </a:cubicBezTo>
                  <a:cubicBezTo>
                    <a:pt x="335" y="3797"/>
                    <a:pt x="351" y="3781"/>
                    <a:pt x="367" y="3764"/>
                  </a:cubicBezTo>
                  <a:cubicBezTo>
                    <a:pt x="379" y="3777"/>
                    <a:pt x="393" y="3788"/>
                    <a:pt x="402" y="3802"/>
                  </a:cubicBezTo>
                  <a:moveTo>
                    <a:pt x="271" y="3740"/>
                  </a:moveTo>
                  <a:cubicBezTo>
                    <a:pt x="247" y="3761"/>
                    <a:pt x="231" y="3761"/>
                    <a:pt x="215" y="3734"/>
                  </a:cubicBezTo>
                  <a:cubicBezTo>
                    <a:pt x="199" y="3706"/>
                    <a:pt x="191" y="3674"/>
                    <a:pt x="180" y="3647"/>
                  </a:cubicBezTo>
                  <a:cubicBezTo>
                    <a:pt x="189" y="3613"/>
                    <a:pt x="193" y="3587"/>
                    <a:pt x="202" y="3562"/>
                  </a:cubicBezTo>
                  <a:cubicBezTo>
                    <a:pt x="211" y="3539"/>
                    <a:pt x="230" y="3531"/>
                    <a:pt x="252" y="3543"/>
                  </a:cubicBezTo>
                  <a:cubicBezTo>
                    <a:pt x="275" y="3556"/>
                    <a:pt x="297" y="3570"/>
                    <a:pt x="317" y="3585"/>
                  </a:cubicBezTo>
                  <a:cubicBezTo>
                    <a:pt x="323" y="3590"/>
                    <a:pt x="328" y="3600"/>
                    <a:pt x="328" y="3607"/>
                  </a:cubicBezTo>
                  <a:cubicBezTo>
                    <a:pt x="327" y="3659"/>
                    <a:pt x="312" y="3705"/>
                    <a:pt x="271" y="3740"/>
                  </a:cubicBezTo>
                  <a:moveTo>
                    <a:pt x="138" y="3984"/>
                  </a:moveTo>
                  <a:cubicBezTo>
                    <a:pt x="57" y="3984"/>
                    <a:pt x="46" y="3965"/>
                    <a:pt x="86" y="3893"/>
                  </a:cubicBezTo>
                  <a:cubicBezTo>
                    <a:pt x="107" y="3856"/>
                    <a:pt x="141" y="3839"/>
                    <a:pt x="180" y="3842"/>
                  </a:cubicBezTo>
                  <a:cubicBezTo>
                    <a:pt x="216" y="3845"/>
                    <a:pt x="242" y="3870"/>
                    <a:pt x="257" y="3904"/>
                  </a:cubicBezTo>
                  <a:cubicBezTo>
                    <a:pt x="264" y="3920"/>
                    <a:pt x="264" y="3932"/>
                    <a:pt x="245" y="3944"/>
                  </a:cubicBezTo>
                  <a:cubicBezTo>
                    <a:pt x="191" y="3978"/>
                    <a:pt x="179" y="3984"/>
                    <a:pt x="138" y="3984"/>
                  </a:cubicBezTo>
                  <a:moveTo>
                    <a:pt x="328" y="4252"/>
                  </a:moveTo>
                  <a:cubicBezTo>
                    <a:pt x="317" y="4266"/>
                    <a:pt x="290" y="4274"/>
                    <a:pt x="270" y="4276"/>
                  </a:cubicBezTo>
                  <a:cubicBezTo>
                    <a:pt x="245" y="4278"/>
                    <a:pt x="235" y="4257"/>
                    <a:pt x="232" y="4235"/>
                  </a:cubicBezTo>
                  <a:cubicBezTo>
                    <a:pt x="226" y="4191"/>
                    <a:pt x="221" y="4147"/>
                    <a:pt x="216" y="4103"/>
                  </a:cubicBezTo>
                  <a:cubicBezTo>
                    <a:pt x="220" y="4100"/>
                    <a:pt x="225" y="4098"/>
                    <a:pt x="229" y="4095"/>
                  </a:cubicBezTo>
                  <a:cubicBezTo>
                    <a:pt x="263" y="4127"/>
                    <a:pt x="300" y="4157"/>
                    <a:pt x="329" y="4193"/>
                  </a:cubicBezTo>
                  <a:cubicBezTo>
                    <a:pt x="339" y="4205"/>
                    <a:pt x="338" y="4238"/>
                    <a:pt x="328" y="4252"/>
                  </a:cubicBezTo>
                  <a:moveTo>
                    <a:pt x="397" y="4155"/>
                  </a:moveTo>
                  <a:cubicBezTo>
                    <a:pt x="346" y="4126"/>
                    <a:pt x="299" y="4091"/>
                    <a:pt x="252" y="4056"/>
                  </a:cubicBezTo>
                  <a:cubicBezTo>
                    <a:pt x="241" y="4047"/>
                    <a:pt x="233" y="4024"/>
                    <a:pt x="236" y="4010"/>
                  </a:cubicBezTo>
                  <a:cubicBezTo>
                    <a:pt x="239" y="3999"/>
                    <a:pt x="260" y="3989"/>
                    <a:pt x="275" y="3987"/>
                  </a:cubicBezTo>
                  <a:cubicBezTo>
                    <a:pt x="311" y="3981"/>
                    <a:pt x="348" y="3978"/>
                    <a:pt x="385" y="3978"/>
                  </a:cubicBezTo>
                  <a:cubicBezTo>
                    <a:pt x="444" y="3979"/>
                    <a:pt x="497" y="4034"/>
                    <a:pt x="497" y="4090"/>
                  </a:cubicBezTo>
                  <a:cubicBezTo>
                    <a:pt x="497" y="4131"/>
                    <a:pt x="434" y="4176"/>
                    <a:pt x="397" y="4155"/>
                  </a:cubicBezTo>
                  <a:moveTo>
                    <a:pt x="431" y="3945"/>
                  </a:moveTo>
                  <a:cubicBezTo>
                    <a:pt x="439" y="3901"/>
                    <a:pt x="447" y="3859"/>
                    <a:pt x="455" y="3813"/>
                  </a:cubicBezTo>
                  <a:cubicBezTo>
                    <a:pt x="478" y="3830"/>
                    <a:pt x="507" y="3840"/>
                    <a:pt x="490" y="3884"/>
                  </a:cubicBezTo>
                  <a:cubicBezTo>
                    <a:pt x="477" y="3918"/>
                    <a:pt x="501" y="3946"/>
                    <a:pt x="528" y="3968"/>
                  </a:cubicBezTo>
                  <a:cubicBezTo>
                    <a:pt x="549" y="3985"/>
                    <a:pt x="574" y="3999"/>
                    <a:pt x="597" y="4015"/>
                  </a:cubicBezTo>
                  <a:cubicBezTo>
                    <a:pt x="577" y="4030"/>
                    <a:pt x="557" y="4045"/>
                    <a:pt x="535" y="4061"/>
                  </a:cubicBezTo>
                  <a:cubicBezTo>
                    <a:pt x="526" y="3996"/>
                    <a:pt x="479" y="3967"/>
                    <a:pt x="431" y="3945"/>
                  </a:cubicBezTo>
                  <a:moveTo>
                    <a:pt x="597" y="4290"/>
                  </a:moveTo>
                  <a:cubicBezTo>
                    <a:pt x="566" y="4297"/>
                    <a:pt x="540" y="4281"/>
                    <a:pt x="535" y="4249"/>
                  </a:cubicBezTo>
                  <a:cubicBezTo>
                    <a:pt x="526" y="4185"/>
                    <a:pt x="547" y="4129"/>
                    <a:pt x="582" y="4077"/>
                  </a:cubicBezTo>
                  <a:cubicBezTo>
                    <a:pt x="595" y="4057"/>
                    <a:pt x="629" y="4058"/>
                    <a:pt x="652" y="4073"/>
                  </a:cubicBezTo>
                  <a:cubicBezTo>
                    <a:pt x="665" y="4081"/>
                    <a:pt x="682" y="4083"/>
                    <a:pt x="706" y="4091"/>
                  </a:cubicBezTo>
                  <a:cubicBezTo>
                    <a:pt x="734" y="4156"/>
                    <a:pt x="676" y="4272"/>
                    <a:pt x="597" y="4290"/>
                  </a:cubicBezTo>
                  <a:moveTo>
                    <a:pt x="733" y="3983"/>
                  </a:moveTo>
                  <a:cubicBezTo>
                    <a:pt x="666" y="4004"/>
                    <a:pt x="570" y="3959"/>
                    <a:pt x="541" y="3917"/>
                  </a:cubicBezTo>
                  <a:cubicBezTo>
                    <a:pt x="533" y="3907"/>
                    <a:pt x="531" y="3883"/>
                    <a:pt x="538" y="3873"/>
                  </a:cubicBezTo>
                  <a:cubicBezTo>
                    <a:pt x="550" y="3859"/>
                    <a:pt x="571" y="3842"/>
                    <a:pt x="587" y="3843"/>
                  </a:cubicBezTo>
                  <a:cubicBezTo>
                    <a:pt x="628" y="3846"/>
                    <a:pt x="666" y="3864"/>
                    <a:pt x="691" y="3901"/>
                  </a:cubicBezTo>
                  <a:cubicBezTo>
                    <a:pt x="694" y="3906"/>
                    <a:pt x="700" y="3911"/>
                    <a:pt x="705" y="3914"/>
                  </a:cubicBezTo>
                  <a:cubicBezTo>
                    <a:pt x="737" y="3938"/>
                    <a:pt x="739" y="3943"/>
                    <a:pt x="733" y="3983"/>
                  </a:cubicBezTo>
                  <a:moveTo>
                    <a:pt x="704" y="3844"/>
                  </a:moveTo>
                  <a:cubicBezTo>
                    <a:pt x="685" y="3834"/>
                    <a:pt x="665" y="3817"/>
                    <a:pt x="657" y="3798"/>
                  </a:cubicBezTo>
                  <a:cubicBezTo>
                    <a:pt x="638" y="3755"/>
                    <a:pt x="626" y="3709"/>
                    <a:pt x="611" y="3664"/>
                  </a:cubicBezTo>
                  <a:cubicBezTo>
                    <a:pt x="613" y="3663"/>
                    <a:pt x="615" y="3662"/>
                    <a:pt x="618" y="3661"/>
                  </a:cubicBezTo>
                  <a:cubicBezTo>
                    <a:pt x="620" y="3641"/>
                    <a:pt x="622" y="3620"/>
                    <a:pt x="625" y="3600"/>
                  </a:cubicBezTo>
                  <a:cubicBezTo>
                    <a:pt x="630" y="3574"/>
                    <a:pt x="649" y="3566"/>
                    <a:pt x="673" y="3578"/>
                  </a:cubicBezTo>
                  <a:cubicBezTo>
                    <a:pt x="739" y="3612"/>
                    <a:pt x="788" y="3706"/>
                    <a:pt x="777" y="3780"/>
                  </a:cubicBezTo>
                  <a:cubicBezTo>
                    <a:pt x="776" y="3788"/>
                    <a:pt x="775" y="3796"/>
                    <a:pt x="775" y="3803"/>
                  </a:cubicBezTo>
                  <a:cubicBezTo>
                    <a:pt x="771" y="3852"/>
                    <a:pt x="746" y="3868"/>
                    <a:pt x="704" y="3844"/>
                  </a:cubicBezTo>
                  <a:moveTo>
                    <a:pt x="751" y="4176"/>
                  </a:moveTo>
                  <a:cubicBezTo>
                    <a:pt x="753" y="4152"/>
                    <a:pt x="756" y="4130"/>
                    <a:pt x="759" y="4102"/>
                  </a:cubicBezTo>
                  <a:cubicBezTo>
                    <a:pt x="773" y="4117"/>
                    <a:pt x="784" y="4129"/>
                    <a:pt x="797" y="4142"/>
                  </a:cubicBezTo>
                  <a:cubicBezTo>
                    <a:pt x="780" y="4155"/>
                    <a:pt x="766" y="4165"/>
                    <a:pt x="751" y="4176"/>
                  </a:cubicBezTo>
                  <a:moveTo>
                    <a:pt x="776" y="4274"/>
                  </a:moveTo>
                  <a:cubicBezTo>
                    <a:pt x="768" y="4266"/>
                    <a:pt x="767" y="4244"/>
                    <a:pt x="772" y="4233"/>
                  </a:cubicBezTo>
                  <a:cubicBezTo>
                    <a:pt x="775" y="4226"/>
                    <a:pt x="796" y="4222"/>
                    <a:pt x="808" y="4224"/>
                  </a:cubicBezTo>
                  <a:cubicBezTo>
                    <a:pt x="872" y="4235"/>
                    <a:pt x="908" y="4278"/>
                    <a:pt x="935" y="4337"/>
                  </a:cubicBezTo>
                  <a:cubicBezTo>
                    <a:pt x="871" y="4339"/>
                    <a:pt x="819" y="4317"/>
                    <a:pt x="776" y="4274"/>
                  </a:cubicBezTo>
                  <a:moveTo>
                    <a:pt x="829" y="4045"/>
                  </a:moveTo>
                  <a:cubicBezTo>
                    <a:pt x="812" y="4023"/>
                    <a:pt x="806" y="3992"/>
                    <a:pt x="795" y="3966"/>
                  </a:cubicBezTo>
                  <a:cubicBezTo>
                    <a:pt x="786" y="3943"/>
                    <a:pt x="776" y="3921"/>
                    <a:pt x="764" y="3895"/>
                  </a:cubicBezTo>
                  <a:cubicBezTo>
                    <a:pt x="771" y="3891"/>
                    <a:pt x="779" y="3887"/>
                    <a:pt x="787" y="3883"/>
                  </a:cubicBezTo>
                  <a:cubicBezTo>
                    <a:pt x="880" y="4014"/>
                    <a:pt x="956" y="4004"/>
                    <a:pt x="1034" y="3850"/>
                  </a:cubicBezTo>
                  <a:cubicBezTo>
                    <a:pt x="1043" y="4012"/>
                    <a:pt x="1052" y="4170"/>
                    <a:pt x="1062" y="4335"/>
                  </a:cubicBezTo>
                  <a:cubicBezTo>
                    <a:pt x="1039" y="4303"/>
                    <a:pt x="1021" y="4276"/>
                    <a:pt x="999" y="4250"/>
                  </a:cubicBezTo>
                  <a:cubicBezTo>
                    <a:pt x="943" y="4181"/>
                    <a:pt x="883" y="4115"/>
                    <a:pt x="829" y="4045"/>
                  </a:cubicBezTo>
                  <a:moveTo>
                    <a:pt x="936" y="5116"/>
                  </a:moveTo>
                  <a:cubicBezTo>
                    <a:pt x="981" y="5116"/>
                    <a:pt x="1020" y="5156"/>
                    <a:pt x="1020" y="5202"/>
                  </a:cubicBezTo>
                  <a:cubicBezTo>
                    <a:pt x="1020" y="5249"/>
                    <a:pt x="983" y="5286"/>
                    <a:pt x="934" y="5286"/>
                  </a:cubicBezTo>
                  <a:cubicBezTo>
                    <a:pt x="888" y="5286"/>
                    <a:pt x="849" y="5248"/>
                    <a:pt x="848" y="5202"/>
                  </a:cubicBezTo>
                  <a:cubicBezTo>
                    <a:pt x="847" y="5156"/>
                    <a:pt x="888" y="5116"/>
                    <a:pt x="936" y="5115"/>
                  </a:cubicBezTo>
                  <a:lnTo>
                    <a:pt x="936" y="5116"/>
                  </a:lnTo>
                  <a:moveTo>
                    <a:pt x="884" y="4663"/>
                  </a:moveTo>
                  <a:cubicBezTo>
                    <a:pt x="934" y="4665"/>
                    <a:pt x="959" y="4684"/>
                    <a:pt x="958" y="4721"/>
                  </a:cubicBezTo>
                  <a:cubicBezTo>
                    <a:pt x="957" y="4753"/>
                    <a:pt x="934" y="4788"/>
                    <a:pt x="913" y="4787"/>
                  </a:cubicBezTo>
                  <a:cubicBezTo>
                    <a:pt x="864" y="4786"/>
                    <a:pt x="839" y="4762"/>
                    <a:pt x="840" y="4717"/>
                  </a:cubicBezTo>
                  <a:cubicBezTo>
                    <a:pt x="841" y="4671"/>
                    <a:pt x="848" y="4662"/>
                    <a:pt x="884" y="4663"/>
                  </a:cubicBezTo>
                  <a:moveTo>
                    <a:pt x="783" y="4735"/>
                  </a:moveTo>
                  <a:cubicBezTo>
                    <a:pt x="799" y="4758"/>
                    <a:pt x="810" y="4774"/>
                    <a:pt x="821" y="4789"/>
                  </a:cubicBezTo>
                  <a:cubicBezTo>
                    <a:pt x="803" y="4804"/>
                    <a:pt x="786" y="4818"/>
                    <a:pt x="767" y="4833"/>
                  </a:cubicBezTo>
                  <a:cubicBezTo>
                    <a:pt x="772" y="4802"/>
                    <a:pt x="777" y="4774"/>
                    <a:pt x="783" y="4735"/>
                  </a:cubicBezTo>
                  <a:moveTo>
                    <a:pt x="803" y="4853"/>
                  </a:moveTo>
                  <a:cubicBezTo>
                    <a:pt x="814" y="4833"/>
                    <a:pt x="841" y="4835"/>
                    <a:pt x="849" y="4857"/>
                  </a:cubicBezTo>
                  <a:cubicBezTo>
                    <a:pt x="858" y="4881"/>
                    <a:pt x="861" y="4907"/>
                    <a:pt x="866" y="4932"/>
                  </a:cubicBezTo>
                  <a:cubicBezTo>
                    <a:pt x="860" y="4985"/>
                    <a:pt x="852" y="5035"/>
                    <a:pt x="818" y="5077"/>
                  </a:cubicBezTo>
                  <a:cubicBezTo>
                    <a:pt x="798" y="5101"/>
                    <a:pt x="781" y="5098"/>
                    <a:pt x="772" y="5068"/>
                  </a:cubicBezTo>
                  <a:cubicBezTo>
                    <a:pt x="747" y="4992"/>
                    <a:pt x="766" y="4920"/>
                    <a:pt x="803" y="4853"/>
                  </a:cubicBezTo>
                  <a:moveTo>
                    <a:pt x="563" y="4448"/>
                  </a:moveTo>
                  <a:cubicBezTo>
                    <a:pt x="585" y="4424"/>
                    <a:pt x="607" y="4406"/>
                    <a:pt x="642" y="4420"/>
                  </a:cubicBezTo>
                  <a:cubicBezTo>
                    <a:pt x="679" y="4435"/>
                    <a:pt x="705" y="4458"/>
                    <a:pt x="709" y="4499"/>
                  </a:cubicBezTo>
                  <a:cubicBezTo>
                    <a:pt x="710" y="4506"/>
                    <a:pt x="709" y="4512"/>
                    <a:pt x="709" y="4519"/>
                  </a:cubicBezTo>
                  <a:cubicBezTo>
                    <a:pt x="708" y="4558"/>
                    <a:pt x="702" y="4596"/>
                    <a:pt x="673" y="4627"/>
                  </a:cubicBezTo>
                  <a:cubicBezTo>
                    <a:pt x="654" y="4647"/>
                    <a:pt x="631" y="4654"/>
                    <a:pt x="605" y="4642"/>
                  </a:cubicBezTo>
                  <a:cubicBezTo>
                    <a:pt x="538" y="4614"/>
                    <a:pt x="515" y="4502"/>
                    <a:pt x="563" y="4448"/>
                  </a:cubicBezTo>
                  <a:moveTo>
                    <a:pt x="560" y="4825"/>
                  </a:moveTo>
                  <a:cubicBezTo>
                    <a:pt x="553" y="4773"/>
                    <a:pt x="571" y="4738"/>
                    <a:pt x="618" y="4713"/>
                  </a:cubicBezTo>
                  <a:cubicBezTo>
                    <a:pt x="637" y="4703"/>
                    <a:pt x="659" y="4692"/>
                    <a:pt x="679" y="4692"/>
                  </a:cubicBezTo>
                  <a:cubicBezTo>
                    <a:pt x="718" y="4692"/>
                    <a:pt x="736" y="4716"/>
                    <a:pt x="736" y="4755"/>
                  </a:cubicBezTo>
                  <a:cubicBezTo>
                    <a:pt x="737" y="4816"/>
                    <a:pt x="700" y="4854"/>
                    <a:pt x="653" y="4881"/>
                  </a:cubicBezTo>
                  <a:cubicBezTo>
                    <a:pt x="616" y="4903"/>
                    <a:pt x="566" y="4871"/>
                    <a:pt x="560" y="4825"/>
                  </a:cubicBezTo>
                  <a:moveTo>
                    <a:pt x="742" y="4869"/>
                  </a:moveTo>
                  <a:cubicBezTo>
                    <a:pt x="733" y="4905"/>
                    <a:pt x="725" y="4941"/>
                    <a:pt x="716" y="4978"/>
                  </a:cubicBezTo>
                  <a:cubicBezTo>
                    <a:pt x="694" y="4962"/>
                    <a:pt x="673" y="4947"/>
                    <a:pt x="653" y="4933"/>
                  </a:cubicBezTo>
                  <a:cubicBezTo>
                    <a:pt x="681" y="4912"/>
                    <a:pt x="711" y="4891"/>
                    <a:pt x="742" y="4869"/>
                  </a:cubicBezTo>
                  <a:moveTo>
                    <a:pt x="630" y="5421"/>
                  </a:moveTo>
                  <a:cubicBezTo>
                    <a:pt x="607" y="5447"/>
                    <a:pt x="580" y="5450"/>
                    <a:pt x="552" y="5430"/>
                  </a:cubicBezTo>
                  <a:cubicBezTo>
                    <a:pt x="493" y="5389"/>
                    <a:pt x="478" y="5274"/>
                    <a:pt x="527" y="5222"/>
                  </a:cubicBezTo>
                  <a:cubicBezTo>
                    <a:pt x="553" y="5194"/>
                    <a:pt x="595" y="5189"/>
                    <a:pt x="648" y="5209"/>
                  </a:cubicBezTo>
                  <a:cubicBezTo>
                    <a:pt x="678" y="5220"/>
                    <a:pt x="685" y="5248"/>
                    <a:pt x="691" y="5274"/>
                  </a:cubicBezTo>
                  <a:cubicBezTo>
                    <a:pt x="680" y="5329"/>
                    <a:pt x="666" y="5380"/>
                    <a:pt x="630" y="5421"/>
                  </a:cubicBezTo>
                  <a:moveTo>
                    <a:pt x="629" y="5108"/>
                  </a:moveTo>
                  <a:cubicBezTo>
                    <a:pt x="586" y="5108"/>
                    <a:pt x="547" y="5071"/>
                    <a:pt x="547" y="5031"/>
                  </a:cubicBezTo>
                  <a:cubicBezTo>
                    <a:pt x="548" y="5000"/>
                    <a:pt x="579" y="4971"/>
                    <a:pt x="613" y="4972"/>
                  </a:cubicBezTo>
                  <a:cubicBezTo>
                    <a:pt x="655" y="4973"/>
                    <a:pt x="693" y="5011"/>
                    <a:pt x="692" y="5052"/>
                  </a:cubicBezTo>
                  <a:cubicBezTo>
                    <a:pt x="692" y="5085"/>
                    <a:pt x="666" y="5108"/>
                    <a:pt x="629" y="5108"/>
                  </a:cubicBezTo>
                  <a:moveTo>
                    <a:pt x="1053" y="5543"/>
                  </a:moveTo>
                  <a:cubicBezTo>
                    <a:pt x="915" y="5432"/>
                    <a:pt x="814" y="5277"/>
                    <a:pt x="696" y="5135"/>
                  </a:cubicBezTo>
                  <a:cubicBezTo>
                    <a:pt x="708" y="5120"/>
                    <a:pt x="719" y="5107"/>
                    <a:pt x="730" y="5094"/>
                  </a:cubicBezTo>
                  <a:cubicBezTo>
                    <a:pt x="754" y="5121"/>
                    <a:pt x="784" y="5136"/>
                    <a:pt x="821" y="5136"/>
                  </a:cubicBezTo>
                  <a:cubicBezTo>
                    <a:pt x="804" y="5184"/>
                    <a:pt x="795" y="5233"/>
                    <a:pt x="830" y="5274"/>
                  </a:cubicBezTo>
                  <a:cubicBezTo>
                    <a:pt x="849" y="5296"/>
                    <a:pt x="876" y="5315"/>
                    <a:pt x="903" y="5324"/>
                  </a:cubicBezTo>
                  <a:cubicBezTo>
                    <a:pt x="970" y="5346"/>
                    <a:pt x="1027" y="5310"/>
                    <a:pt x="1064" y="5227"/>
                  </a:cubicBezTo>
                  <a:cubicBezTo>
                    <a:pt x="1060" y="5336"/>
                    <a:pt x="1056" y="5441"/>
                    <a:pt x="1053" y="5543"/>
                  </a:cubicBezTo>
                  <a:moveTo>
                    <a:pt x="1090" y="4902"/>
                  </a:moveTo>
                  <a:cubicBezTo>
                    <a:pt x="1087" y="4815"/>
                    <a:pt x="1088" y="4728"/>
                    <a:pt x="1083" y="4641"/>
                  </a:cubicBezTo>
                  <a:cubicBezTo>
                    <a:pt x="1078" y="4547"/>
                    <a:pt x="1050" y="4458"/>
                    <a:pt x="1009" y="4372"/>
                  </a:cubicBezTo>
                  <a:cubicBezTo>
                    <a:pt x="1005" y="4363"/>
                    <a:pt x="1003" y="4353"/>
                    <a:pt x="1000" y="4343"/>
                  </a:cubicBezTo>
                  <a:cubicBezTo>
                    <a:pt x="1003" y="4341"/>
                    <a:pt x="1006" y="4340"/>
                    <a:pt x="1009" y="4339"/>
                  </a:cubicBezTo>
                  <a:cubicBezTo>
                    <a:pt x="1015" y="4349"/>
                    <a:pt x="1023" y="4359"/>
                    <a:pt x="1027" y="4371"/>
                  </a:cubicBezTo>
                  <a:cubicBezTo>
                    <a:pt x="1049" y="4427"/>
                    <a:pt x="1069" y="4484"/>
                    <a:pt x="1092" y="4541"/>
                  </a:cubicBezTo>
                  <a:cubicBezTo>
                    <a:pt x="1097" y="4553"/>
                    <a:pt x="1110" y="4561"/>
                    <a:pt x="1120" y="4571"/>
                  </a:cubicBezTo>
                  <a:cubicBezTo>
                    <a:pt x="1126" y="4557"/>
                    <a:pt x="1140" y="4542"/>
                    <a:pt x="1137" y="4531"/>
                  </a:cubicBezTo>
                  <a:cubicBezTo>
                    <a:pt x="1105" y="4362"/>
                    <a:pt x="1097" y="4190"/>
                    <a:pt x="1084" y="4019"/>
                  </a:cubicBezTo>
                  <a:cubicBezTo>
                    <a:pt x="1079" y="3949"/>
                    <a:pt x="1084" y="3878"/>
                    <a:pt x="1084" y="3808"/>
                  </a:cubicBezTo>
                  <a:cubicBezTo>
                    <a:pt x="1114" y="3799"/>
                    <a:pt x="1142" y="3790"/>
                    <a:pt x="1162" y="3783"/>
                  </a:cubicBezTo>
                  <a:cubicBezTo>
                    <a:pt x="1155" y="3882"/>
                    <a:pt x="1144" y="3986"/>
                    <a:pt x="1142" y="4089"/>
                  </a:cubicBezTo>
                  <a:cubicBezTo>
                    <a:pt x="1140" y="4168"/>
                    <a:pt x="1148" y="4248"/>
                    <a:pt x="1157" y="4326"/>
                  </a:cubicBezTo>
                  <a:cubicBezTo>
                    <a:pt x="1161" y="4360"/>
                    <a:pt x="1181" y="4393"/>
                    <a:pt x="1196" y="4429"/>
                  </a:cubicBezTo>
                  <a:cubicBezTo>
                    <a:pt x="1215" y="4408"/>
                    <a:pt x="1233" y="4387"/>
                    <a:pt x="1250" y="4367"/>
                  </a:cubicBezTo>
                  <a:cubicBezTo>
                    <a:pt x="1273" y="4385"/>
                    <a:pt x="1293" y="4401"/>
                    <a:pt x="1316" y="4419"/>
                  </a:cubicBezTo>
                  <a:cubicBezTo>
                    <a:pt x="1314" y="4422"/>
                    <a:pt x="1310" y="4429"/>
                    <a:pt x="1303" y="4434"/>
                  </a:cubicBezTo>
                  <a:cubicBezTo>
                    <a:pt x="1242" y="4480"/>
                    <a:pt x="1227" y="4548"/>
                    <a:pt x="1220" y="4618"/>
                  </a:cubicBezTo>
                  <a:cubicBezTo>
                    <a:pt x="1210" y="4701"/>
                    <a:pt x="1201" y="4784"/>
                    <a:pt x="1192" y="4867"/>
                  </a:cubicBezTo>
                  <a:cubicBezTo>
                    <a:pt x="1190" y="4889"/>
                    <a:pt x="1189" y="4910"/>
                    <a:pt x="1187" y="4932"/>
                  </a:cubicBezTo>
                  <a:cubicBezTo>
                    <a:pt x="1184" y="4964"/>
                    <a:pt x="1191" y="4996"/>
                    <a:pt x="1151" y="5017"/>
                  </a:cubicBezTo>
                  <a:cubicBezTo>
                    <a:pt x="1131" y="5028"/>
                    <a:pt x="1121" y="5060"/>
                    <a:pt x="1101" y="5090"/>
                  </a:cubicBezTo>
                  <a:cubicBezTo>
                    <a:pt x="1097" y="5023"/>
                    <a:pt x="1092" y="4962"/>
                    <a:pt x="1090" y="4902"/>
                  </a:cubicBezTo>
                  <a:moveTo>
                    <a:pt x="1136" y="5473"/>
                  </a:moveTo>
                  <a:cubicBezTo>
                    <a:pt x="1104" y="5461"/>
                    <a:pt x="1095" y="5442"/>
                    <a:pt x="1100" y="5396"/>
                  </a:cubicBezTo>
                  <a:cubicBezTo>
                    <a:pt x="1102" y="5374"/>
                    <a:pt x="1104" y="5351"/>
                    <a:pt x="1109" y="5329"/>
                  </a:cubicBezTo>
                  <a:cubicBezTo>
                    <a:pt x="1118" y="5289"/>
                    <a:pt x="1158" y="5262"/>
                    <a:pt x="1197" y="5266"/>
                  </a:cubicBezTo>
                  <a:cubicBezTo>
                    <a:pt x="1229" y="5271"/>
                    <a:pt x="1255" y="5305"/>
                    <a:pt x="1260" y="5345"/>
                  </a:cubicBezTo>
                  <a:cubicBezTo>
                    <a:pt x="1249" y="5376"/>
                    <a:pt x="1242" y="5409"/>
                    <a:pt x="1227" y="5439"/>
                  </a:cubicBezTo>
                  <a:cubicBezTo>
                    <a:pt x="1209" y="5476"/>
                    <a:pt x="1173" y="5486"/>
                    <a:pt x="1136" y="5473"/>
                  </a:cubicBezTo>
                  <a:moveTo>
                    <a:pt x="1558" y="5956"/>
                  </a:moveTo>
                  <a:cubicBezTo>
                    <a:pt x="1523" y="6028"/>
                    <a:pt x="1491" y="6102"/>
                    <a:pt x="1451" y="6171"/>
                  </a:cubicBezTo>
                  <a:cubicBezTo>
                    <a:pt x="1393" y="6273"/>
                    <a:pt x="1329" y="6371"/>
                    <a:pt x="1266" y="6471"/>
                  </a:cubicBezTo>
                  <a:cubicBezTo>
                    <a:pt x="1260" y="6482"/>
                    <a:pt x="1251" y="6491"/>
                    <a:pt x="1235" y="6500"/>
                  </a:cubicBezTo>
                  <a:cubicBezTo>
                    <a:pt x="1234" y="6489"/>
                    <a:pt x="1233" y="6478"/>
                    <a:pt x="1233" y="6467"/>
                  </a:cubicBezTo>
                  <a:cubicBezTo>
                    <a:pt x="1233" y="6339"/>
                    <a:pt x="1232" y="6211"/>
                    <a:pt x="1232" y="6082"/>
                  </a:cubicBezTo>
                  <a:cubicBezTo>
                    <a:pt x="1232" y="5965"/>
                    <a:pt x="1230" y="5848"/>
                    <a:pt x="1233" y="5730"/>
                  </a:cubicBezTo>
                  <a:cubicBezTo>
                    <a:pt x="1236" y="5651"/>
                    <a:pt x="1242" y="5572"/>
                    <a:pt x="1253" y="5494"/>
                  </a:cubicBezTo>
                  <a:cubicBezTo>
                    <a:pt x="1258" y="5462"/>
                    <a:pt x="1279" y="5433"/>
                    <a:pt x="1293" y="5400"/>
                  </a:cubicBezTo>
                  <a:cubicBezTo>
                    <a:pt x="1354" y="5394"/>
                    <a:pt x="1392" y="5359"/>
                    <a:pt x="1409" y="5294"/>
                  </a:cubicBezTo>
                  <a:cubicBezTo>
                    <a:pt x="1420" y="5255"/>
                    <a:pt x="1418" y="5252"/>
                    <a:pt x="1347" y="5145"/>
                  </a:cubicBezTo>
                  <a:cubicBezTo>
                    <a:pt x="1399" y="5141"/>
                    <a:pt x="1438" y="5116"/>
                    <a:pt x="1463" y="5071"/>
                  </a:cubicBezTo>
                  <a:cubicBezTo>
                    <a:pt x="1467" y="5065"/>
                    <a:pt x="1467" y="5056"/>
                    <a:pt x="1472" y="5051"/>
                  </a:cubicBezTo>
                  <a:cubicBezTo>
                    <a:pt x="1477" y="5046"/>
                    <a:pt x="1485" y="5045"/>
                    <a:pt x="1497" y="5040"/>
                  </a:cubicBezTo>
                  <a:cubicBezTo>
                    <a:pt x="1486" y="5071"/>
                    <a:pt x="1477" y="5094"/>
                    <a:pt x="1469" y="5117"/>
                  </a:cubicBezTo>
                  <a:cubicBezTo>
                    <a:pt x="1439" y="5202"/>
                    <a:pt x="1448" y="5289"/>
                    <a:pt x="1461" y="5375"/>
                  </a:cubicBezTo>
                  <a:cubicBezTo>
                    <a:pt x="1476" y="5477"/>
                    <a:pt x="1489" y="5579"/>
                    <a:pt x="1509" y="5681"/>
                  </a:cubicBezTo>
                  <a:cubicBezTo>
                    <a:pt x="1521" y="5737"/>
                    <a:pt x="1543" y="5791"/>
                    <a:pt x="1562" y="5845"/>
                  </a:cubicBezTo>
                  <a:cubicBezTo>
                    <a:pt x="1574" y="5883"/>
                    <a:pt x="1575" y="5920"/>
                    <a:pt x="1558" y="5956"/>
                  </a:cubicBezTo>
                  <a:moveTo>
                    <a:pt x="1791" y="5248"/>
                  </a:moveTo>
                  <a:cubicBezTo>
                    <a:pt x="1803" y="5315"/>
                    <a:pt x="1789" y="5389"/>
                    <a:pt x="1777" y="5457"/>
                  </a:cubicBezTo>
                  <a:cubicBezTo>
                    <a:pt x="1759" y="5560"/>
                    <a:pt x="1719" y="5655"/>
                    <a:pt x="1666" y="5745"/>
                  </a:cubicBezTo>
                  <a:cubicBezTo>
                    <a:pt x="1646" y="5778"/>
                    <a:pt x="1631" y="5814"/>
                    <a:pt x="1612" y="5852"/>
                  </a:cubicBezTo>
                  <a:cubicBezTo>
                    <a:pt x="1556" y="5704"/>
                    <a:pt x="1515" y="5558"/>
                    <a:pt x="1507" y="5403"/>
                  </a:cubicBezTo>
                  <a:cubicBezTo>
                    <a:pt x="1504" y="5351"/>
                    <a:pt x="1497" y="5299"/>
                    <a:pt x="1493" y="5247"/>
                  </a:cubicBezTo>
                  <a:cubicBezTo>
                    <a:pt x="1492" y="5227"/>
                    <a:pt x="1494" y="5206"/>
                    <a:pt x="1497" y="5186"/>
                  </a:cubicBezTo>
                  <a:cubicBezTo>
                    <a:pt x="1506" y="5115"/>
                    <a:pt x="1534" y="5060"/>
                    <a:pt x="1605" y="5029"/>
                  </a:cubicBezTo>
                  <a:cubicBezTo>
                    <a:pt x="1642" y="5013"/>
                    <a:pt x="1671" y="4978"/>
                    <a:pt x="1704" y="4952"/>
                  </a:cubicBezTo>
                  <a:cubicBezTo>
                    <a:pt x="1734" y="5049"/>
                    <a:pt x="1774" y="5147"/>
                    <a:pt x="1792" y="5248"/>
                  </a:cubicBezTo>
                  <a:lnTo>
                    <a:pt x="1791" y="5248"/>
                  </a:lnTo>
                  <a:moveTo>
                    <a:pt x="2716" y="3961"/>
                  </a:moveTo>
                  <a:cubicBezTo>
                    <a:pt x="2720" y="3964"/>
                    <a:pt x="2723" y="3966"/>
                    <a:pt x="2726" y="3969"/>
                  </a:cubicBezTo>
                  <a:cubicBezTo>
                    <a:pt x="2705" y="4028"/>
                    <a:pt x="2679" y="4085"/>
                    <a:pt x="2664" y="4146"/>
                  </a:cubicBezTo>
                  <a:cubicBezTo>
                    <a:pt x="2646" y="4218"/>
                    <a:pt x="2635" y="4293"/>
                    <a:pt x="2627" y="4367"/>
                  </a:cubicBezTo>
                  <a:cubicBezTo>
                    <a:pt x="2620" y="4423"/>
                    <a:pt x="2646" y="4454"/>
                    <a:pt x="2710" y="4481"/>
                  </a:cubicBezTo>
                  <a:cubicBezTo>
                    <a:pt x="2762" y="4503"/>
                    <a:pt x="2779" y="4530"/>
                    <a:pt x="2774" y="4584"/>
                  </a:cubicBezTo>
                  <a:cubicBezTo>
                    <a:pt x="2773" y="4592"/>
                    <a:pt x="2771" y="4602"/>
                    <a:pt x="2766" y="4608"/>
                  </a:cubicBezTo>
                  <a:cubicBezTo>
                    <a:pt x="2706" y="4681"/>
                    <a:pt x="2645" y="4753"/>
                    <a:pt x="2586" y="4827"/>
                  </a:cubicBezTo>
                  <a:cubicBezTo>
                    <a:pt x="2533" y="4894"/>
                    <a:pt x="2468" y="4941"/>
                    <a:pt x="2384" y="4962"/>
                  </a:cubicBezTo>
                  <a:cubicBezTo>
                    <a:pt x="2305" y="4981"/>
                    <a:pt x="2239" y="5025"/>
                    <a:pt x="2174" y="5075"/>
                  </a:cubicBezTo>
                  <a:cubicBezTo>
                    <a:pt x="2196" y="5027"/>
                    <a:pt x="2219" y="4979"/>
                    <a:pt x="2241" y="4930"/>
                  </a:cubicBezTo>
                  <a:cubicBezTo>
                    <a:pt x="2247" y="4919"/>
                    <a:pt x="2253" y="4907"/>
                    <a:pt x="2260" y="4896"/>
                  </a:cubicBezTo>
                  <a:cubicBezTo>
                    <a:pt x="2376" y="4733"/>
                    <a:pt x="2425" y="4543"/>
                    <a:pt x="2474" y="4354"/>
                  </a:cubicBezTo>
                  <a:cubicBezTo>
                    <a:pt x="2491" y="4287"/>
                    <a:pt x="2517" y="4224"/>
                    <a:pt x="2559" y="4168"/>
                  </a:cubicBezTo>
                  <a:cubicBezTo>
                    <a:pt x="2601" y="4114"/>
                    <a:pt x="2641" y="4059"/>
                    <a:pt x="2682" y="4004"/>
                  </a:cubicBezTo>
                  <a:cubicBezTo>
                    <a:pt x="2693" y="3989"/>
                    <a:pt x="2705" y="3975"/>
                    <a:pt x="2716" y="3961"/>
                  </a:cubicBezTo>
                  <a:moveTo>
                    <a:pt x="2171" y="4478"/>
                  </a:moveTo>
                  <a:cubicBezTo>
                    <a:pt x="2178" y="4447"/>
                    <a:pt x="2209" y="4421"/>
                    <a:pt x="2231" y="4395"/>
                  </a:cubicBezTo>
                  <a:cubicBezTo>
                    <a:pt x="2323" y="4285"/>
                    <a:pt x="2413" y="4173"/>
                    <a:pt x="2510" y="4067"/>
                  </a:cubicBezTo>
                  <a:cubicBezTo>
                    <a:pt x="2550" y="4021"/>
                    <a:pt x="2604" y="3987"/>
                    <a:pt x="2653" y="3949"/>
                  </a:cubicBezTo>
                  <a:cubicBezTo>
                    <a:pt x="2659" y="3944"/>
                    <a:pt x="2667" y="3942"/>
                    <a:pt x="2673" y="3939"/>
                  </a:cubicBezTo>
                  <a:cubicBezTo>
                    <a:pt x="2622" y="4008"/>
                    <a:pt x="2572" y="4077"/>
                    <a:pt x="2521" y="4146"/>
                  </a:cubicBezTo>
                  <a:cubicBezTo>
                    <a:pt x="2478" y="4205"/>
                    <a:pt x="2452" y="4270"/>
                    <a:pt x="2432" y="4340"/>
                  </a:cubicBezTo>
                  <a:cubicBezTo>
                    <a:pt x="2404" y="4443"/>
                    <a:pt x="2375" y="4545"/>
                    <a:pt x="2342" y="4646"/>
                  </a:cubicBezTo>
                  <a:cubicBezTo>
                    <a:pt x="2326" y="4694"/>
                    <a:pt x="2300" y="4739"/>
                    <a:pt x="2276" y="4784"/>
                  </a:cubicBezTo>
                  <a:cubicBezTo>
                    <a:pt x="2246" y="4838"/>
                    <a:pt x="2214" y="4891"/>
                    <a:pt x="2179" y="4953"/>
                  </a:cubicBezTo>
                  <a:cubicBezTo>
                    <a:pt x="2189" y="4905"/>
                    <a:pt x="2197" y="4866"/>
                    <a:pt x="2206" y="4827"/>
                  </a:cubicBezTo>
                  <a:cubicBezTo>
                    <a:pt x="2225" y="4743"/>
                    <a:pt x="2204" y="4661"/>
                    <a:pt x="2190" y="4579"/>
                  </a:cubicBezTo>
                  <a:cubicBezTo>
                    <a:pt x="2184" y="4545"/>
                    <a:pt x="2164" y="4509"/>
                    <a:pt x="2171" y="4478"/>
                  </a:cubicBezTo>
                  <a:moveTo>
                    <a:pt x="2457" y="5788"/>
                  </a:moveTo>
                  <a:cubicBezTo>
                    <a:pt x="2387" y="5807"/>
                    <a:pt x="2321" y="5838"/>
                    <a:pt x="2254" y="5867"/>
                  </a:cubicBezTo>
                  <a:cubicBezTo>
                    <a:pt x="2196" y="5893"/>
                    <a:pt x="2139" y="5913"/>
                    <a:pt x="2072" y="5900"/>
                  </a:cubicBezTo>
                  <a:cubicBezTo>
                    <a:pt x="2022" y="5890"/>
                    <a:pt x="1970" y="5891"/>
                    <a:pt x="1909" y="5886"/>
                  </a:cubicBezTo>
                  <a:cubicBezTo>
                    <a:pt x="1968" y="5844"/>
                    <a:pt x="2026" y="5835"/>
                    <a:pt x="2085" y="5828"/>
                  </a:cubicBezTo>
                  <a:cubicBezTo>
                    <a:pt x="2186" y="5815"/>
                    <a:pt x="2287" y="5799"/>
                    <a:pt x="2381" y="5756"/>
                  </a:cubicBezTo>
                  <a:cubicBezTo>
                    <a:pt x="2421" y="5738"/>
                    <a:pt x="2460" y="5720"/>
                    <a:pt x="2500" y="5703"/>
                  </a:cubicBezTo>
                  <a:cubicBezTo>
                    <a:pt x="2589" y="5664"/>
                    <a:pt x="2651" y="5599"/>
                    <a:pt x="2694" y="5513"/>
                  </a:cubicBezTo>
                  <a:cubicBezTo>
                    <a:pt x="2702" y="5498"/>
                    <a:pt x="2710" y="5483"/>
                    <a:pt x="2717" y="5467"/>
                  </a:cubicBezTo>
                  <a:cubicBezTo>
                    <a:pt x="2720" y="5469"/>
                    <a:pt x="2722" y="5470"/>
                    <a:pt x="2725" y="5472"/>
                  </a:cubicBezTo>
                  <a:cubicBezTo>
                    <a:pt x="2673" y="5608"/>
                    <a:pt x="2622" y="5743"/>
                    <a:pt x="2457" y="5788"/>
                  </a:cubicBezTo>
                  <a:moveTo>
                    <a:pt x="2790" y="5248"/>
                  </a:moveTo>
                  <a:cubicBezTo>
                    <a:pt x="2742" y="5337"/>
                    <a:pt x="2694" y="5425"/>
                    <a:pt x="2644" y="5513"/>
                  </a:cubicBezTo>
                  <a:cubicBezTo>
                    <a:pt x="2608" y="5579"/>
                    <a:pt x="2556" y="5627"/>
                    <a:pt x="2488" y="5661"/>
                  </a:cubicBezTo>
                  <a:cubicBezTo>
                    <a:pt x="2350" y="5729"/>
                    <a:pt x="2207" y="5773"/>
                    <a:pt x="2053" y="5790"/>
                  </a:cubicBezTo>
                  <a:cubicBezTo>
                    <a:pt x="1928" y="5804"/>
                    <a:pt x="1827" y="5868"/>
                    <a:pt x="1745" y="5964"/>
                  </a:cubicBezTo>
                  <a:cubicBezTo>
                    <a:pt x="1821" y="5826"/>
                    <a:pt x="1905" y="5697"/>
                    <a:pt x="2067" y="5643"/>
                  </a:cubicBezTo>
                  <a:cubicBezTo>
                    <a:pt x="2260" y="5578"/>
                    <a:pt x="2425" y="5466"/>
                    <a:pt x="2570" y="5324"/>
                  </a:cubicBezTo>
                  <a:cubicBezTo>
                    <a:pt x="2607" y="5287"/>
                    <a:pt x="2639" y="5243"/>
                    <a:pt x="2670" y="5200"/>
                  </a:cubicBezTo>
                  <a:cubicBezTo>
                    <a:pt x="2701" y="5157"/>
                    <a:pt x="2744" y="5131"/>
                    <a:pt x="2791" y="5107"/>
                  </a:cubicBezTo>
                  <a:cubicBezTo>
                    <a:pt x="2794" y="5145"/>
                    <a:pt x="2799" y="5179"/>
                    <a:pt x="2801" y="5214"/>
                  </a:cubicBezTo>
                  <a:cubicBezTo>
                    <a:pt x="2801" y="5225"/>
                    <a:pt x="2796" y="5238"/>
                    <a:pt x="2790" y="5248"/>
                  </a:cubicBezTo>
                  <a:moveTo>
                    <a:pt x="2803" y="5049"/>
                  </a:moveTo>
                  <a:cubicBezTo>
                    <a:pt x="2801" y="5050"/>
                    <a:pt x="2799" y="5051"/>
                    <a:pt x="2797" y="5052"/>
                  </a:cubicBezTo>
                  <a:cubicBezTo>
                    <a:pt x="2710" y="5101"/>
                    <a:pt x="2643" y="5168"/>
                    <a:pt x="2579" y="5246"/>
                  </a:cubicBezTo>
                  <a:cubicBezTo>
                    <a:pt x="2452" y="5401"/>
                    <a:pt x="2289" y="5517"/>
                    <a:pt x="2100" y="5581"/>
                  </a:cubicBezTo>
                  <a:cubicBezTo>
                    <a:pt x="1925" y="5641"/>
                    <a:pt x="1808" y="5755"/>
                    <a:pt x="1723" y="5911"/>
                  </a:cubicBezTo>
                  <a:cubicBezTo>
                    <a:pt x="1699" y="5956"/>
                    <a:pt x="1675" y="6001"/>
                    <a:pt x="1650" y="6046"/>
                  </a:cubicBezTo>
                  <a:cubicBezTo>
                    <a:pt x="1648" y="6045"/>
                    <a:pt x="1646" y="6044"/>
                    <a:pt x="1645" y="6044"/>
                  </a:cubicBezTo>
                  <a:cubicBezTo>
                    <a:pt x="1652" y="6025"/>
                    <a:pt x="1660" y="6006"/>
                    <a:pt x="1668" y="5988"/>
                  </a:cubicBezTo>
                  <a:cubicBezTo>
                    <a:pt x="1736" y="5850"/>
                    <a:pt x="1784" y="5702"/>
                    <a:pt x="1871" y="5573"/>
                  </a:cubicBezTo>
                  <a:cubicBezTo>
                    <a:pt x="1945" y="5463"/>
                    <a:pt x="2004" y="5342"/>
                    <a:pt x="2085" y="5238"/>
                  </a:cubicBezTo>
                  <a:cubicBezTo>
                    <a:pt x="2164" y="5135"/>
                    <a:pt x="2257" y="5037"/>
                    <a:pt x="2393" y="5004"/>
                  </a:cubicBezTo>
                  <a:cubicBezTo>
                    <a:pt x="2493" y="4979"/>
                    <a:pt x="2569" y="4923"/>
                    <a:pt x="2630" y="4842"/>
                  </a:cubicBezTo>
                  <a:cubicBezTo>
                    <a:pt x="2661" y="4800"/>
                    <a:pt x="2693" y="4758"/>
                    <a:pt x="2725" y="4717"/>
                  </a:cubicBezTo>
                  <a:cubicBezTo>
                    <a:pt x="2734" y="4705"/>
                    <a:pt x="2745" y="4693"/>
                    <a:pt x="2763" y="4673"/>
                  </a:cubicBezTo>
                  <a:cubicBezTo>
                    <a:pt x="2763" y="4710"/>
                    <a:pt x="2763" y="4738"/>
                    <a:pt x="2762" y="4765"/>
                  </a:cubicBezTo>
                  <a:cubicBezTo>
                    <a:pt x="2762" y="4794"/>
                    <a:pt x="2773" y="4817"/>
                    <a:pt x="2799" y="4829"/>
                  </a:cubicBezTo>
                  <a:cubicBezTo>
                    <a:pt x="2887" y="4871"/>
                    <a:pt x="2888" y="4989"/>
                    <a:pt x="2803" y="5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2886045" y="238799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0" y="1"/>
                    <a:pt x="0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2614605" y="2151470"/>
              <a:ext cx="194760" cy="269640"/>
            </a:xfrm>
            <a:custGeom>
              <a:avLst/>
              <a:gdLst/>
              <a:ahLst/>
              <a:cxnLst/>
              <a:rect l="l" t="t" r="r" b="b"/>
              <a:pathLst>
                <a:path w="541" h="749" extrusionOk="0">
                  <a:moveTo>
                    <a:pt x="121" y="569"/>
                  </a:moveTo>
                  <a:cubicBezTo>
                    <a:pt x="139" y="561"/>
                    <a:pt x="156" y="551"/>
                    <a:pt x="174" y="542"/>
                  </a:cubicBezTo>
                  <a:cubicBezTo>
                    <a:pt x="174" y="581"/>
                    <a:pt x="171" y="619"/>
                    <a:pt x="174" y="656"/>
                  </a:cubicBezTo>
                  <a:cubicBezTo>
                    <a:pt x="178" y="696"/>
                    <a:pt x="193" y="732"/>
                    <a:pt x="235" y="745"/>
                  </a:cubicBezTo>
                  <a:cubicBezTo>
                    <a:pt x="280" y="758"/>
                    <a:pt x="319" y="744"/>
                    <a:pt x="351" y="711"/>
                  </a:cubicBezTo>
                  <a:cubicBezTo>
                    <a:pt x="396" y="663"/>
                    <a:pt x="425" y="607"/>
                    <a:pt x="431" y="540"/>
                  </a:cubicBezTo>
                  <a:cubicBezTo>
                    <a:pt x="432" y="530"/>
                    <a:pt x="442" y="518"/>
                    <a:pt x="451" y="514"/>
                  </a:cubicBezTo>
                  <a:cubicBezTo>
                    <a:pt x="496" y="494"/>
                    <a:pt x="523" y="461"/>
                    <a:pt x="533" y="415"/>
                  </a:cubicBezTo>
                  <a:cubicBezTo>
                    <a:pt x="540" y="383"/>
                    <a:pt x="540" y="350"/>
                    <a:pt x="541" y="318"/>
                  </a:cubicBezTo>
                  <a:cubicBezTo>
                    <a:pt x="542" y="245"/>
                    <a:pt x="468" y="174"/>
                    <a:pt x="398" y="176"/>
                  </a:cubicBezTo>
                  <a:cubicBezTo>
                    <a:pt x="398" y="150"/>
                    <a:pt x="401" y="124"/>
                    <a:pt x="397" y="98"/>
                  </a:cubicBezTo>
                  <a:cubicBezTo>
                    <a:pt x="385" y="15"/>
                    <a:pt x="346" y="-16"/>
                    <a:pt x="268" y="9"/>
                  </a:cubicBezTo>
                  <a:cubicBezTo>
                    <a:pt x="151" y="45"/>
                    <a:pt x="100" y="121"/>
                    <a:pt x="102" y="241"/>
                  </a:cubicBezTo>
                  <a:cubicBezTo>
                    <a:pt x="71" y="270"/>
                    <a:pt x="39" y="288"/>
                    <a:pt x="26" y="316"/>
                  </a:cubicBezTo>
                  <a:cubicBezTo>
                    <a:pt x="-4" y="382"/>
                    <a:pt x="-9" y="455"/>
                    <a:pt x="16" y="525"/>
                  </a:cubicBezTo>
                  <a:cubicBezTo>
                    <a:pt x="33" y="575"/>
                    <a:pt x="71" y="589"/>
                    <a:pt x="121" y="568"/>
                  </a:cubicBezTo>
                  <a:lnTo>
                    <a:pt x="121" y="569"/>
                  </a:lnTo>
                  <a:moveTo>
                    <a:pt x="389" y="528"/>
                  </a:moveTo>
                  <a:cubicBezTo>
                    <a:pt x="384" y="582"/>
                    <a:pt x="364" y="630"/>
                    <a:pt x="327" y="671"/>
                  </a:cubicBezTo>
                  <a:cubicBezTo>
                    <a:pt x="307" y="694"/>
                    <a:pt x="284" y="715"/>
                    <a:pt x="252" y="706"/>
                  </a:cubicBezTo>
                  <a:cubicBezTo>
                    <a:pt x="220" y="697"/>
                    <a:pt x="218" y="667"/>
                    <a:pt x="213" y="640"/>
                  </a:cubicBezTo>
                  <a:cubicBezTo>
                    <a:pt x="211" y="631"/>
                    <a:pt x="210" y="623"/>
                    <a:pt x="209" y="617"/>
                  </a:cubicBezTo>
                  <a:cubicBezTo>
                    <a:pt x="213" y="567"/>
                    <a:pt x="217" y="519"/>
                    <a:pt x="264" y="492"/>
                  </a:cubicBezTo>
                  <a:cubicBezTo>
                    <a:pt x="287" y="479"/>
                    <a:pt x="315" y="471"/>
                    <a:pt x="342" y="466"/>
                  </a:cubicBezTo>
                  <a:cubicBezTo>
                    <a:pt x="359" y="462"/>
                    <a:pt x="391" y="506"/>
                    <a:pt x="389" y="528"/>
                  </a:cubicBezTo>
                  <a:moveTo>
                    <a:pt x="421" y="220"/>
                  </a:moveTo>
                  <a:cubicBezTo>
                    <a:pt x="451" y="245"/>
                    <a:pt x="498" y="259"/>
                    <a:pt x="497" y="313"/>
                  </a:cubicBezTo>
                  <a:cubicBezTo>
                    <a:pt x="495" y="373"/>
                    <a:pt x="506" y="440"/>
                    <a:pt x="431" y="474"/>
                  </a:cubicBezTo>
                  <a:cubicBezTo>
                    <a:pt x="412" y="441"/>
                    <a:pt x="390" y="418"/>
                    <a:pt x="352" y="413"/>
                  </a:cubicBezTo>
                  <a:cubicBezTo>
                    <a:pt x="343" y="411"/>
                    <a:pt x="331" y="398"/>
                    <a:pt x="326" y="387"/>
                  </a:cubicBezTo>
                  <a:cubicBezTo>
                    <a:pt x="295" y="318"/>
                    <a:pt x="295" y="318"/>
                    <a:pt x="357" y="270"/>
                  </a:cubicBezTo>
                  <a:cubicBezTo>
                    <a:pt x="377" y="254"/>
                    <a:pt x="397" y="238"/>
                    <a:pt x="421" y="220"/>
                  </a:cubicBezTo>
                  <a:moveTo>
                    <a:pt x="247" y="62"/>
                  </a:moveTo>
                  <a:cubicBezTo>
                    <a:pt x="252" y="59"/>
                    <a:pt x="257" y="58"/>
                    <a:pt x="262" y="55"/>
                  </a:cubicBezTo>
                  <a:cubicBezTo>
                    <a:pt x="331" y="28"/>
                    <a:pt x="359" y="48"/>
                    <a:pt x="358" y="123"/>
                  </a:cubicBezTo>
                  <a:cubicBezTo>
                    <a:pt x="357" y="189"/>
                    <a:pt x="292" y="284"/>
                    <a:pt x="231" y="308"/>
                  </a:cubicBezTo>
                  <a:cubicBezTo>
                    <a:pt x="203" y="320"/>
                    <a:pt x="177" y="311"/>
                    <a:pt x="163" y="284"/>
                  </a:cubicBezTo>
                  <a:cubicBezTo>
                    <a:pt x="119" y="198"/>
                    <a:pt x="149" y="118"/>
                    <a:pt x="247" y="62"/>
                  </a:cubicBezTo>
                  <a:moveTo>
                    <a:pt x="58" y="342"/>
                  </a:moveTo>
                  <a:cubicBezTo>
                    <a:pt x="59" y="330"/>
                    <a:pt x="72" y="318"/>
                    <a:pt x="82" y="308"/>
                  </a:cubicBezTo>
                  <a:cubicBezTo>
                    <a:pt x="97" y="294"/>
                    <a:pt x="113" y="293"/>
                    <a:pt x="126" y="312"/>
                  </a:cubicBezTo>
                  <a:cubicBezTo>
                    <a:pt x="157" y="358"/>
                    <a:pt x="200" y="364"/>
                    <a:pt x="252" y="349"/>
                  </a:cubicBezTo>
                  <a:cubicBezTo>
                    <a:pt x="255" y="358"/>
                    <a:pt x="257" y="366"/>
                    <a:pt x="260" y="372"/>
                  </a:cubicBezTo>
                  <a:cubicBezTo>
                    <a:pt x="280" y="418"/>
                    <a:pt x="280" y="417"/>
                    <a:pt x="237" y="445"/>
                  </a:cubicBezTo>
                  <a:cubicBezTo>
                    <a:pt x="197" y="470"/>
                    <a:pt x="158" y="498"/>
                    <a:pt x="117" y="522"/>
                  </a:cubicBezTo>
                  <a:cubicBezTo>
                    <a:pt x="78" y="545"/>
                    <a:pt x="55" y="537"/>
                    <a:pt x="50" y="492"/>
                  </a:cubicBezTo>
                  <a:cubicBezTo>
                    <a:pt x="46" y="443"/>
                    <a:pt x="53" y="392"/>
                    <a:pt x="58" y="3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2912325" y="2199350"/>
              <a:ext cx="162360" cy="216360"/>
            </a:xfrm>
            <a:custGeom>
              <a:avLst/>
              <a:gdLst/>
              <a:ahLst/>
              <a:cxnLst/>
              <a:rect l="l" t="t" r="r" b="b"/>
              <a:pathLst>
                <a:path w="451" h="601" extrusionOk="0">
                  <a:moveTo>
                    <a:pt x="320" y="24"/>
                  </a:moveTo>
                  <a:cubicBezTo>
                    <a:pt x="285" y="65"/>
                    <a:pt x="253" y="107"/>
                    <a:pt x="221" y="147"/>
                  </a:cubicBezTo>
                  <a:cubicBezTo>
                    <a:pt x="212" y="131"/>
                    <a:pt x="200" y="107"/>
                    <a:pt x="186" y="84"/>
                  </a:cubicBezTo>
                  <a:cubicBezTo>
                    <a:pt x="181" y="77"/>
                    <a:pt x="173" y="67"/>
                    <a:pt x="165" y="67"/>
                  </a:cubicBezTo>
                  <a:cubicBezTo>
                    <a:pt x="120" y="64"/>
                    <a:pt x="78" y="73"/>
                    <a:pt x="50" y="113"/>
                  </a:cubicBezTo>
                  <a:cubicBezTo>
                    <a:pt x="10" y="172"/>
                    <a:pt x="-6" y="239"/>
                    <a:pt x="3" y="309"/>
                  </a:cubicBezTo>
                  <a:cubicBezTo>
                    <a:pt x="10" y="372"/>
                    <a:pt x="69" y="397"/>
                    <a:pt x="125" y="365"/>
                  </a:cubicBezTo>
                  <a:cubicBezTo>
                    <a:pt x="130" y="362"/>
                    <a:pt x="136" y="359"/>
                    <a:pt x="142" y="355"/>
                  </a:cubicBezTo>
                  <a:cubicBezTo>
                    <a:pt x="144" y="357"/>
                    <a:pt x="146" y="359"/>
                    <a:pt x="148" y="361"/>
                  </a:cubicBezTo>
                  <a:cubicBezTo>
                    <a:pt x="138" y="378"/>
                    <a:pt x="127" y="396"/>
                    <a:pt x="118" y="413"/>
                  </a:cubicBezTo>
                  <a:cubicBezTo>
                    <a:pt x="86" y="472"/>
                    <a:pt x="92" y="535"/>
                    <a:pt x="132" y="569"/>
                  </a:cubicBezTo>
                  <a:cubicBezTo>
                    <a:pt x="176" y="606"/>
                    <a:pt x="277" y="613"/>
                    <a:pt x="324" y="580"/>
                  </a:cubicBezTo>
                  <a:cubicBezTo>
                    <a:pt x="339" y="569"/>
                    <a:pt x="352" y="552"/>
                    <a:pt x="359" y="535"/>
                  </a:cubicBezTo>
                  <a:cubicBezTo>
                    <a:pt x="385" y="469"/>
                    <a:pt x="345" y="385"/>
                    <a:pt x="275" y="360"/>
                  </a:cubicBezTo>
                  <a:cubicBezTo>
                    <a:pt x="240" y="348"/>
                    <a:pt x="204" y="341"/>
                    <a:pt x="168" y="331"/>
                  </a:cubicBezTo>
                  <a:cubicBezTo>
                    <a:pt x="184" y="305"/>
                    <a:pt x="200" y="278"/>
                    <a:pt x="216" y="251"/>
                  </a:cubicBezTo>
                  <a:cubicBezTo>
                    <a:pt x="219" y="254"/>
                    <a:pt x="221" y="256"/>
                    <a:pt x="222" y="259"/>
                  </a:cubicBezTo>
                  <a:cubicBezTo>
                    <a:pt x="243" y="309"/>
                    <a:pt x="286" y="323"/>
                    <a:pt x="333" y="324"/>
                  </a:cubicBezTo>
                  <a:cubicBezTo>
                    <a:pt x="381" y="324"/>
                    <a:pt x="417" y="296"/>
                    <a:pt x="432" y="252"/>
                  </a:cubicBezTo>
                  <a:cubicBezTo>
                    <a:pt x="461" y="171"/>
                    <a:pt x="459" y="91"/>
                    <a:pt x="418" y="15"/>
                  </a:cubicBezTo>
                  <a:cubicBezTo>
                    <a:pt x="415" y="9"/>
                    <a:pt x="407" y="3"/>
                    <a:pt x="401" y="2"/>
                  </a:cubicBezTo>
                  <a:cubicBezTo>
                    <a:pt x="371" y="-2"/>
                    <a:pt x="341" y="-2"/>
                    <a:pt x="320" y="24"/>
                  </a:cubicBezTo>
                  <a:moveTo>
                    <a:pt x="175" y="398"/>
                  </a:moveTo>
                  <a:cubicBezTo>
                    <a:pt x="178" y="393"/>
                    <a:pt x="186" y="387"/>
                    <a:pt x="192" y="386"/>
                  </a:cubicBezTo>
                  <a:cubicBezTo>
                    <a:pt x="255" y="373"/>
                    <a:pt x="326" y="436"/>
                    <a:pt x="323" y="500"/>
                  </a:cubicBezTo>
                  <a:cubicBezTo>
                    <a:pt x="321" y="530"/>
                    <a:pt x="304" y="548"/>
                    <a:pt x="276" y="554"/>
                  </a:cubicBezTo>
                  <a:cubicBezTo>
                    <a:pt x="262" y="557"/>
                    <a:pt x="248" y="557"/>
                    <a:pt x="228" y="559"/>
                  </a:cubicBezTo>
                  <a:cubicBezTo>
                    <a:pt x="218" y="557"/>
                    <a:pt x="201" y="556"/>
                    <a:pt x="186" y="551"/>
                  </a:cubicBezTo>
                  <a:cubicBezTo>
                    <a:pt x="148" y="539"/>
                    <a:pt x="130" y="512"/>
                    <a:pt x="140" y="474"/>
                  </a:cubicBezTo>
                  <a:cubicBezTo>
                    <a:pt x="147" y="447"/>
                    <a:pt x="162" y="423"/>
                    <a:pt x="175" y="398"/>
                  </a:cubicBezTo>
                  <a:moveTo>
                    <a:pt x="181" y="192"/>
                  </a:moveTo>
                  <a:cubicBezTo>
                    <a:pt x="176" y="241"/>
                    <a:pt x="155" y="283"/>
                    <a:pt x="118" y="314"/>
                  </a:cubicBezTo>
                  <a:cubicBezTo>
                    <a:pt x="105" y="325"/>
                    <a:pt x="79" y="336"/>
                    <a:pt x="65" y="331"/>
                  </a:cubicBezTo>
                  <a:cubicBezTo>
                    <a:pt x="51" y="325"/>
                    <a:pt x="45" y="299"/>
                    <a:pt x="34" y="282"/>
                  </a:cubicBezTo>
                  <a:cubicBezTo>
                    <a:pt x="48" y="237"/>
                    <a:pt x="57" y="196"/>
                    <a:pt x="72" y="157"/>
                  </a:cubicBezTo>
                  <a:cubicBezTo>
                    <a:pt x="86" y="121"/>
                    <a:pt x="120" y="101"/>
                    <a:pt x="141" y="107"/>
                  </a:cubicBezTo>
                  <a:cubicBezTo>
                    <a:pt x="160" y="113"/>
                    <a:pt x="185" y="164"/>
                    <a:pt x="181" y="192"/>
                  </a:cubicBezTo>
                  <a:moveTo>
                    <a:pt x="398" y="81"/>
                  </a:moveTo>
                  <a:cubicBezTo>
                    <a:pt x="404" y="104"/>
                    <a:pt x="406" y="128"/>
                    <a:pt x="409" y="152"/>
                  </a:cubicBezTo>
                  <a:cubicBezTo>
                    <a:pt x="404" y="179"/>
                    <a:pt x="401" y="207"/>
                    <a:pt x="393" y="232"/>
                  </a:cubicBezTo>
                  <a:cubicBezTo>
                    <a:pt x="380" y="272"/>
                    <a:pt x="346" y="289"/>
                    <a:pt x="309" y="278"/>
                  </a:cubicBezTo>
                  <a:cubicBezTo>
                    <a:pt x="264" y="266"/>
                    <a:pt x="254" y="247"/>
                    <a:pt x="261" y="198"/>
                  </a:cubicBezTo>
                  <a:cubicBezTo>
                    <a:pt x="268" y="143"/>
                    <a:pt x="298" y="102"/>
                    <a:pt x="335" y="64"/>
                  </a:cubicBezTo>
                  <a:cubicBezTo>
                    <a:pt x="362" y="36"/>
                    <a:pt x="388" y="44"/>
                    <a:pt x="398" y="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2440725" y="2653310"/>
              <a:ext cx="182520" cy="21276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43" y="337"/>
                  </a:moveTo>
                  <a:cubicBezTo>
                    <a:pt x="68" y="388"/>
                    <a:pt x="102" y="430"/>
                    <a:pt x="166" y="427"/>
                  </a:cubicBezTo>
                  <a:cubicBezTo>
                    <a:pt x="166" y="440"/>
                    <a:pt x="166" y="451"/>
                    <a:pt x="166" y="462"/>
                  </a:cubicBezTo>
                  <a:cubicBezTo>
                    <a:pt x="166" y="527"/>
                    <a:pt x="212" y="582"/>
                    <a:pt x="273" y="590"/>
                  </a:cubicBezTo>
                  <a:cubicBezTo>
                    <a:pt x="327" y="597"/>
                    <a:pt x="385" y="554"/>
                    <a:pt x="401" y="495"/>
                  </a:cubicBezTo>
                  <a:cubicBezTo>
                    <a:pt x="427" y="401"/>
                    <a:pt x="392" y="346"/>
                    <a:pt x="296" y="327"/>
                  </a:cubicBezTo>
                  <a:cubicBezTo>
                    <a:pt x="286" y="326"/>
                    <a:pt x="276" y="320"/>
                    <a:pt x="270" y="318"/>
                  </a:cubicBezTo>
                  <a:cubicBezTo>
                    <a:pt x="272" y="291"/>
                    <a:pt x="274" y="268"/>
                    <a:pt x="277" y="245"/>
                  </a:cubicBezTo>
                  <a:cubicBezTo>
                    <a:pt x="363" y="290"/>
                    <a:pt x="443" y="267"/>
                    <a:pt x="491" y="181"/>
                  </a:cubicBezTo>
                  <a:cubicBezTo>
                    <a:pt x="514" y="141"/>
                    <a:pt x="512" y="103"/>
                    <a:pt x="484" y="65"/>
                  </a:cubicBezTo>
                  <a:cubicBezTo>
                    <a:pt x="456" y="25"/>
                    <a:pt x="427" y="-9"/>
                    <a:pt x="370" y="1"/>
                  </a:cubicBezTo>
                  <a:cubicBezTo>
                    <a:pt x="314" y="11"/>
                    <a:pt x="248" y="75"/>
                    <a:pt x="240" y="132"/>
                  </a:cubicBezTo>
                  <a:cubicBezTo>
                    <a:pt x="236" y="159"/>
                    <a:pt x="216" y="167"/>
                    <a:pt x="194" y="151"/>
                  </a:cubicBezTo>
                  <a:cubicBezTo>
                    <a:pt x="191" y="149"/>
                    <a:pt x="188" y="145"/>
                    <a:pt x="185" y="142"/>
                  </a:cubicBezTo>
                  <a:cubicBezTo>
                    <a:pt x="144" y="106"/>
                    <a:pt x="94" y="101"/>
                    <a:pt x="49" y="126"/>
                  </a:cubicBezTo>
                  <a:cubicBezTo>
                    <a:pt x="7" y="150"/>
                    <a:pt x="-9" y="185"/>
                    <a:pt x="6" y="244"/>
                  </a:cubicBezTo>
                  <a:cubicBezTo>
                    <a:pt x="13" y="276"/>
                    <a:pt x="28" y="307"/>
                    <a:pt x="43" y="337"/>
                  </a:cubicBezTo>
                  <a:moveTo>
                    <a:pt x="325" y="77"/>
                  </a:moveTo>
                  <a:cubicBezTo>
                    <a:pt x="330" y="75"/>
                    <a:pt x="336" y="72"/>
                    <a:pt x="342" y="68"/>
                  </a:cubicBezTo>
                  <a:cubicBezTo>
                    <a:pt x="385" y="38"/>
                    <a:pt x="402" y="36"/>
                    <a:pt x="425" y="60"/>
                  </a:cubicBezTo>
                  <a:cubicBezTo>
                    <a:pt x="469" y="105"/>
                    <a:pt x="474" y="134"/>
                    <a:pt x="441" y="176"/>
                  </a:cubicBezTo>
                  <a:cubicBezTo>
                    <a:pt x="416" y="210"/>
                    <a:pt x="383" y="228"/>
                    <a:pt x="352" y="228"/>
                  </a:cubicBezTo>
                  <a:cubicBezTo>
                    <a:pt x="316" y="227"/>
                    <a:pt x="286" y="203"/>
                    <a:pt x="279" y="169"/>
                  </a:cubicBezTo>
                  <a:cubicBezTo>
                    <a:pt x="272" y="133"/>
                    <a:pt x="293" y="91"/>
                    <a:pt x="324" y="77"/>
                  </a:cubicBezTo>
                  <a:lnTo>
                    <a:pt x="325" y="77"/>
                  </a:lnTo>
                  <a:moveTo>
                    <a:pt x="311" y="372"/>
                  </a:moveTo>
                  <a:cubicBezTo>
                    <a:pt x="340" y="375"/>
                    <a:pt x="366" y="409"/>
                    <a:pt x="368" y="444"/>
                  </a:cubicBezTo>
                  <a:cubicBezTo>
                    <a:pt x="362" y="463"/>
                    <a:pt x="359" y="484"/>
                    <a:pt x="351" y="502"/>
                  </a:cubicBezTo>
                  <a:cubicBezTo>
                    <a:pt x="333" y="540"/>
                    <a:pt x="293" y="557"/>
                    <a:pt x="260" y="543"/>
                  </a:cubicBezTo>
                  <a:cubicBezTo>
                    <a:pt x="219" y="526"/>
                    <a:pt x="196" y="478"/>
                    <a:pt x="210" y="439"/>
                  </a:cubicBezTo>
                  <a:cubicBezTo>
                    <a:pt x="225" y="394"/>
                    <a:pt x="264" y="369"/>
                    <a:pt x="311" y="372"/>
                  </a:cubicBezTo>
                  <a:moveTo>
                    <a:pt x="123" y="155"/>
                  </a:moveTo>
                  <a:cubicBezTo>
                    <a:pt x="160" y="175"/>
                    <a:pt x="195" y="204"/>
                    <a:pt x="220" y="237"/>
                  </a:cubicBezTo>
                  <a:cubicBezTo>
                    <a:pt x="249" y="274"/>
                    <a:pt x="210" y="367"/>
                    <a:pt x="163" y="380"/>
                  </a:cubicBezTo>
                  <a:cubicBezTo>
                    <a:pt x="150" y="383"/>
                    <a:pt x="128" y="376"/>
                    <a:pt x="118" y="366"/>
                  </a:cubicBezTo>
                  <a:cubicBezTo>
                    <a:pt x="75" y="324"/>
                    <a:pt x="52" y="270"/>
                    <a:pt x="43" y="221"/>
                  </a:cubicBezTo>
                  <a:cubicBezTo>
                    <a:pt x="42" y="170"/>
                    <a:pt x="87" y="135"/>
                    <a:pt x="123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2482845" y="2373230"/>
              <a:ext cx="205560" cy="125280"/>
            </a:xfrm>
            <a:custGeom>
              <a:avLst/>
              <a:gdLst/>
              <a:ahLst/>
              <a:cxnLst/>
              <a:rect l="l" t="t" r="r" b="b"/>
              <a:pathLst>
                <a:path w="571" h="348" extrusionOk="0">
                  <a:moveTo>
                    <a:pt x="211" y="344"/>
                  </a:moveTo>
                  <a:cubicBezTo>
                    <a:pt x="258" y="336"/>
                    <a:pt x="294" y="313"/>
                    <a:pt x="309" y="265"/>
                  </a:cubicBezTo>
                  <a:cubicBezTo>
                    <a:pt x="317" y="241"/>
                    <a:pt x="323" y="217"/>
                    <a:pt x="332" y="189"/>
                  </a:cubicBezTo>
                  <a:cubicBezTo>
                    <a:pt x="341" y="200"/>
                    <a:pt x="346" y="208"/>
                    <a:pt x="353" y="215"/>
                  </a:cubicBezTo>
                  <a:cubicBezTo>
                    <a:pt x="395" y="261"/>
                    <a:pt x="439" y="301"/>
                    <a:pt x="508" y="297"/>
                  </a:cubicBezTo>
                  <a:cubicBezTo>
                    <a:pt x="554" y="295"/>
                    <a:pt x="584" y="252"/>
                    <a:pt x="566" y="211"/>
                  </a:cubicBezTo>
                  <a:cubicBezTo>
                    <a:pt x="537" y="146"/>
                    <a:pt x="473" y="127"/>
                    <a:pt x="415" y="106"/>
                  </a:cubicBezTo>
                  <a:cubicBezTo>
                    <a:pt x="390" y="98"/>
                    <a:pt x="358" y="112"/>
                    <a:pt x="319" y="118"/>
                  </a:cubicBezTo>
                  <a:cubicBezTo>
                    <a:pt x="305" y="97"/>
                    <a:pt x="287" y="67"/>
                    <a:pt x="267" y="39"/>
                  </a:cubicBezTo>
                  <a:cubicBezTo>
                    <a:pt x="239" y="-3"/>
                    <a:pt x="212" y="-10"/>
                    <a:pt x="168" y="16"/>
                  </a:cubicBezTo>
                  <a:cubicBezTo>
                    <a:pt x="131" y="38"/>
                    <a:pt x="95" y="60"/>
                    <a:pt x="60" y="84"/>
                  </a:cubicBezTo>
                  <a:cubicBezTo>
                    <a:pt x="-1" y="125"/>
                    <a:pt x="-16" y="186"/>
                    <a:pt x="17" y="251"/>
                  </a:cubicBezTo>
                  <a:cubicBezTo>
                    <a:pt x="55" y="325"/>
                    <a:pt x="126" y="360"/>
                    <a:pt x="211" y="345"/>
                  </a:cubicBezTo>
                  <a:lnTo>
                    <a:pt x="211" y="344"/>
                  </a:lnTo>
                  <a:moveTo>
                    <a:pt x="514" y="211"/>
                  </a:moveTo>
                  <a:cubicBezTo>
                    <a:pt x="520" y="219"/>
                    <a:pt x="521" y="232"/>
                    <a:pt x="524" y="242"/>
                  </a:cubicBezTo>
                  <a:cubicBezTo>
                    <a:pt x="513" y="246"/>
                    <a:pt x="502" y="252"/>
                    <a:pt x="490" y="252"/>
                  </a:cubicBezTo>
                  <a:cubicBezTo>
                    <a:pt x="425" y="249"/>
                    <a:pt x="405" y="200"/>
                    <a:pt x="386" y="147"/>
                  </a:cubicBezTo>
                  <a:cubicBezTo>
                    <a:pt x="433" y="162"/>
                    <a:pt x="482" y="171"/>
                    <a:pt x="514" y="211"/>
                  </a:cubicBezTo>
                  <a:moveTo>
                    <a:pt x="80" y="122"/>
                  </a:moveTo>
                  <a:cubicBezTo>
                    <a:pt x="116" y="97"/>
                    <a:pt x="153" y="75"/>
                    <a:pt x="190" y="51"/>
                  </a:cubicBezTo>
                  <a:cubicBezTo>
                    <a:pt x="210" y="38"/>
                    <a:pt x="223" y="43"/>
                    <a:pt x="235" y="63"/>
                  </a:cubicBezTo>
                  <a:cubicBezTo>
                    <a:pt x="253" y="91"/>
                    <a:pt x="273" y="119"/>
                    <a:pt x="291" y="147"/>
                  </a:cubicBezTo>
                  <a:cubicBezTo>
                    <a:pt x="294" y="150"/>
                    <a:pt x="298" y="155"/>
                    <a:pt x="297" y="158"/>
                  </a:cubicBezTo>
                  <a:cubicBezTo>
                    <a:pt x="284" y="197"/>
                    <a:pt x="276" y="238"/>
                    <a:pt x="255" y="272"/>
                  </a:cubicBezTo>
                  <a:cubicBezTo>
                    <a:pt x="243" y="291"/>
                    <a:pt x="211" y="297"/>
                    <a:pt x="188" y="309"/>
                  </a:cubicBezTo>
                  <a:cubicBezTo>
                    <a:pt x="186" y="307"/>
                    <a:pt x="185" y="304"/>
                    <a:pt x="184" y="301"/>
                  </a:cubicBezTo>
                  <a:cubicBezTo>
                    <a:pt x="128" y="301"/>
                    <a:pt x="81" y="289"/>
                    <a:pt x="56" y="231"/>
                  </a:cubicBezTo>
                  <a:cubicBezTo>
                    <a:pt x="36" y="187"/>
                    <a:pt x="41" y="150"/>
                    <a:pt x="8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2514525" y="3390230"/>
              <a:ext cx="96120" cy="221040"/>
            </a:xfrm>
            <a:custGeom>
              <a:avLst/>
              <a:gdLst/>
              <a:ahLst/>
              <a:cxnLst/>
              <a:rect l="l" t="t" r="r" b="b"/>
              <a:pathLst>
                <a:path w="267" h="614" extrusionOk="0">
                  <a:moveTo>
                    <a:pt x="251" y="92"/>
                  </a:moveTo>
                  <a:cubicBezTo>
                    <a:pt x="230" y="41"/>
                    <a:pt x="192" y="5"/>
                    <a:pt x="138" y="0"/>
                  </a:cubicBezTo>
                  <a:cubicBezTo>
                    <a:pt x="86" y="-3"/>
                    <a:pt x="52" y="35"/>
                    <a:pt x="26" y="78"/>
                  </a:cubicBezTo>
                  <a:cubicBezTo>
                    <a:pt x="1" y="121"/>
                    <a:pt x="-3" y="168"/>
                    <a:pt x="1" y="216"/>
                  </a:cubicBezTo>
                  <a:cubicBezTo>
                    <a:pt x="5" y="266"/>
                    <a:pt x="29" y="307"/>
                    <a:pt x="64" y="335"/>
                  </a:cubicBezTo>
                  <a:cubicBezTo>
                    <a:pt x="49" y="353"/>
                    <a:pt x="32" y="367"/>
                    <a:pt x="23" y="386"/>
                  </a:cubicBezTo>
                  <a:cubicBezTo>
                    <a:pt x="-6" y="449"/>
                    <a:pt x="-2" y="513"/>
                    <a:pt x="36" y="572"/>
                  </a:cubicBezTo>
                  <a:cubicBezTo>
                    <a:pt x="68" y="621"/>
                    <a:pt x="119" y="629"/>
                    <a:pt x="155" y="583"/>
                  </a:cubicBezTo>
                  <a:cubicBezTo>
                    <a:pt x="227" y="492"/>
                    <a:pt x="247" y="431"/>
                    <a:pt x="171" y="347"/>
                  </a:cubicBezTo>
                  <a:cubicBezTo>
                    <a:pt x="259" y="280"/>
                    <a:pt x="288" y="186"/>
                    <a:pt x="251" y="92"/>
                  </a:cubicBezTo>
                  <a:moveTo>
                    <a:pt x="68" y="96"/>
                  </a:moveTo>
                  <a:cubicBezTo>
                    <a:pt x="86" y="76"/>
                    <a:pt x="99" y="40"/>
                    <a:pt x="142" y="48"/>
                  </a:cubicBezTo>
                  <a:cubicBezTo>
                    <a:pt x="183" y="56"/>
                    <a:pt x="202" y="83"/>
                    <a:pt x="214" y="119"/>
                  </a:cubicBezTo>
                  <a:cubicBezTo>
                    <a:pt x="219" y="136"/>
                    <a:pt x="221" y="153"/>
                    <a:pt x="225" y="170"/>
                  </a:cubicBezTo>
                  <a:cubicBezTo>
                    <a:pt x="227" y="171"/>
                    <a:pt x="229" y="172"/>
                    <a:pt x="231" y="173"/>
                  </a:cubicBezTo>
                  <a:cubicBezTo>
                    <a:pt x="216" y="208"/>
                    <a:pt x="207" y="245"/>
                    <a:pt x="186" y="276"/>
                  </a:cubicBezTo>
                  <a:cubicBezTo>
                    <a:pt x="153" y="324"/>
                    <a:pt x="99" y="320"/>
                    <a:pt x="66" y="271"/>
                  </a:cubicBezTo>
                  <a:cubicBezTo>
                    <a:pt x="33" y="223"/>
                    <a:pt x="30" y="140"/>
                    <a:pt x="68" y="96"/>
                  </a:cubicBezTo>
                  <a:moveTo>
                    <a:pt x="174" y="459"/>
                  </a:moveTo>
                  <a:cubicBezTo>
                    <a:pt x="161" y="492"/>
                    <a:pt x="145" y="524"/>
                    <a:pt x="125" y="553"/>
                  </a:cubicBezTo>
                  <a:cubicBezTo>
                    <a:pt x="107" y="578"/>
                    <a:pt x="86" y="576"/>
                    <a:pt x="72" y="548"/>
                  </a:cubicBezTo>
                  <a:cubicBezTo>
                    <a:pt x="58" y="522"/>
                    <a:pt x="50" y="493"/>
                    <a:pt x="41" y="471"/>
                  </a:cubicBezTo>
                  <a:cubicBezTo>
                    <a:pt x="47" y="445"/>
                    <a:pt x="48" y="426"/>
                    <a:pt x="56" y="410"/>
                  </a:cubicBezTo>
                  <a:cubicBezTo>
                    <a:pt x="69" y="382"/>
                    <a:pt x="105" y="365"/>
                    <a:pt x="125" y="372"/>
                  </a:cubicBezTo>
                  <a:cubicBezTo>
                    <a:pt x="153" y="383"/>
                    <a:pt x="184" y="431"/>
                    <a:pt x="174" y="4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2705685" y="1927550"/>
              <a:ext cx="110880" cy="173160"/>
            </a:xfrm>
            <a:custGeom>
              <a:avLst/>
              <a:gdLst/>
              <a:ahLst/>
              <a:cxnLst/>
              <a:rect l="l" t="t" r="r" b="b"/>
              <a:pathLst>
                <a:path w="308" h="481" extrusionOk="0">
                  <a:moveTo>
                    <a:pt x="187" y="25"/>
                  </a:moveTo>
                  <a:cubicBezTo>
                    <a:pt x="178" y="15"/>
                    <a:pt x="162" y="7"/>
                    <a:pt x="148" y="5"/>
                  </a:cubicBezTo>
                  <a:cubicBezTo>
                    <a:pt x="70" y="-11"/>
                    <a:pt x="34" y="9"/>
                    <a:pt x="13" y="87"/>
                  </a:cubicBezTo>
                  <a:cubicBezTo>
                    <a:pt x="-7" y="165"/>
                    <a:pt x="-10" y="242"/>
                    <a:pt x="54" y="306"/>
                  </a:cubicBezTo>
                  <a:cubicBezTo>
                    <a:pt x="57" y="310"/>
                    <a:pt x="57" y="317"/>
                    <a:pt x="58" y="323"/>
                  </a:cubicBezTo>
                  <a:cubicBezTo>
                    <a:pt x="65" y="358"/>
                    <a:pt x="68" y="394"/>
                    <a:pt x="80" y="427"/>
                  </a:cubicBezTo>
                  <a:cubicBezTo>
                    <a:pt x="103" y="487"/>
                    <a:pt x="146" y="497"/>
                    <a:pt x="198" y="457"/>
                  </a:cubicBezTo>
                  <a:cubicBezTo>
                    <a:pt x="225" y="435"/>
                    <a:pt x="250" y="411"/>
                    <a:pt x="275" y="387"/>
                  </a:cubicBezTo>
                  <a:cubicBezTo>
                    <a:pt x="329" y="336"/>
                    <a:pt x="316" y="242"/>
                    <a:pt x="249" y="207"/>
                  </a:cubicBezTo>
                  <a:cubicBezTo>
                    <a:pt x="265" y="132"/>
                    <a:pt x="229" y="77"/>
                    <a:pt x="187" y="25"/>
                  </a:cubicBezTo>
                  <a:moveTo>
                    <a:pt x="70" y="263"/>
                  </a:moveTo>
                  <a:cubicBezTo>
                    <a:pt x="34" y="206"/>
                    <a:pt x="32" y="147"/>
                    <a:pt x="56" y="91"/>
                  </a:cubicBezTo>
                  <a:cubicBezTo>
                    <a:pt x="65" y="70"/>
                    <a:pt x="96" y="52"/>
                    <a:pt x="121" y="45"/>
                  </a:cubicBezTo>
                  <a:cubicBezTo>
                    <a:pt x="149" y="36"/>
                    <a:pt x="165" y="61"/>
                    <a:pt x="177" y="84"/>
                  </a:cubicBezTo>
                  <a:cubicBezTo>
                    <a:pt x="188" y="106"/>
                    <a:pt x="200" y="128"/>
                    <a:pt x="207" y="152"/>
                  </a:cubicBezTo>
                  <a:cubicBezTo>
                    <a:pt x="217" y="184"/>
                    <a:pt x="203" y="201"/>
                    <a:pt x="170" y="209"/>
                  </a:cubicBezTo>
                  <a:cubicBezTo>
                    <a:pt x="151" y="214"/>
                    <a:pt x="134" y="222"/>
                    <a:pt x="117" y="231"/>
                  </a:cubicBezTo>
                  <a:cubicBezTo>
                    <a:pt x="101" y="240"/>
                    <a:pt x="87" y="251"/>
                    <a:pt x="70" y="263"/>
                  </a:cubicBezTo>
                  <a:moveTo>
                    <a:pt x="268" y="313"/>
                  </a:moveTo>
                  <a:cubicBezTo>
                    <a:pt x="260" y="328"/>
                    <a:pt x="254" y="345"/>
                    <a:pt x="242" y="357"/>
                  </a:cubicBezTo>
                  <a:cubicBezTo>
                    <a:pt x="219" y="382"/>
                    <a:pt x="193" y="404"/>
                    <a:pt x="167" y="425"/>
                  </a:cubicBezTo>
                  <a:cubicBezTo>
                    <a:pt x="147" y="441"/>
                    <a:pt x="132" y="438"/>
                    <a:pt x="120" y="412"/>
                  </a:cubicBezTo>
                  <a:cubicBezTo>
                    <a:pt x="87" y="340"/>
                    <a:pt x="91" y="322"/>
                    <a:pt x="158" y="279"/>
                  </a:cubicBezTo>
                  <a:cubicBezTo>
                    <a:pt x="166" y="273"/>
                    <a:pt x="175" y="269"/>
                    <a:pt x="184" y="264"/>
                  </a:cubicBezTo>
                  <a:cubicBezTo>
                    <a:pt x="239" y="237"/>
                    <a:pt x="260" y="248"/>
                    <a:pt x="268" y="3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2886045" y="238799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2864085" y="2378990"/>
              <a:ext cx="97200" cy="167760"/>
            </a:xfrm>
            <a:custGeom>
              <a:avLst/>
              <a:gdLst/>
              <a:ahLst/>
              <a:cxnLst/>
              <a:rect l="l" t="t" r="r" b="b"/>
              <a:pathLst>
                <a:path w="270" h="466" extrusionOk="0">
                  <a:moveTo>
                    <a:pt x="42" y="235"/>
                  </a:moveTo>
                  <a:cubicBezTo>
                    <a:pt x="31" y="282"/>
                    <a:pt x="18" y="324"/>
                    <a:pt x="11" y="367"/>
                  </a:cubicBezTo>
                  <a:cubicBezTo>
                    <a:pt x="6" y="405"/>
                    <a:pt x="25" y="433"/>
                    <a:pt x="59" y="452"/>
                  </a:cubicBezTo>
                  <a:cubicBezTo>
                    <a:pt x="121" y="485"/>
                    <a:pt x="217" y="461"/>
                    <a:pt x="247" y="397"/>
                  </a:cubicBezTo>
                  <a:cubicBezTo>
                    <a:pt x="287" y="311"/>
                    <a:pt x="277" y="255"/>
                    <a:pt x="195" y="224"/>
                  </a:cubicBezTo>
                  <a:cubicBezTo>
                    <a:pt x="182" y="219"/>
                    <a:pt x="171" y="212"/>
                    <a:pt x="163" y="209"/>
                  </a:cubicBezTo>
                  <a:cubicBezTo>
                    <a:pt x="182" y="176"/>
                    <a:pt x="200" y="149"/>
                    <a:pt x="213" y="118"/>
                  </a:cubicBezTo>
                  <a:cubicBezTo>
                    <a:pt x="226" y="88"/>
                    <a:pt x="230" y="54"/>
                    <a:pt x="201" y="31"/>
                  </a:cubicBezTo>
                  <a:cubicBezTo>
                    <a:pt x="171" y="7"/>
                    <a:pt x="138" y="-14"/>
                    <a:pt x="97" y="12"/>
                  </a:cubicBezTo>
                  <a:cubicBezTo>
                    <a:pt x="87" y="19"/>
                    <a:pt x="74" y="21"/>
                    <a:pt x="62" y="26"/>
                  </a:cubicBezTo>
                  <a:cubicBezTo>
                    <a:pt x="55" y="37"/>
                    <a:pt x="49" y="49"/>
                    <a:pt x="41" y="59"/>
                  </a:cubicBezTo>
                  <a:cubicBezTo>
                    <a:pt x="-14" y="132"/>
                    <a:pt x="-12" y="187"/>
                    <a:pt x="42" y="235"/>
                  </a:cubicBezTo>
                  <a:moveTo>
                    <a:pt x="166" y="260"/>
                  </a:moveTo>
                  <a:cubicBezTo>
                    <a:pt x="191" y="273"/>
                    <a:pt x="228" y="277"/>
                    <a:pt x="225" y="319"/>
                  </a:cubicBezTo>
                  <a:cubicBezTo>
                    <a:pt x="222" y="364"/>
                    <a:pt x="204" y="401"/>
                    <a:pt x="157" y="417"/>
                  </a:cubicBezTo>
                  <a:cubicBezTo>
                    <a:pt x="144" y="421"/>
                    <a:pt x="130" y="424"/>
                    <a:pt x="123" y="426"/>
                  </a:cubicBezTo>
                  <a:cubicBezTo>
                    <a:pt x="70" y="425"/>
                    <a:pt x="46" y="395"/>
                    <a:pt x="53" y="349"/>
                  </a:cubicBezTo>
                  <a:cubicBezTo>
                    <a:pt x="58" y="312"/>
                    <a:pt x="66" y="277"/>
                    <a:pt x="98" y="255"/>
                  </a:cubicBezTo>
                  <a:cubicBezTo>
                    <a:pt x="109" y="248"/>
                    <a:pt x="125" y="247"/>
                    <a:pt x="139" y="248"/>
                  </a:cubicBezTo>
                  <a:cubicBezTo>
                    <a:pt x="148" y="248"/>
                    <a:pt x="157" y="255"/>
                    <a:pt x="166" y="260"/>
                  </a:cubicBezTo>
                  <a:moveTo>
                    <a:pt x="79" y="87"/>
                  </a:moveTo>
                  <a:cubicBezTo>
                    <a:pt x="107" y="46"/>
                    <a:pt x="120" y="46"/>
                    <a:pt x="160" y="75"/>
                  </a:cubicBezTo>
                  <a:cubicBezTo>
                    <a:pt x="176" y="86"/>
                    <a:pt x="177" y="96"/>
                    <a:pt x="171" y="113"/>
                  </a:cubicBezTo>
                  <a:cubicBezTo>
                    <a:pt x="153" y="158"/>
                    <a:pt x="109" y="196"/>
                    <a:pt x="75" y="196"/>
                  </a:cubicBezTo>
                  <a:cubicBezTo>
                    <a:pt x="46" y="195"/>
                    <a:pt x="33" y="176"/>
                    <a:pt x="44" y="150"/>
                  </a:cubicBezTo>
                  <a:cubicBezTo>
                    <a:pt x="54" y="128"/>
                    <a:pt x="66" y="107"/>
                    <a:pt x="79" y="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2700645" y="1793630"/>
              <a:ext cx="80640" cy="121320"/>
            </a:xfrm>
            <a:custGeom>
              <a:avLst/>
              <a:gdLst/>
              <a:ahLst/>
              <a:cxnLst/>
              <a:rect l="l" t="t" r="r" b="b"/>
              <a:pathLst>
                <a:path w="224" h="337" extrusionOk="0">
                  <a:moveTo>
                    <a:pt x="102" y="337"/>
                  </a:moveTo>
                  <a:cubicBezTo>
                    <a:pt x="160" y="344"/>
                    <a:pt x="217" y="305"/>
                    <a:pt x="222" y="248"/>
                  </a:cubicBezTo>
                  <a:cubicBezTo>
                    <a:pt x="226" y="186"/>
                    <a:pt x="225" y="124"/>
                    <a:pt x="222" y="61"/>
                  </a:cubicBezTo>
                  <a:cubicBezTo>
                    <a:pt x="221" y="47"/>
                    <a:pt x="209" y="29"/>
                    <a:pt x="197" y="18"/>
                  </a:cubicBezTo>
                  <a:cubicBezTo>
                    <a:pt x="165" y="-10"/>
                    <a:pt x="122" y="-5"/>
                    <a:pt x="82" y="30"/>
                  </a:cubicBezTo>
                  <a:cubicBezTo>
                    <a:pt x="26" y="79"/>
                    <a:pt x="5" y="143"/>
                    <a:pt x="0" y="204"/>
                  </a:cubicBezTo>
                  <a:cubicBezTo>
                    <a:pt x="-3" y="284"/>
                    <a:pt x="36" y="330"/>
                    <a:pt x="102" y="337"/>
                  </a:cubicBezTo>
                  <a:moveTo>
                    <a:pt x="109" y="64"/>
                  </a:moveTo>
                  <a:cubicBezTo>
                    <a:pt x="124" y="52"/>
                    <a:pt x="150" y="43"/>
                    <a:pt x="166" y="48"/>
                  </a:cubicBezTo>
                  <a:cubicBezTo>
                    <a:pt x="187" y="54"/>
                    <a:pt x="191" y="77"/>
                    <a:pt x="187" y="102"/>
                  </a:cubicBezTo>
                  <a:cubicBezTo>
                    <a:pt x="182" y="141"/>
                    <a:pt x="185" y="180"/>
                    <a:pt x="183" y="219"/>
                  </a:cubicBezTo>
                  <a:cubicBezTo>
                    <a:pt x="181" y="265"/>
                    <a:pt x="154" y="295"/>
                    <a:pt x="114" y="294"/>
                  </a:cubicBezTo>
                  <a:cubicBezTo>
                    <a:pt x="71" y="294"/>
                    <a:pt x="41" y="264"/>
                    <a:pt x="41" y="215"/>
                  </a:cubicBezTo>
                  <a:cubicBezTo>
                    <a:pt x="48" y="161"/>
                    <a:pt x="59" y="103"/>
                    <a:pt x="109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2831685" y="2763110"/>
              <a:ext cx="99000" cy="101880"/>
            </a:xfrm>
            <a:custGeom>
              <a:avLst/>
              <a:gdLst/>
              <a:ahLst/>
              <a:cxnLst/>
              <a:rect l="l" t="t" r="r" b="b"/>
              <a:pathLst>
                <a:path w="275" h="283" extrusionOk="0">
                  <a:moveTo>
                    <a:pt x="125" y="10"/>
                  </a:moveTo>
                  <a:cubicBezTo>
                    <a:pt x="93" y="28"/>
                    <a:pt x="62" y="50"/>
                    <a:pt x="36" y="75"/>
                  </a:cubicBezTo>
                  <a:cubicBezTo>
                    <a:pt x="-30" y="143"/>
                    <a:pt x="-2" y="247"/>
                    <a:pt x="89" y="276"/>
                  </a:cubicBezTo>
                  <a:cubicBezTo>
                    <a:pt x="178" y="305"/>
                    <a:pt x="271" y="229"/>
                    <a:pt x="275" y="126"/>
                  </a:cubicBezTo>
                  <a:cubicBezTo>
                    <a:pt x="269" y="107"/>
                    <a:pt x="267" y="85"/>
                    <a:pt x="256" y="68"/>
                  </a:cubicBezTo>
                  <a:cubicBezTo>
                    <a:pt x="221" y="17"/>
                    <a:pt x="174" y="-19"/>
                    <a:pt x="125" y="10"/>
                  </a:cubicBezTo>
                  <a:moveTo>
                    <a:pt x="223" y="103"/>
                  </a:moveTo>
                  <a:cubicBezTo>
                    <a:pt x="244" y="162"/>
                    <a:pt x="189" y="239"/>
                    <a:pt x="126" y="240"/>
                  </a:cubicBezTo>
                  <a:cubicBezTo>
                    <a:pt x="90" y="240"/>
                    <a:pt x="49" y="206"/>
                    <a:pt x="41" y="170"/>
                  </a:cubicBezTo>
                  <a:cubicBezTo>
                    <a:pt x="34" y="138"/>
                    <a:pt x="66" y="88"/>
                    <a:pt x="102" y="74"/>
                  </a:cubicBezTo>
                  <a:cubicBezTo>
                    <a:pt x="109" y="72"/>
                    <a:pt x="116" y="70"/>
                    <a:pt x="123" y="66"/>
                  </a:cubicBezTo>
                  <a:cubicBezTo>
                    <a:pt x="165" y="39"/>
                    <a:pt x="206" y="53"/>
                    <a:pt x="223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2587965" y="2809190"/>
              <a:ext cx="85680" cy="110160"/>
            </a:xfrm>
            <a:custGeom>
              <a:avLst/>
              <a:gdLst/>
              <a:ahLst/>
              <a:cxnLst/>
              <a:rect l="l" t="t" r="r" b="b"/>
              <a:pathLst>
                <a:path w="238" h="306" extrusionOk="0">
                  <a:moveTo>
                    <a:pt x="69" y="0"/>
                  </a:moveTo>
                  <a:cubicBezTo>
                    <a:pt x="59" y="2"/>
                    <a:pt x="48" y="10"/>
                    <a:pt x="41" y="19"/>
                  </a:cubicBezTo>
                  <a:cubicBezTo>
                    <a:pt x="-10" y="82"/>
                    <a:pt x="-14" y="195"/>
                    <a:pt x="32" y="263"/>
                  </a:cubicBezTo>
                  <a:cubicBezTo>
                    <a:pt x="61" y="306"/>
                    <a:pt x="106" y="318"/>
                    <a:pt x="151" y="292"/>
                  </a:cubicBezTo>
                  <a:cubicBezTo>
                    <a:pt x="207" y="257"/>
                    <a:pt x="234" y="206"/>
                    <a:pt x="238" y="136"/>
                  </a:cubicBezTo>
                  <a:cubicBezTo>
                    <a:pt x="236" y="124"/>
                    <a:pt x="235" y="107"/>
                    <a:pt x="230" y="92"/>
                  </a:cubicBezTo>
                  <a:cubicBezTo>
                    <a:pt x="209" y="39"/>
                    <a:pt x="126" y="-8"/>
                    <a:pt x="69" y="0"/>
                  </a:cubicBezTo>
                  <a:moveTo>
                    <a:pt x="104" y="49"/>
                  </a:moveTo>
                  <a:cubicBezTo>
                    <a:pt x="162" y="64"/>
                    <a:pt x="196" y="96"/>
                    <a:pt x="196" y="146"/>
                  </a:cubicBezTo>
                  <a:cubicBezTo>
                    <a:pt x="191" y="186"/>
                    <a:pt x="173" y="225"/>
                    <a:pt x="133" y="252"/>
                  </a:cubicBezTo>
                  <a:cubicBezTo>
                    <a:pt x="108" y="270"/>
                    <a:pt x="87" y="266"/>
                    <a:pt x="68" y="242"/>
                  </a:cubicBezTo>
                  <a:cubicBezTo>
                    <a:pt x="37" y="203"/>
                    <a:pt x="30" y="115"/>
                    <a:pt x="53" y="71"/>
                  </a:cubicBezTo>
                  <a:cubicBezTo>
                    <a:pt x="65" y="49"/>
                    <a:pt x="79" y="43"/>
                    <a:pt x="103" y="49"/>
                  </a:cubicBezTo>
                  <a:lnTo>
                    <a:pt x="104" y="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4" name="Google Shape;94;p9"/>
          <p:cNvGrpSpPr/>
          <p:nvPr/>
        </p:nvGrpSpPr>
        <p:grpSpPr>
          <a:xfrm rot="10800000">
            <a:off x="-767833" y="-2649398"/>
            <a:ext cx="10259599" cy="8309098"/>
            <a:chOff x="-335700" y="-173148"/>
            <a:chExt cx="10259599" cy="8309098"/>
          </a:xfrm>
        </p:grpSpPr>
        <p:pic>
          <p:nvPicPr>
            <p:cNvPr id="95" name="Google Shape;95;p9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7337449" y="-173148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96" name="Google Shape;96;p9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grpSp>
        <p:nvGrpSpPr>
          <p:cNvPr id="97" name="Google Shape;97;p9"/>
          <p:cNvGrpSpPr/>
          <p:nvPr/>
        </p:nvGrpSpPr>
        <p:grpSpPr>
          <a:xfrm>
            <a:off x="-49279" y="1740322"/>
            <a:ext cx="9193479" cy="2600102"/>
            <a:chOff x="-49279" y="1740322"/>
            <a:chExt cx="9193479" cy="2600102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8395082" y="1740322"/>
              <a:ext cx="749118" cy="736246"/>
              <a:chOff x="2534325" y="685190"/>
              <a:chExt cx="628560" cy="617760"/>
            </a:xfrm>
          </p:grpSpPr>
          <p:sp>
            <p:nvSpPr>
              <p:cNvPr id="99" name="Google Shape;99;p9"/>
              <p:cNvSpPr/>
              <p:nvPr/>
            </p:nvSpPr>
            <p:spPr>
              <a:xfrm>
                <a:off x="2534325" y="818750"/>
                <a:ext cx="389160" cy="484200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1345" extrusionOk="0">
                    <a:moveTo>
                      <a:pt x="704" y="1345"/>
                    </a:moveTo>
                    <a:cubicBezTo>
                      <a:pt x="624" y="1304"/>
                      <a:pt x="629" y="1250"/>
                      <a:pt x="663" y="1180"/>
                    </a:cubicBezTo>
                    <a:cubicBezTo>
                      <a:pt x="667" y="1170"/>
                      <a:pt x="665" y="1157"/>
                      <a:pt x="666" y="1145"/>
                    </a:cubicBezTo>
                    <a:cubicBezTo>
                      <a:pt x="652" y="1145"/>
                      <a:pt x="636" y="1142"/>
                      <a:pt x="625" y="1148"/>
                    </a:cubicBezTo>
                    <a:cubicBezTo>
                      <a:pt x="604" y="1159"/>
                      <a:pt x="587" y="1175"/>
                      <a:pt x="568" y="1189"/>
                    </a:cubicBezTo>
                    <a:cubicBezTo>
                      <a:pt x="595" y="1229"/>
                      <a:pt x="592" y="1260"/>
                      <a:pt x="555" y="1300"/>
                    </a:cubicBezTo>
                    <a:cubicBezTo>
                      <a:pt x="530" y="1327"/>
                      <a:pt x="497" y="1334"/>
                      <a:pt x="467" y="1319"/>
                    </a:cubicBezTo>
                    <a:cubicBezTo>
                      <a:pt x="434" y="1301"/>
                      <a:pt x="421" y="1261"/>
                      <a:pt x="433" y="1216"/>
                    </a:cubicBezTo>
                    <a:cubicBezTo>
                      <a:pt x="442" y="1183"/>
                      <a:pt x="456" y="1173"/>
                      <a:pt x="491" y="1175"/>
                    </a:cubicBezTo>
                    <a:cubicBezTo>
                      <a:pt x="488" y="1142"/>
                      <a:pt x="484" y="1109"/>
                      <a:pt x="480" y="1075"/>
                    </a:cubicBezTo>
                    <a:cubicBezTo>
                      <a:pt x="465" y="1079"/>
                      <a:pt x="449" y="1084"/>
                      <a:pt x="434" y="1088"/>
                    </a:cubicBezTo>
                    <a:cubicBezTo>
                      <a:pt x="463" y="1138"/>
                      <a:pt x="426" y="1205"/>
                      <a:pt x="358" y="1225"/>
                    </a:cubicBezTo>
                    <a:cubicBezTo>
                      <a:pt x="331" y="1234"/>
                      <a:pt x="305" y="1215"/>
                      <a:pt x="299" y="1185"/>
                    </a:cubicBezTo>
                    <a:cubicBezTo>
                      <a:pt x="285" y="1106"/>
                      <a:pt x="331" y="1062"/>
                      <a:pt x="417" y="1076"/>
                    </a:cubicBezTo>
                    <a:cubicBezTo>
                      <a:pt x="413" y="1068"/>
                      <a:pt x="409" y="1062"/>
                      <a:pt x="407" y="1055"/>
                    </a:cubicBezTo>
                    <a:cubicBezTo>
                      <a:pt x="392" y="1017"/>
                      <a:pt x="397" y="1011"/>
                      <a:pt x="438" y="1008"/>
                    </a:cubicBezTo>
                    <a:cubicBezTo>
                      <a:pt x="451" y="1007"/>
                      <a:pt x="464" y="1002"/>
                      <a:pt x="480" y="997"/>
                    </a:cubicBezTo>
                    <a:cubicBezTo>
                      <a:pt x="484" y="1003"/>
                      <a:pt x="488" y="1011"/>
                      <a:pt x="496" y="1024"/>
                    </a:cubicBezTo>
                    <a:cubicBezTo>
                      <a:pt x="503" y="1015"/>
                      <a:pt x="509" y="1007"/>
                      <a:pt x="518" y="995"/>
                    </a:cubicBezTo>
                    <a:cubicBezTo>
                      <a:pt x="460" y="975"/>
                      <a:pt x="450" y="924"/>
                      <a:pt x="444" y="871"/>
                    </a:cubicBezTo>
                    <a:cubicBezTo>
                      <a:pt x="301" y="916"/>
                      <a:pt x="280" y="911"/>
                      <a:pt x="266" y="833"/>
                    </a:cubicBezTo>
                    <a:cubicBezTo>
                      <a:pt x="251" y="836"/>
                      <a:pt x="236" y="838"/>
                      <a:pt x="220" y="840"/>
                    </a:cubicBezTo>
                    <a:cubicBezTo>
                      <a:pt x="219" y="852"/>
                      <a:pt x="217" y="864"/>
                      <a:pt x="216" y="876"/>
                    </a:cubicBezTo>
                    <a:cubicBezTo>
                      <a:pt x="243" y="889"/>
                      <a:pt x="264" y="907"/>
                      <a:pt x="261" y="940"/>
                    </a:cubicBezTo>
                    <a:cubicBezTo>
                      <a:pt x="259" y="972"/>
                      <a:pt x="239" y="994"/>
                      <a:pt x="213" y="1009"/>
                    </a:cubicBezTo>
                    <a:cubicBezTo>
                      <a:pt x="179" y="1027"/>
                      <a:pt x="151" y="1011"/>
                      <a:pt x="150" y="973"/>
                    </a:cubicBezTo>
                    <a:cubicBezTo>
                      <a:pt x="150" y="954"/>
                      <a:pt x="154" y="935"/>
                      <a:pt x="156" y="914"/>
                    </a:cubicBezTo>
                    <a:cubicBezTo>
                      <a:pt x="137" y="906"/>
                      <a:pt x="122" y="904"/>
                      <a:pt x="107" y="925"/>
                    </a:cubicBezTo>
                    <a:cubicBezTo>
                      <a:pt x="92" y="945"/>
                      <a:pt x="68" y="946"/>
                      <a:pt x="45" y="937"/>
                    </a:cubicBezTo>
                    <a:cubicBezTo>
                      <a:pt x="23" y="927"/>
                      <a:pt x="7" y="912"/>
                      <a:pt x="6" y="886"/>
                    </a:cubicBezTo>
                    <a:cubicBezTo>
                      <a:pt x="5" y="835"/>
                      <a:pt x="28" y="813"/>
                      <a:pt x="81" y="809"/>
                    </a:cubicBezTo>
                    <a:cubicBezTo>
                      <a:pt x="90" y="774"/>
                      <a:pt x="95" y="740"/>
                      <a:pt x="106" y="709"/>
                    </a:cubicBezTo>
                    <a:cubicBezTo>
                      <a:pt x="119" y="673"/>
                      <a:pt x="151" y="664"/>
                      <a:pt x="182" y="683"/>
                    </a:cubicBezTo>
                    <a:cubicBezTo>
                      <a:pt x="205" y="697"/>
                      <a:pt x="228" y="711"/>
                      <a:pt x="250" y="726"/>
                    </a:cubicBezTo>
                    <a:cubicBezTo>
                      <a:pt x="263" y="735"/>
                      <a:pt x="274" y="747"/>
                      <a:pt x="285" y="758"/>
                    </a:cubicBezTo>
                    <a:cubicBezTo>
                      <a:pt x="333" y="708"/>
                      <a:pt x="356" y="700"/>
                      <a:pt x="428" y="703"/>
                    </a:cubicBezTo>
                    <a:cubicBezTo>
                      <a:pt x="411" y="688"/>
                      <a:pt x="397" y="675"/>
                      <a:pt x="383" y="662"/>
                    </a:cubicBezTo>
                    <a:cubicBezTo>
                      <a:pt x="370" y="649"/>
                      <a:pt x="358" y="635"/>
                      <a:pt x="342" y="617"/>
                    </a:cubicBezTo>
                    <a:cubicBezTo>
                      <a:pt x="336" y="624"/>
                      <a:pt x="332" y="633"/>
                      <a:pt x="325" y="638"/>
                    </a:cubicBezTo>
                    <a:cubicBezTo>
                      <a:pt x="306" y="653"/>
                      <a:pt x="285" y="655"/>
                      <a:pt x="264" y="641"/>
                    </a:cubicBezTo>
                    <a:cubicBezTo>
                      <a:pt x="246" y="628"/>
                      <a:pt x="246" y="610"/>
                      <a:pt x="251" y="589"/>
                    </a:cubicBezTo>
                    <a:cubicBezTo>
                      <a:pt x="255" y="574"/>
                      <a:pt x="255" y="558"/>
                      <a:pt x="256" y="543"/>
                    </a:cubicBezTo>
                    <a:cubicBezTo>
                      <a:pt x="252" y="543"/>
                      <a:pt x="248" y="542"/>
                      <a:pt x="245" y="541"/>
                    </a:cubicBezTo>
                    <a:cubicBezTo>
                      <a:pt x="241" y="552"/>
                      <a:pt x="238" y="563"/>
                      <a:pt x="234" y="573"/>
                    </a:cubicBezTo>
                    <a:cubicBezTo>
                      <a:pt x="224" y="601"/>
                      <a:pt x="207" y="622"/>
                      <a:pt x="177" y="630"/>
                    </a:cubicBezTo>
                    <a:cubicBezTo>
                      <a:pt x="139" y="641"/>
                      <a:pt x="100" y="612"/>
                      <a:pt x="107" y="573"/>
                    </a:cubicBezTo>
                    <a:cubicBezTo>
                      <a:pt x="116" y="525"/>
                      <a:pt x="133" y="477"/>
                      <a:pt x="94" y="431"/>
                    </a:cubicBezTo>
                    <a:cubicBezTo>
                      <a:pt x="87" y="431"/>
                      <a:pt x="80" y="432"/>
                      <a:pt x="73" y="433"/>
                    </a:cubicBezTo>
                    <a:cubicBezTo>
                      <a:pt x="44" y="436"/>
                      <a:pt x="18" y="430"/>
                      <a:pt x="5" y="400"/>
                    </a:cubicBezTo>
                    <a:cubicBezTo>
                      <a:pt x="-7" y="370"/>
                      <a:pt x="3" y="342"/>
                      <a:pt x="25" y="323"/>
                    </a:cubicBezTo>
                    <a:cubicBezTo>
                      <a:pt x="43" y="307"/>
                      <a:pt x="71" y="302"/>
                      <a:pt x="89" y="286"/>
                    </a:cubicBezTo>
                    <a:cubicBezTo>
                      <a:pt x="122" y="256"/>
                      <a:pt x="153" y="267"/>
                      <a:pt x="177" y="283"/>
                    </a:cubicBezTo>
                    <a:cubicBezTo>
                      <a:pt x="194" y="252"/>
                      <a:pt x="211" y="223"/>
                      <a:pt x="225" y="193"/>
                    </a:cubicBezTo>
                    <a:cubicBezTo>
                      <a:pt x="229" y="184"/>
                      <a:pt x="226" y="172"/>
                      <a:pt x="226" y="161"/>
                    </a:cubicBezTo>
                    <a:cubicBezTo>
                      <a:pt x="225" y="144"/>
                      <a:pt x="220" y="127"/>
                      <a:pt x="223" y="110"/>
                    </a:cubicBezTo>
                    <a:cubicBezTo>
                      <a:pt x="227" y="83"/>
                      <a:pt x="255" y="64"/>
                      <a:pt x="281" y="72"/>
                    </a:cubicBezTo>
                    <a:cubicBezTo>
                      <a:pt x="304" y="79"/>
                      <a:pt x="326" y="90"/>
                      <a:pt x="348" y="101"/>
                    </a:cubicBezTo>
                    <a:cubicBezTo>
                      <a:pt x="353" y="103"/>
                      <a:pt x="356" y="113"/>
                      <a:pt x="357" y="120"/>
                    </a:cubicBezTo>
                    <a:cubicBezTo>
                      <a:pt x="359" y="135"/>
                      <a:pt x="359" y="150"/>
                      <a:pt x="360" y="165"/>
                    </a:cubicBezTo>
                    <a:cubicBezTo>
                      <a:pt x="383" y="168"/>
                      <a:pt x="405" y="170"/>
                      <a:pt x="428" y="173"/>
                    </a:cubicBezTo>
                    <a:cubicBezTo>
                      <a:pt x="433" y="134"/>
                      <a:pt x="425" y="82"/>
                      <a:pt x="474" y="74"/>
                    </a:cubicBezTo>
                    <a:cubicBezTo>
                      <a:pt x="509" y="68"/>
                      <a:pt x="535" y="105"/>
                      <a:pt x="551" y="139"/>
                    </a:cubicBezTo>
                    <a:cubicBezTo>
                      <a:pt x="559" y="135"/>
                      <a:pt x="567" y="130"/>
                      <a:pt x="574" y="126"/>
                    </a:cubicBezTo>
                    <a:cubicBezTo>
                      <a:pt x="558" y="58"/>
                      <a:pt x="570" y="17"/>
                      <a:pt x="612" y="3"/>
                    </a:cubicBezTo>
                    <a:cubicBezTo>
                      <a:pt x="641" y="-8"/>
                      <a:pt x="681" y="13"/>
                      <a:pt x="696" y="47"/>
                    </a:cubicBezTo>
                    <a:cubicBezTo>
                      <a:pt x="715" y="88"/>
                      <a:pt x="697" y="129"/>
                      <a:pt x="645" y="160"/>
                    </a:cubicBezTo>
                    <a:cubicBezTo>
                      <a:pt x="651" y="167"/>
                      <a:pt x="656" y="174"/>
                      <a:pt x="662" y="182"/>
                    </a:cubicBezTo>
                    <a:cubicBezTo>
                      <a:pt x="681" y="172"/>
                      <a:pt x="698" y="164"/>
                      <a:pt x="715" y="155"/>
                    </a:cubicBezTo>
                    <a:cubicBezTo>
                      <a:pt x="700" y="80"/>
                      <a:pt x="755" y="22"/>
                      <a:pt x="819" y="61"/>
                    </a:cubicBezTo>
                    <a:cubicBezTo>
                      <a:pt x="823" y="53"/>
                      <a:pt x="825" y="45"/>
                      <a:pt x="829" y="37"/>
                    </a:cubicBezTo>
                    <a:cubicBezTo>
                      <a:pt x="846" y="4"/>
                      <a:pt x="882" y="-7"/>
                      <a:pt x="907" y="19"/>
                    </a:cubicBezTo>
                    <a:cubicBezTo>
                      <a:pt x="931" y="45"/>
                      <a:pt x="951" y="77"/>
                      <a:pt x="966" y="109"/>
                    </a:cubicBezTo>
                    <a:cubicBezTo>
                      <a:pt x="979" y="139"/>
                      <a:pt x="964" y="166"/>
                      <a:pt x="938" y="182"/>
                    </a:cubicBezTo>
                    <a:cubicBezTo>
                      <a:pt x="953" y="203"/>
                      <a:pt x="966" y="222"/>
                      <a:pt x="981" y="242"/>
                    </a:cubicBezTo>
                    <a:cubicBezTo>
                      <a:pt x="1030" y="231"/>
                      <a:pt x="1095" y="292"/>
                      <a:pt x="1078" y="350"/>
                    </a:cubicBezTo>
                    <a:cubicBezTo>
                      <a:pt x="1058" y="418"/>
                      <a:pt x="1050" y="495"/>
                      <a:pt x="985" y="547"/>
                    </a:cubicBezTo>
                    <a:cubicBezTo>
                      <a:pt x="1014" y="563"/>
                      <a:pt x="1046" y="582"/>
                      <a:pt x="1028" y="618"/>
                    </a:cubicBezTo>
                    <a:cubicBezTo>
                      <a:pt x="1016" y="643"/>
                      <a:pt x="990" y="661"/>
                      <a:pt x="970" y="681"/>
                    </a:cubicBezTo>
                    <a:cubicBezTo>
                      <a:pt x="971" y="698"/>
                      <a:pt x="979" y="724"/>
                      <a:pt x="972" y="743"/>
                    </a:cubicBezTo>
                    <a:cubicBezTo>
                      <a:pt x="961" y="772"/>
                      <a:pt x="943" y="802"/>
                      <a:pt x="919" y="822"/>
                    </a:cubicBezTo>
                    <a:cubicBezTo>
                      <a:pt x="886" y="849"/>
                      <a:pt x="837" y="827"/>
                      <a:pt x="832" y="781"/>
                    </a:cubicBezTo>
                    <a:cubicBezTo>
                      <a:pt x="828" y="746"/>
                      <a:pt x="833" y="709"/>
                      <a:pt x="839" y="673"/>
                    </a:cubicBezTo>
                    <a:cubicBezTo>
                      <a:pt x="840" y="665"/>
                      <a:pt x="858" y="659"/>
                      <a:pt x="873" y="648"/>
                    </a:cubicBezTo>
                    <a:cubicBezTo>
                      <a:pt x="816" y="659"/>
                      <a:pt x="829" y="620"/>
                      <a:pt x="827" y="592"/>
                    </a:cubicBezTo>
                    <a:cubicBezTo>
                      <a:pt x="814" y="588"/>
                      <a:pt x="802" y="584"/>
                      <a:pt x="790" y="579"/>
                    </a:cubicBezTo>
                    <a:cubicBezTo>
                      <a:pt x="779" y="593"/>
                      <a:pt x="769" y="607"/>
                      <a:pt x="756" y="623"/>
                    </a:cubicBezTo>
                    <a:cubicBezTo>
                      <a:pt x="788" y="642"/>
                      <a:pt x="823" y="661"/>
                      <a:pt x="820" y="706"/>
                    </a:cubicBezTo>
                    <a:cubicBezTo>
                      <a:pt x="817" y="748"/>
                      <a:pt x="783" y="768"/>
                      <a:pt x="750" y="790"/>
                    </a:cubicBezTo>
                    <a:cubicBezTo>
                      <a:pt x="781" y="818"/>
                      <a:pt x="816" y="844"/>
                      <a:pt x="801" y="893"/>
                    </a:cubicBezTo>
                    <a:cubicBezTo>
                      <a:pt x="826" y="903"/>
                      <a:pt x="849" y="913"/>
                      <a:pt x="872" y="923"/>
                    </a:cubicBezTo>
                    <a:cubicBezTo>
                      <a:pt x="874" y="908"/>
                      <a:pt x="870" y="889"/>
                      <a:pt x="878" y="877"/>
                    </a:cubicBezTo>
                    <a:cubicBezTo>
                      <a:pt x="886" y="866"/>
                      <a:pt x="906" y="860"/>
                      <a:pt x="921" y="859"/>
                    </a:cubicBezTo>
                    <a:cubicBezTo>
                      <a:pt x="948" y="857"/>
                      <a:pt x="966" y="877"/>
                      <a:pt x="966" y="903"/>
                    </a:cubicBezTo>
                    <a:cubicBezTo>
                      <a:pt x="966" y="935"/>
                      <a:pt x="950" y="947"/>
                      <a:pt x="899" y="949"/>
                    </a:cubicBezTo>
                    <a:cubicBezTo>
                      <a:pt x="913" y="982"/>
                      <a:pt x="905" y="1010"/>
                      <a:pt x="886" y="1037"/>
                    </a:cubicBezTo>
                    <a:cubicBezTo>
                      <a:pt x="864" y="1068"/>
                      <a:pt x="834" y="1078"/>
                      <a:pt x="801" y="1067"/>
                    </a:cubicBezTo>
                    <a:cubicBezTo>
                      <a:pt x="765" y="1056"/>
                      <a:pt x="741" y="1026"/>
                      <a:pt x="745" y="989"/>
                    </a:cubicBezTo>
                    <a:cubicBezTo>
                      <a:pt x="749" y="955"/>
                      <a:pt x="737" y="949"/>
                      <a:pt x="707" y="956"/>
                    </a:cubicBezTo>
                    <a:cubicBezTo>
                      <a:pt x="695" y="959"/>
                      <a:pt x="682" y="956"/>
                      <a:pt x="669" y="955"/>
                    </a:cubicBezTo>
                    <a:cubicBezTo>
                      <a:pt x="657" y="954"/>
                      <a:pt x="646" y="950"/>
                      <a:pt x="634" y="948"/>
                    </a:cubicBezTo>
                    <a:cubicBezTo>
                      <a:pt x="625" y="961"/>
                      <a:pt x="616" y="973"/>
                      <a:pt x="606" y="987"/>
                    </a:cubicBezTo>
                    <a:cubicBezTo>
                      <a:pt x="615" y="997"/>
                      <a:pt x="625" y="1008"/>
                      <a:pt x="637" y="1020"/>
                    </a:cubicBezTo>
                    <a:cubicBezTo>
                      <a:pt x="648" y="1013"/>
                      <a:pt x="657" y="1003"/>
                      <a:pt x="669" y="1000"/>
                    </a:cubicBezTo>
                    <a:cubicBezTo>
                      <a:pt x="688" y="996"/>
                      <a:pt x="713" y="988"/>
                      <a:pt x="725" y="997"/>
                    </a:cubicBezTo>
                    <a:cubicBezTo>
                      <a:pt x="737" y="1005"/>
                      <a:pt x="744" y="1033"/>
                      <a:pt x="741" y="1050"/>
                    </a:cubicBezTo>
                    <a:cubicBezTo>
                      <a:pt x="735" y="1082"/>
                      <a:pt x="720" y="1111"/>
                      <a:pt x="709" y="1142"/>
                    </a:cubicBezTo>
                    <a:cubicBezTo>
                      <a:pt x="723" y="1144"/>
                      <a:pt x="739" y="1147"/>
                      <a:pt x="755" y="1149"/>
                    </a:cubicBezTo>
                    <a:cubicBezTo>
                      <a:pt x="758" y="1147"/>
                      <a:pt x="761" y="1146"/>
                      <a:pt x="761" y="1145"/>
                    </a:cubicBezTo>
                    <a:cubicBezTo>
                      <a:pt x="767" y="1116"/>
                      <a:pt x="777" y="1088"/>
                      <a:pt x="811" y="1085"/>
                    </a:cubicBezTo>
                    <a:cubicBezTo>
                      <a:pt x="840" y="1083"/>
                      <a:pt x="888" y="1124"/>
                      <a:pt x="892" y="1150"/>
                    </a:cubicBezTo>
                    <a:cubicBezTo>
                      <a:pt x="897" y="1182"/>
                      <a:pt x="877" y="1216"/>
                      <a:pt x="848" y="1230"/>
                    </a:cubicBezTo>
                    <a:cubicBezTo>
                      <a:pt x="839" y="1234"/>
                      <a:pt x="828" y="1243"/>
                      <a:pt x="825" y="1252"/>
                    </a:cubicBezTo>
                    <a:cubicBezTo>
                      <a:pt x="813" y="1296"/>
                      <a:pt x="787" y="1329"/>
                      <a:pt x="743" y="1345"/>
                    </a:cubicBezTo>
                    <a:lnTo>
                      <a:pt x="704" y="1345"/>
                    </a:lnTo>
                    <a:moveTo>
                      <a:pt x="298" y="398"/>
                    </a:moveTo>
                    <a:cubicBezTo>
                      <a:pt x="326" y="402"/>
                      <a:pt x="352" y="402"/>
                      <a:pt x="374" y="411"/>
                    </a:cubicBezTo>
                    <a:cubicBezTo>
                      <a:pt x="397" y="419"/>
                      <a:pt x="423" y="434"/>
                      <a:pt x="434" y="453"/>
                    </a:cubicBezTo>
                    <a:cubicBezTo>
                      <a:pt x="448" y="479"/>
                      <a:pt x="422" y="498"/>
                      <a:pt x="403" y="514"/>
                    </a:cubicBezTo>
                    <a:cubicBezTo>
                      <a:pt x="401" y="516"/>
                      <a:pt x="401" y="518"/>
                      <a:pt x="401" y="517"/>
                    </a:cubicBezTo>
                    <a:cubicBezTo>
                      <a:pt x="435" y="542"/>
                      <a:pt x="469" y="566"/>
                      <a:pt x="502" y="590"/>
                    </a:cubicBezTo>
                    <a:cubicBezTo>
                      <a:pt x="561" y="544"/>
                      <a:pt x="594" y="545"/>
                      <a:pt x="649" y="595"/>
                    </a:cubicBezTo>
                    <a:cubicBezTo>
                      <a:pt x="654" y="589"/>
                      <a:pt x="658" y="584"/>
                      <a:pt x="659" y="584"/>
                    </a:cubicBezTo>
                    <a:cubicBezTo>
                      <a:pt x="634" y="565"/>
                      <a:pt x="610" y="547"/>
                      <a:pt x="584" y="527"/>
                    </a:cubicBezTo>
                    <a:cubicBezTo>
                      <a:pt x="545" y="549"/>
                      <a:pt x="495" y="545"/>
                      <a:pt x="465" y="513"/>
                    </a:cubicBezTo>
                    <a:cubicBezTo>
                      <a:pt x="435" y="480"/>
                      <a:pt x="441" y="451"/>
                      <a:pt x="482" y="435"/>
                    </a:cubicBezTo>
                    <a:cubicBezTo>
                      <a:pt x="489" y="431"/>
                      <a:pt x="497" y="428"/>
                      <a:pt x="508" y="424"/>
                    </a:cubicBezTo>
                    <a:cubicBezTo>
                      <a:pt x="457" y="396"/>
                      <a:pt x="458" y="350"/>
                      <a:pt x="462" y="300"/>
                    </a:cubicBezTo>
                    <a:cubicBezTo>
                      <a:pt x="447" y="313"/>
                      <a:pt x="435" y="323"/>
                      <a:pt x="423" y="333"/>
                    </a:cubicBezTo>
                    <a:cubicBezTo>
                      <a:pt x="426" y="333"/>
                      <a:pt x="429" y="333"/>
                      <a:pt x="433" y="333"/>
                    </a:cubicBezTo>
                    <a:cubicBezTo>
                      <a:pt x="436" y="350"/>
                      <a:pt x="448" y="374"/>
                      <a:pt x="442" y="383"/>
                    </a:cubicBezTo>
                    <a:cubicBezTo>
                      <a:pt x="433" y="395"/>
                      <a:pt x="409" y="400"/>
                      <a:pt x="391" y="400"/>
                    </a:cubicBezTo>
                    <a:cubicBezTo>
                      <a:pt x="375" y="400"/>
                      <a:pt x="359" y="390"/>
                      <a:pt x="342" y="385"/>
                    </a:cubicBezTo>
                    <a:cubicBezTo>
                      <a:pt x="328" y="381"/>
                      <a:pt x="313" y="378"/>
                      <a:pt x="296" y="374"/>
                    </a:cubicBezTo>
                    <a:cubicBezTo>
                      <a:pt x="297" y="384"/>
                      <a:pt x="297" y="391"/>
                      <a:pt x="298" y="398"/>
                    </a:cubicBezTo>
                    <a:moveTo>
                      <a:pt x="398" y="745"/>
                    </a:moveTo>
                    <a:cubicBezTo>
                      <a:pt x="358" y="746"/>
                      <a:pt x="319" y="775"/>
                      <a:pt x="313" y="807"/>
                    </a:cubicBezTo>
                    <a:cubicBezTo>
                      <a:pt x="310" y="823"/>
                      <a:pt x="309" y="844"/>
                      <a:pt x="317" y="855"/>
                    </a:cubicBezTo>
                    <a:cubicBezTo>
                      <a:pt x="323" y="862"/>
                      <a:pt x="348" y="861"/>
                      <a:pt x="361" y="857"/>
                    </a:cubicBezTo>
                    <a:cubicBezTo>
                      <a:pt x="388" y="848"/>
                      <a:pt x="414" y="836"/>
                      <a:pt x="437" y="821"/>
                    </a:cubicBezTo>
                    <a:cubicBezTo>
                      <a:pt x="469" y="800"/>
                      <a:pt x="465" y="767"/>
                      <a:pt x="429" y="752"/>
                    </a:cubicBezTo>
                    <a:cubicBezTo>
                      <a:pt x="417" y="748"/>
                      <a:pt x="404" y="747"/>
                      <a:pt x="398" y="745"/>
                    </a:cubicBezTo>
                    <a:moveTo>
                      <a:pt x="670" y="785"/>
                    </a:moveTo>
                    <a:cubicBezTo>
                      <a:pt x="662" y="751"/>
                      <a:pt x="656" y="721"/>
                      <a:pt x="650" y="697"/>
                    </a:cubicBezTo>
                    <a:cubicBezTo>
                      <a:pt x="634" y="703"/>
                      <a:pt x="613" y="711"/>
                      <a:pt x="594" y="718"/>
                    </a:cubicBezTo>
                    <a:cubicBezTo>
                      <a:pt x="586" y="736"/>
                      <a:pt x="582" y="764"/>
                      <a:pt x="567" y="774"/>
                    </a:cubicBezTo>
                    <a:cubicBezTo>
                      <a:pt x="552" y="784"/>
                      <a:pt x="525" y="776"/>
                      <a:pt x="502" y="776"/>
                    </a:cubicBezTo>
                    <a:cubicBezTo>
                      <a:pt x="502" y="782"/>
                      <a:pt x="503" y="792"/>
                      <a:pt x="504" y="802"/>
                    </a:cubicBezTo>
                    <a:cubicBezTo>
                      <a:pt x="506" y="800"/>
                      <a:pt x="508" y="798"/>
                      <a:pt x="511" y="796"/>
                    </a:cubicBezTo>
                    <a:cubicBezTo>
                      <a:pt x="537" y="815"/>
                      <a:pt x="564" y="833"/>
                      <a:pt x="592" y="852"/>
                    </a:cubicBezTo>
                    <a:cubicBezTo>
                      <a:pt x="599" y="807"/>
                      <a:pt x="633" y="791"/>
                      <a:pt x="670" y="785"/>
                    </a:cubicBezTo>
                    <a:moveTo>
                      <a:pt x="786" y="1232"/>
                    </a:moveTo>
                    <a:cubicBezTo>
                      <a:pt x="788" y="1212"/>
                      <a:pt x="768" y="1194"/>
                      <a:pt x="741" y="1190"/>
                    </a:cubicBezTo>
                    <a:cubicBezTo>
                      <a:pt x="723" y="1188"/>
                      <a:pt x="668" y="1225"/>
                      <a:pt x="666" y="1242"/>
                    </a:cubicBezTo>
                    <a:cubicBezTo>
                      <a:pt x="663" y="1258"/>
                      <a:pt x="702" y="1302"/>
                      <a:pt x="720" y="1304"/>
                    </a:cubicBezTo>
                    <a:cubicBezTo>
                      <a:pt x="750" y="1307"/>
                      <a:pt x="782" y="1272"/>
                      <a:pt x="786" y="1232"/>
                    </a:cubicBezTo>
                    <a:moveTo>
                      <a:pt x="686" y="923"/>
                    </a:moveTo>
                    <a:cubicBezTo>
                      <a:pt x="710" y="913"/>
                      <a:pt x="732" y="907"/>
                      <a:pt x="748" y="895"/>
                    </a:cubicBezTo>
                    <a:cubicBezTo>
                      <a:pt x="756" y="888"/>
                      <a:pt x="760" y="866"/>
                      <a:pt x="755" y="857"/>
                    </a:cubicBezTo>
                    <a:cubicBezTo>
                      <a:pt x="733" y="817"/>
                      <a:pt x="673" y="812"/>
                      <a:pt x="644" y="847"/>
                    </a:cubicBezTo>
                    <a:cubicBezTo>
                      <a:pt x="635" y="858"/>
                      <a:pt x="628" y="882"/>
                      <a:pt x="634" y="889"/>
                    </a:cubicBezTo>
                    <a:cubicBezTo>
                      <a:pt x="646" y="904"/>
                      <a:pt x="667" y="912"/>
                      <a:pt x="686" y="924"/>
                    </a:cubicBezTo>
                    <a:lnTo>
                      <a:pt x="686" y="923"/>
                    </a:lnTo>
                    <a:moveTo>
                      <a:pt x="612" y="429"/>
                    </a:moveTo>
                    <a:cubicBezTo>
                      <a:pt x="620" y="459"/>
                      <a:pt x="624" y="487"/>
                      <a:pt x="634" y="513"/>
                    </a:cubicBezTo>
                    <a:cubicBezTo>
                      <a:pt x="637" y="521"/>
                      <a:pt x="652" y="531"/>
                      <a:pt x="661" y="530"/>
                    </a:cubicBezTo>
                    <a:cubicBezTo>
                      <a:pt x="669" y="530"/>
                      <a:pt x="681" y="518"/>
                      <a:pt x="685" y="509"/>
                    </a:cubicBezTo>
                    <a:cubicBezTo>
                      <a:pt x="698" y="478"/>
                      <a:pt x="691" y="447"/>
                      <a:pt x="674" y="419"/>
                    </a:cubicBezTo>
                    <a:cubicBezTo>
                      <a:pt x="664" y="403"/>
                      <a:pt x="647" y="390"/>
                      <a:pt x="633" y="376"/>
                    </a:cubicBezTo>
                    <a:cubicBezTo>
                      <a:pt x="626" y="394"/>
                      <a:pt x="619" y="412"/>
                      <a:pt x="612" y="429"/>
                    </a:cubicBezTo>
                    <a:moveTo>
                      <a:pt x="519" y="1137"/>
                    </a:moveTo>
                    <a:cubicBezTo>
                      <a:pt x="531" y="1142"/>
                      <a:pt x="539" y="1148"/>
                      <a:pt x="547" y="1147"/>
                    </a:cubicBezTo>
                    <a:cubicBezTo>
                      <a:pt x="589" y="1146"/>
                      <a:pt x="623" y="1088"/>
                      <a:pt x="604" y="1051"/>
                    </a:cubicBezTo>
                    <a:cubicBezTo>
                      <a:pt x="594" y="1031"/>
                      <a:pt x="577" y="1014"/>
                      <a:pt x="556" y="1028"/>
                    </a:cubicBezTo>
                    <a:cubicBezTo>
                      <a:pt x="541" y="1038"/>
                      <a:pt x="522" y="1072"/>
                      <a:pt x="527" y="1078"/>
                    </a:cubicBezTo>
                    <a:cubicBezTo>
                      <a:pt x="546" y="1101"/>
                      <a:pt x="535" y="1116"/>
                      <a:pt x="519" y="1137"/>
                    </a:cubicBezTo>
                    <a:moveTo>
                      <a:pt x="380" y="570"/>
                    </a:moveTo>
                    <a:cubicBezTo>
                      <a:pt x="386" y="631"/>
                      <a:pt x="437" y="653"/>
                      <a:pt x="474" y="685"/>
                    </a:cubicBezTo>
                    <a:cubicBezTo>
                      <a:pt x="480" y="691"/>
                      <a:pt x="499" y="683"/>
                      <a:pt x="511" y="679"/>
                    </a:cubicBezTo>
                    <a:cubicBezTo>
                      <a:pt x="515" y="677"/>
                      <a:pt x="517" y="659"/>
                      <a:pt x="513" y="657"/>
                    </a:cubicBezTo>
                    <a:cubicBezTo>
                      <a:pt x="473" y="626"/>
                      <a:pt x="432" y="596"/>
                      <a:pt x="391" y="567"/>
                    </a:cubicBezTo>
                    <a:cubicBezTo>
                      <a:pt x="390" y="566"/>
                      <a:pt x="385" y="569"/>
                      <a:pt x="380" y="570"/>
                    </a:cubicBezTo>
                    <a:moveTo>
                      <a:pt x="392" y="464"/>
                    </a:moveTo>
                    <a:cubicBezTo>
                      <a:pt x="332" y="429"/>
                      <a:pt x="281" y="440"/>
                      <a:pt x="250" y="494"/>
                    </a:cubicBezTo>
                    <a:cubicBezTo>
                      <a:pt x="294" y="527"/>
                      <a:pt x="346" y="516"/>
                      <a:pt x="392" y="464"/>
                    </a:cubicBezTo>
                    <a:moveTo>
                      <a:pt x="497" y="895"/>
                    </a:moveTo>
                    <a:cubicBezTo>
                      <a:pt x="504" y="914"/>
                      <a:pt x="506" y="933"/>
                      <a:pt x="516" y="942"/>
                    </a:cubicBezTo>
                    <a:cubicBezTo>
                      <a:pt x="528" y="952"/>
                      <a:pt x="548" y="958"/>
                      <a:pt x="564" y="957"/>
                    </a:cubicBezTo>
                    <a:cubicBezTo>
                      <a:pt x="573" y="957"/>
                      <a:pt x="587" y="940"/>
                      <a:pt x="587" y="930"/>
                    </a:cubicBezTo>
                    <a:cubicBezTo>
                      <a:pt x="589" y="909"/>
                      <a:pt x="528" y="854"/>
                      <a:pt x="497" y="847"/>
                    </a:cubicBezTo>
                    <a:cubicBezTo>
                      <a:pt x="532" y="868"/>
                      <a:pt x="526" y="884"/>
                      <a:pt x="497" y="895"/>
                    </a:cubicBezTo>
                    <a:moveTo>
                      <a:pt x="744" y="660"/>
                    </a:moveTo>
                    <a:cubicBezTo>
                      <a:pt x="718" y="665"/>
                      <a:pt x="693" y="690"/>
                      <a:pt x="692" y="713"/>
                    </a:cubicBezTo>
                    <a:cubicBezTo>
                      <a:pt x="691" y="733"/>
                      <a:pt x="698" y="750"/>
                      <a:pt x="721" y="753"/>
                    </a:cubicBezTo>
                    <a:cubicBezTo>
                      <a:pt x="741" y="755"/>
                      <a:pt x="782" y="720"/>
                      <a:pt x="776" y="703"/>
                    </a:cubicBezTo>
                    <a:cubicBezTo>
                      <a:pt x="770" y="687"/>
                      <a:pt x="755" y="674"/>
                      <a:pt x="743" y="660"/>
                    </a:cubicBezTo>
                    <a:lnTo>
                      <a:pt x="744" y="660"/>
                    </a:lnTo>
                    <a:moveTo>
                      <a:pt x="516" y="272"/>
                    </a:moveTo>
                    <a:cubicBezTo>
                      <a:pt x="497" y="302"/>
                      <a:pt x="494" y="334"/>
                      <a:pt x="507" y="365"/>
                    </a:cubicBezTo>
                    <a:cubicBezTo>
                      <a:pt x="511" y="375"/>
                      <a:pt x="527" y="383"/>
                      <a:pt x="539" y="385"/>
                    </a:cubicBezTo>
                    <a:cubicBezTo>
                      <a:pt x="545" y="385"/>
                      <a:pt x="558" y="371"/>
                      <a:pt x="561" y="362"/>
                    </a:cubicBezTo>
                    <a:cubicBezTo>
                      <a:pt x="570" y="331"/>
                      <a:pt x="548" y="289"/>
                      <a:pt x="516" y="272"/>
                    </a:cubicBezTo>
                    <a:moveTo>
                      <a:pt x="164" y="329"/>
                    </a:moveTo>
                    <a:cubicBezTo>
                      <a:pt x="126" y="311"/>
                      <a:pt x="61" y="331"/>
                      <a:pt x="46" y="361"/>
                    </a:cubicBezTo>
                    <a:cubicBezTo>
                      <a:pt x="36" y="381"/>
                      <a:pt x="44" y="396"/>
                      <a:pt x="64" y="393"/>
                    </a:cubicBezTo>
                    <a:cubicBezTo>
                      <a:pt x="104" y="385"/>
                      <a:pt x="139" y="368"/>
                      <a:pt x="164" y="329"/>
                    </a:cubicBezTo>
                    <a:moveTo>
                      <a:pt x="892" y="286"/>
                    </a:moveTo>
                    <a:cubicBezTo>
                      <a:pt x="892" y="286"/>
                      <a:pt x="891" y="286"/>
                      <a:pt x="890" y="286"/>
                    </a:cubicBezTo>
                    <a:cubicBezTo>
                      <a:pt x="891" y="305"/>
                      <a:pt x="891" y="323"/>
                      <a:pt x="894" y="341"/>
                    </a:cubicBezTo>
                    <a:cubicBezTo>
                      <a:pt x="898" y="357"/>
                      <a:pt x="909" y="366"/>
                      <a:pt x="924" y="351"/>
                    </a:cubicBezTo>
                    <a:cubicBezTo>
                      <a:pt x="944" y="333"/>
                      <a:pt x="943" y="255"/>
                      <a:pt x="924" y="235"/>
                    </a:cubicBezTo>
                    <a:cubicBezTo>
                      <a:pt x="918" y="229"/>
                      <a:pt x="909" y="226"/>
                      <a:pt x="901" y="227"/>
                    </a:cubicBezTo>
                    <a:cubicBezTo>
                      <a:pt x="898" y="227"/>
                      <a:pt x="893" y="238"/>
                      <a:pt x="893" y="244"/>
                    </a:cubicBezTo>
                    <a:cubicBezTo>
                      <a:pt x="891" y="258"/>
                      <a:pt x="892" y="272"/>
                      <a:pt x="892" y="286"/>
                    </a:cubicBezTo>
                    <a:moveTo>
                      <a:pt x="252" y="391"/>
                    </a:moveTo>
                    <a:cubicBezTo>
                      <a:pt x="197" y="364"/>
                      <a:pt x="154" y="384"/>
                      <a:pt x="139" y="443"/>
                    </a:cubicBezTo>
                    <a:cubicBezTo>
                      <a:pt x="171" y="461"/>
                      <a:pt x="216" y="441"/>
                      <a:pt x="252" y="391"/>
                    </a:cubicBezTo>
                    <a:moveTo>
                      <a:pt x="782" y="980"/>
                    </a:moveTo>
                    <a:cubicBezTo>
                      <a:pt x="786" y="1014"/>
                      <a:pt x="799" y="1028"/>
                      <a:pt x="822" y="1031"/>
                    </a:cubicBezTo>
                    <a:cubicBezTo>
                      <a:pt x="839" y="1033"/>
                      <a:pt x="872" y="999"/>
                      <a:pt x="863" y="986"/>
                    </a:cubicBezTo>
                    <a:cubicBezTo>
                      <a:pt x="852" y="968"/>
                      <a:pt x="832" y="952"/>
                      <a:pt x="813" y="946"/>
                    </a:cubicBezTo>
                    <a:cubicBezTo>
                      <a:pt x="806" y="944"/>
                      <a:pt x="790" y="971"/>
                      <a:pt x="782" y="980"/>
                    </a:cubicBezTo>
                    <a:moveTo>
                      <a:pt x="946" y="710"/>
                    </a:moveTo>
                    <a:cubicBezTo>
                      <a:pt x="916" y="710"/>
                      <a:pt x="891" y="703"/>
                      <a:pt x="881" y="712"/>
                    </a:cubicBezTo>
                    <a:cubicBezTo>
                      <a:pt x="870" y="723"/>
                      <a:pt x="870" y="747"/>
                      <a:pt x="869" y="766"/>
                    </a:cubicBezTo>
                    <a:cubicBezTo>
                      <a:pt x="868" y="774"/>
                      <a:pt x="876" y="786"/>
                      <a:pt x="883" y="789"/>
                    </a:cubicBezTo>
                    <a:cubicBezTo>
                      <a:pt x="889" y="791"/>
                      <a:pt x="903" y="786"/>
                      <a:pt x="907" y="780"/>
                    </a:cubicBezTo>
                    <a:cubicBezTo>
                      <a:pt x="920" y="761"/>
                      <a:pt x="930" y="740"/>
                      <a:pt x="946" y="710"/>
                    </a:cubicBezTo>
                    <a:moveTo>
                      <a:pt x="879" y="599"/>
                    </a:moveTo>
                    <a:cubicBezTo>
                      <a:pt x="920" y="646"/>
                      <a:pt x="966" y="647"/>
                      <a:pt x="990" y="604"/>
                    </a:cubicBezTo>
                    <a:cubicBezTo>
                      <a:pt x="956" y="576"/>
                      <a:pt x="915" y="574"/>
                      <a:pt x="879" y="599"/>
                    </a:cubicBezTo>
                    <a:moveTo>
                      <a:pt x="446" y="248"/>
                    </a:moveTo>
                    <a:cubicBezTo>
                      <a:pt x="423" y="232"/>
                      <a:pt x="410" y="216"/>
                      <a:pt x="395" y="213"/>
                    </a:cubicBezTo>
                    <a:cubicBezTo>
                      <a:pt x="368" y="208"/>
                      <a:pt x="365" y="235"/>
                      <a:pt x="368" y="250"/>
                    </a:cubicBezTo>
                    <a:cubicBezTo>
                      <a:pt x="371" y="266"/>
                      <a:pt x="387" y="280"/>
                      <a:pt x="397" y="294"/>
                    </a:cubicBezTo>
                    <a:cubicBezTo>
                      <a:pt x="411" y="281"/>
                      <a:pt x="424" y="269"/>
                      <a:pt x="447" y="248"/>
                    </a:cubicBezTo>
                    <a:lnTo>
                      <a:pt x="446" y="248"/>
                    </a:lnTo>
                    <a:moveTo>
                      <a:pt x="544" y="1230"/>
                    </a:moveTo>
                    <a:cubicBezTo>
                      <a:pt x="505" y="1214"/>
                      <a:pt x="475" y="1216"/>
                      <a:pt x="470" y="1236"/>
                    </a:cubicBezTo>
                    <a:cubicBezTo>
                      <a:pt x="466" y="1256"/>
                      <a:pt x="467" y="1276"/>
                      <a:pt x="491" y="1285"/>
                    </a:cubicBezTo>
                    <a:cubicBezTo>
                      <a:pt x="513" y="1293"/>
                      <a:pt x="534" y="1271"/>
                      <a:pt x="544" y="1230"/>
                    </a:cubicBezTo>
                    <a:moveTo>
                      <a:pt x="293" y="213"/>
                    </a:moveTo>
                    <a:cubicBezTo>
                      <a:pt x="296" y="212"/>
                      <a:pt x="300" y="211"/>
                      <a:pt x="303" y="210"/>
                    </a:cubicBezTo>
                    <a:cubicBezTo>
                      <a:pt x="306" y="190"/>
                      <a:pt x="315" y="167"/>
                      <a:pt x="310" y="149"/>
                    </a:cubicBezTo>
                    <a:cubicBezTo>
                      <a:pt x="307" y="135"/>
                      <a:pt x="286" y="125"/>
                      <a:pt x="273" y="113"/>
                    </a:cubicBezTo>
                    <a:cubicBezTo>
                      <a:pt x="269" y="126"/>
                      <a:pt x="261" y="140"/>
                      <a:pt x="264" y="151"/>
                    </a:cubicBezTo>
                    <a:cubicBezTo>
                      <a:pt x="270" y="172"/>
                      <a:pt x="283" y="192"/>
                      <a:pt x="293" y="212"/>
                    </a:cubicBezTo>
                    <a:lnTo>
                      <a:pt x="293" y="213"/>
                    </a:lnTo>
                    <a:moveTo>
                      <a:pt x="789" y="94"/>
                    </a:moveTo>
                    <a:cubicBezTo>
                      <a:pt x="754" y="128"/>
                      <a:pt x="745" y="151"/>
                      <a:pt x="765" y="164"/>
                    </a:cubicBezTo>
                    <a:cubicBezTo>
                      <a:pt x="775" y="171"/>
                      <a:pt x="802" y="170"/>
                      <a:pt x="809" y="162"/>
                    </a:cubicBezTo>
                    <a:cubicBezTo>
                      <a:pt x="832" y="134"/>
                      <a:pt x="806" y="116"/>
                      <a:pt x="789" y="94"/>
                    </a:cubicBezTo>
                    <a:moveTo>
                      <a:pt x="828" y="355"/>
                    </a:moveTo>
                    <a:cubicBezTo>
                      <a:pt x="845" y="326"/>
                      <a:pt x="845" y="288"/>
                      <a:pt x="826" y="263"/>
                    </a:cubicBezTo>
                    <a:cubicBezTo>
                      <a:pt x="819" y="254"/>
                      <a:pt x="805" y="247"/>
                      <a:pt x="794" y="247"/>
                    </a:cubicBezTo>
                    <a:cubicBezTo>
                      <a:pt x="786" y="247"/>
                      <a:pt x="778" y="260"/>
                      <a:pt x="769" y="267"/>
                    </a:cubicBezTo>
                    <a:cubicBezTo>
                      <a:pt x="804" y="260"/>
                      <a:pt x="811" y="265"/>
                      <a:pt x="808" y="298"/>
                    </a:cubicBezTo>
                    <a:cubicBezTo>
                      <a:pt x="807" y="318"/>
                      <a:pt x="799" y="342"/>
                      <a:pt x="828" y="355"/>
                    </a:cubicBezTo>
                    <a:moveTo>
                      <a:pt x="346" y="1194"/>
                    </a:moveTo>
                    <a:cubicBezTo>
                      <a:pt x="366" y="1175"/>
                      <a:pt x="383" y="1161"/>
                      <a:pt x="397" y="1143"/>
                    </a:cubicBezTo>
                    <a:cubicBezTo>
                      <a:pt x="410" y="1126"/>
                      <a:pt x="399" y="1115"/>
                      <a:pt x="380" y="1113"/>
                    </a:cubicBezTo>
                    <a:cubicBezTo>
                      <a:pt x="346" y="1110"/>
                      <a:pt x="331" y="1139"/>
                      <a:pt x="346" y="1194"/>
                    </a:cubicBezTo>
                    <a:moveTo>
                      <a:pt x="625" y="41"/>
                    </a:moveTo>
                    <a:cubicBezTo>
                      <a:pt x="616" y="67"/>
                      <a:pt x="585" y="90"/>
                      <a:pt x="623" y="112"/>
                    </a:cubicBezTo>
                    <a:cubicBezTo>
                      <a:pt x="629" y="116"/>
                      <a:pt x="650" y="104"/>
                      <a:pt x="657" y="94"/>
                    </a:cubicBezTo>
                    <a:cubicBezTo>
                      <a:pt x="671" y="73"/>
                      <a:pt x="660" y="56"/>
                      <a:pt x="626" y="42"/>
                    </a:cubicBezTo>
                    <a:lnTo>
                      <a:pt x="625" y="41"/>
                    </a:lnTo>
                    <a:moveTo>
                      <a:pt x="985" y="424"/>
                    </a:moveTo>
                    <a:cubicBezTo>
                      <a:pt x="981" y="424"/>
                      <a:pt x="977" y="423"/>
                      <a:pt x="972" y="422"/>
                    </a:cubicBezTo>
                    <a:cubicBezTo>
                      <a:pt x="959" y="440"/>
                      <a:pt x="945" y="458"/>
                      <a:pt x="933" y="477"/>
                    </a:cubicBezTo>
                    <a:cubicBezTo>
                      <a:pt x="932" y="479"/>
                      <a:pt x="951" y="496"/>
                      <a:pt x="952" y="495"/>
                    </a:cubicBezTo>
                    <a:cubicBezTo>
                      <a:pt x="968" y="482"/>
                      <a:pt x="984" y="468"/>
                      <a:pt x="997" y="451"/>
                    </a:cubicBezTo>
                    <a:cubicBezTo>
                      <a:pt x="1000" y="447"/>
                      <a:pt x="989" y="433"/>
                      <a:pt x="985" y="424"/>
                    </a:cubicBezTo>
                    <a:moveTo>
                      <a:pt x="136" y="807"/>
                    </a:moveTo>
                    <a:cubicBezTo>
                      <a:pt x="170" y="800"/>
                      <a:pt x="184" y="771"/>
                      <a:pt x="171" y="731"/>
                    </a:cubicBezTo>
                    <a:cubicBezTo>
                      <a:pt x="126" y="736"/>
                      <a:pt x="115" y="759"/>
                      <a:pt x="136" y="807"/>
                    </a:cubicBezTo>
                    <a:moveTo>
                      <a:pt x="688" y="341"/>
                    </a:moveTo>
                    <a:cubicBezTo>
                      <a:pt x="682" y="319"/>
                      <a:pt x="675" y="297"/>
                      <a:pt x="670" y="279"/>
                    </a:cubicBezTo>
                    <a:cubicBezTo>
                      <a:pt x="645" y="289"/>
                      <a:pt x="623" y="299"/>
                      <a:pt x="599" y="309"/>
                    </a:cubicBezTo>
                    <a:cubicBezTo>
                      <a:pt x="600" y="312"/>
                      <a:pt x="601" y="319"/>
                      <a:pt x="603" y="330"/>
                    </a:cubicBezTo>
                    <a:cubicBezTo>
                      <a:pt x="636" y="303"/>
                      <a:pt x="655" y="334"/>
                      <a:pt x="688" y="341"/>
                    </a:cubicBezTo>
                    <a:moveTo>
                      <a:pt x="460" y="156"/>
                    </a:moveTo>
                    <a:cubicBezTo>
                      <a:pt x="473" y="173"/>
                      <a:pt x="483" y="187"/>
                      <a:pt x="494" y="201"/>
                    </a:cubicBezTo>
                    <a:cubicBezTo>
                      <a:pt x="501" y="191"/>
                      <a:pt x="515" y="178"/>
                      <a:pt x="512" y="172"/>
                    </a:cubicBezTo>
                    <a:cubicBezTo>
                      <a:pt x="507" y="155"/>
                      <a:pt x="494" y="141"/>
                      <a:pt x="483" y="126"/>
                    </a:cubicBezTo>
                    <a:cubicBezTo>
                      <a:pt x="477" y="134"/>
                      <a:pt x="471" y="142"/>
                      <a:pt x="460" y="156"/>
                    </a:cubicBezTo>
                    <a:moveTo>
                      <a:pt x="184" y="507"/>
                    </a:moveTo>
                    <a:cubicBezTo>
                      <a:pt x="178" y="519"/>
                      <a:pt x="174" y="528"/>
                      <a:pt x="169" y="536"/>
                    </a:cubicBezTo>
                    <a:cubicBezTo>
                      <a:pt x="164" y="545"/>
                      <a:pt x="157" y="553"/>
                      <a:pt x="153" y="563"/>
                    </a:cubicBezTo>
                    <a:cubicBezTo>
                      <a:pt x="150" y="569"/>
                      <a:pt x="150" y="577"/>
                      <a:pt x="149" y="585"/>
                    </a:cubicBezTo>
                    <a:cubicBezTo>
                      <a:pt x="158" y="586"/>
                      <a:pt x="169" y="590"/>
                      <a:pt x="175" y="586"/>
                    </a:cubicBezTo>
                    <a:cubicBezTo>
                      <a:pt x="199" y="575"/>
                      <a:pt x="204" y="541"/>
                      <a:pt x="184" y="507"/>
                    </a:cubicBezTo>
                    <a:moveTo>
                      <a:pt x="814" y="543"/>
                    </a:moveTo>
                    <a:cubicBezTo>
                      <a:pt x="820" y="544"/>
                      <a:pt x="825" y="544"/>
                      <a:pt x="831" y="545"/>
                    </a:cubicBezTo>
                    <a:cubicBezTo>
                      <a:pt x="834" y="526"/>
                      <a:pt x="840" y="506"/>
                      <a:pt x="839" y="487"/>
                    </a:cubicBezTo>
                    <a:cubicBezTo>
                      <a:pt x="837" y="476"/>
                      <a:pt x="823" y="467"/>
                      <a:pt x="815" y="457"/>
                    </a:cubicBezTo>
                    <a:cubicBezTo>
                      <a:pt x="812" y="459"/>
                      <a:pt x="809" y="460"/>
                      <a:pt x="806" y="462"/>
                    </a:cubicBezTo>
                    <a:cubicBezTo>
                      <a:pt x="809" y="489"/>
                      <a:pt x="811" y="516"/>
                      <a:pt x="814" y="543"/>
                    </a:cubicBezTo>
                    <a:moveTo>
                      <a:pt x="905" y="76"/>
                    </a:moveTo>
                    <a:cubicBezTo>
                      <a:pt x="897" y="86"/>
                      <a:pt x="887" y="92"/>
                      <a:pt x="886" y="99"/>
                    </a:cubicBezTo>
                    <a:cubicBezTo>
                      <a:pt x="885" y="111"/>
                      <a:pt x="886" y="126"/>
                      <a:pt x="891" y="136"/>
                    </a:cubicBezTo>
                    <a:cubicBezTo>
                      <a:pt x="894" y="142"/>
                      <a:pt x="910" y="141"/>
                      <a:pt x="920" y="143"/>
                    </a:cubicBezTo>
                    <a:cubicBezTo>
                      <a:pt x="921" y="131"/>
                      <a:pt x="925" y="119"/>
                      <a:pt x="923" y="108"/>
                    </a:cubicBezTo>
                    <a:cubicBezTo>
                      <a:pt x="921" y="97"/>
                      <a:pt x="912" y="87"/>
                      <a:pt x="906" y="76"/>
                    </a:cubicBezTo>
                    <a:lnTo>
                      <a:pt x="905" y="76"/>
                    </a:lnTo>
                    <a:moveTo>
                      <a:pt x="235" y="251"/>
                    </a:moveTo>
                    <a:cubicBezTo>
                      <a:pt x="232" y="253"/>
                      <a:pt x="229" y="255"/>
                      <a:pt x="226" y="257"/>
                    </a:cubicBezTo>
                    <a:cubicBezTo>
                      <a:pt x="229" y="273"/>
                      <a:pt x="230" y="289"/>
                      <a:pt x="236" y="303"/>
                    </a:cubicBezTo>
                    <a:cubicBezTo>
                      <a:pt x="240" y="311"/>
                      <a:pt x="252" y="315"/>
                      <a:pt x="261" y="322"/>
                    </a:cubicBezTo>
                    <a:cubicBezTo>
                      <a:pt x="264" y="309"/>
                      <a:pt x="273" y="294"/>
                      <a:pt x="269" y="286"/>
                    </a:cubicBezTo>
                    <a:cubicBezTo>
                      <a:pt x="263" y="272"/>
                      <a:pt x="247" y="262"/>
                      <a:pt x="235" y="251"/>
                    </a:cubicBezTo>
                    <a:moveTo>
                      <a:pt x="1027" y="372"/>
                    </a:moveTo>
                    <a:cubicBezTo>
                      <a:pt x="1031" y="371"/>
                      <a:pt x="1035" y="370"/>
                      <a:pt x="1039" y="368"/>
                    </a:cubicBezTo>
                    <a:cubicBezTo>
                      <a:pt x="1034" y="345"/>
                      <a:pt x="1029" y="322"/>
                      <a:pt x="1025" y="298"/>
                    </a:cubicBezTo>
                    <a:lnTo>
                      <a:pt x="1013" y="301"/>
                    </a:lnTo>
                    <a:cubicBezTo>
                      <a:pt x="1009" y="326"/>
                      <a:pt x="985" y="355"/>
                      <a:pt x="1027" y="372"/>
                    </a:cubicBezTo>
                    <a:moveTo>
                      <a:pt x="594" y="183"/>
                    </a:moveTo>
                    <a:cubicBezTo>
                      <a:pt x="600" y="214"/>
                      <a:pt x="604" y="237"/>
                      <a:pt x="610" y="266"/>
                    </a:cubicBezTo>
                    <a:cubicBezTo>
                      <a:pt x="642" y="232"/>
                      <a:pt x="638" y="209"/>
                      <a:pt x="594" y="183"/>
                    </a:cubicBezTo>
                    <a:moveTo>
                      <a:pt x="494" y="471"/>
                    </a:moveTo>
                    <a:lnTo>
                      <a:pt x="493" y="487"/>
                    </a:lnTo>
                    <a:cubicBezTo>
                      <a:pt x="506" y="492"/>
                      <a:pt x="519" y="500"/>
                      <a:pt x="533" y="502"/>
                    </a:cubicBezTo>
                    <a:cubicBezTo>
                      <a:pt x="541" y="503"/>
                      <a:pt x="549" y="495"/>
                      <a:pt x="557" y="491"/>
                    </a:cubicBezTo>
                    <a:cubicBezTo>
                      <a:pt x="552" y="484"/>
                      <a:pt x="548" y="473"/>
                      <a:pt x="541" y="472"/>
                    </a:cubicBezTo>
                    <a:cubicBezTo>
                      <a:pt x="526" y="469"/>
                      <a:pt x="510" y="471"/>
                      <a:pt x="494" y="471"/>
                    </a:cubicBezTo>
                    <a:moveTo>
                      <a:pt x="69" y="843"/>
                    </a:moveTo>
                    <a:cubicBezTo>
                      <a:pt x="57" y="861"/>
                      <a:pt x="46" y="869"/>
                      <a:pt x="47" y="877"/>
                    </a:cubicBezTo>
                    <a:cubicBezTo>
                      <a:pt x="48" y="886"/>
                      <a:pt x="59" y="893"/>
                      <a:pt x="66" y="902"/>
                    </a:cubicBezTo>
                    <a:cubicBezTo>
                      <a:pt x="72" y="893"/>
                      <a:pt x="82" y="886"/>
                      <a:pt x="84" y="877"/>
                    </a:cubicBezTo>
                    <a:cubicBezTo>
                      <a:pt x="86" y="870"/>
                      <a:pt x="78" y="861"/>
                      <a:pt x="69" y="843"/>
                    </a:cubicBezTo>
                    <a:moveTo>
                      <a:pt x="593" y="604"/>
                    </a:moveTo>
                    <a:cubicBezTo>
                      <a:pt x="588" y="637"/>
                      <a:pt x="594" y="660"/>
                      <a:pt x="609" y="671"/>
                    </a:cubicBezTo>
                    <a:cubicBezTo>
                      <a:pt x="628" y="644"/>
                      <a:pt x="625" y="628"/>
                      <a:pt x="593" y="604"/>
                    </a:cubicBezTo>
                    <a:moveTo>
                      <a:pt x="831" y="1190"/>
                    </a:moveTo>
                    <a:cubicBezTo>
                      <a:pt x="835" y="1190"/>
                      <a:pt x="840" y="1189"/>
                      <a:pt x="845" y="1189"/>
                    </a:cubicBezTo>
                    <a:cubicBezTo>
                      <a:pt x="845" y="1175"/>
                      <a:pt x="849" y="1159"/>
                      <a:pt x="843" y="1148"/>
                    </a:cubicBezTo>
                    <a:cubicBezTo>
                      <a:pt x="840" y="1142"/>
                      <a:pt x="821" y="1143"/>
                      <a:pt x="809" y="1141"/>
                    </a:cubicBezTo>
                    <a:cubicBezTo>
                      <a:pt x="808" y="1145"/>
                      <a:pt x="807" y="1148"/>
                      <a:pt x="805" y="1151"/>
                    </a:cubicBezTo>
                    <a:cubicBezTo>
                      <a:pt x="814" y="1164"/>
                      <a:pt x="822" y="1177"/>
                      <a:pt x="831" y="1190"/>
                    </a:cubicBezTo>
                    <a:moveTo>
                      <a:pt x="732" y="414"/>
                    </a:moveTo>
                    <a:cubicBezTo>
                      <a:pt x="737" y="413"/>
                      <a:pt x="742" y="412"/>
                      <a:pt x="747" y="411"/>
                    </a:cubicBezTo>
                    <a:cubicBezTo>
                      <a:pt x="743" y="389"/>
                      <a:pt x="738" y="367"/>
                      <a:pt x="733" y="345"/>
                    </a:cubicBezTo>
                    <a:cubicBezTo>
                      <a:pt x="729" y="346"/>
                      <a:pt x="725" y="347"/>
                      <a:pt x="720" y="348"/>
                    </a:cubicBezTo>
                    <a:cubicBezTo>
                      <a:pt x="724" y="370"/>
                      <a:pt x="728" y="392"/>
                      <a:pt x="732" y="414"/>
                    </a:cubicBezTo>
                    <a:moveTo>
                      <a:pt x="559" y="171"/>
                    </a:moveTo>
                    <a:cubicBezTo>
                      <a:pt x="552" y="191"/>
                      <a:pt x="544" y="210"/>
                      <a:pt x="536" y="231"/>
                    </a:cubicBezTo>
                    <a:cubicBezTo>
                      <a:pt x="543" y="234"/>
                      <a:pt x="551" y="237"/>
                      <a:pt x="559" y="241"/>
                    </a:cubicBezTo>
                    <a:lnTo>
                      <a:pt x="559" y="17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0" name="Google Shape;100;p9"/>
              <p:cNvSpPr/>
              <p:nvPr/>
            </p:nvSpPr>
            <p:spPr>
              <a:xfrm>
                <a:off x="3090885" y="877790"/>
                <a:ext cx="7200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27" extrusionOk="0">
                    <a:moveTo>
                      <a:pt x="200" y="159"/>
                    </a:moveTo>
                    <a:cubicBezTo>
                      <a:pt x="168" y="223"/>
                      <a:pt x="120" y="242"/>
                      <a:pt x="60" y="216"/>
                    </a:cubicBezTo>
                    <a:cubicBezTo>
                      <a:pt x="10" y="193"/>
                      <a:pt x="-15" y="114"/>
                      <a:pt x="11" y="54"/>
                    </a:cubicBezTo>
                    <a:cubicBezTo>
                      <a:pt x="23" y="27"/>
                      <a:pt x="28" y="-6"/>
                      <a:pt x="73" y="1"/>
                    </a:cubicBezTo>
                    <a:cubicBezTo>
                      <a:pt x="119" y="7"/>
                      <a:pt x="138" y="20"/>
                      <a:pt x="156" y="63"/>
                    </a:cubicBezTo>
                    <a:cubicBezTo>
                      <a:pt x="167" y="90"/>
                      <a:pt x="185" y="114"/>
                      <a:pt x="200" y="139"/>
                    </a:cubicBezTo>
                    <a:lnTo>
                      <a:pt x="200" y="159"/>
                    </a:lnTo>
                    <a:moveTo>
                      <a:pt x="121" y="184"/>
                    </a:moveTo>
                    <a:cubicBezTo>
                      <a:pt x="127" y="179"/>
                      <a:pt x="146" y="170"/>
                      <a:pt x="151" y="156"/>
                    </a:cubicBezTo>
                    <a:cubicBezTo>
                      <a:pt x="156" y="145"/>
                      <a:pt x="145" y="127"/>
                      <a:pt x="138" y="113"/>
                    </a:cubicBezTo>
                    <a:cubicBezTo>
                      <a:pt x="132" y="99"/>
                      <a:pt x="123" y="86"/>
                      <a:pt x="114" y="74"/>
                    </a:cubicBezTo>
                    <a:cubicBezTo>
                      <a:pt x="107" y="64"/>
                      <a:pt x="98" y="53"/>
                      <a:pt x="88" y="49"/>
                    </a:cubicBezTo>
                    <a:cubicBezTo>
                      <a:pt x="79" y="47"/>
                      <a:pt x="63" y="51"/>
                      <a:pt x="57" y="58"/>
                    </a:cubicBezTo>
                    <a:cubicBezTo>
                      <a:pt x="36" y="84"/>
                      <a:pt x="38" y="114"/>
                      <a:pt x="49" y="144"/>
                    </a:cubicBezTo>
                    <a:cubicBezTo>
                      <a:pt x="59" y="172"/>
                      <a:pt x="80" y="184"/>
                      <a:pt x="121" y="1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36700" rIns="90000" bIns="367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1" name="Google Shape;101;p9"/>
              <p:cNvSpPr/>
              <p:nvPr/>
            </p:nvSpPr>
            <p:spPr>
              <a:xfrm>
                <a:off x="2919165" y="826310"/>
                <a:ext cx="132480" cy="223920"/>
              </a:xfrm>
              <a:custGeom>
                <a:avLst/>
                <a:gdLst/>
                <a:ahLst/>
                <a:cxnLst/>
                <a:rect l="l" t="t" r="r" b="b"/>
                <a:pathLst>
                  <a:path w="368" h="622" extrusionOk="0">
                    <a:moveTo>
                      <a:pt x="48" y="436"/>
                    </a:moveTo>
                    <a:cubicBezTo>
                      <a:pt x="47" y="407"/>
                      <a:pt x="44" y="385"/>
                      <a:pt x="49" y="365"/>
                    </a:cubicBezTo>
                    <a:cubicBezTo>
                      <a:pt x="51" y="355"/>
                      <a:pt x="67" y="348"/>
                      <a:pt x="78" y="339"/>
                    </a:cubicBezTo>
                    <a:cubicBezTo>
                      <a:pt x="29" y="301"/>
                      <a:pt x="82" y="266"/>
                      <a:pt x="89" y="234"/>
                    </a:cubicBezTo>
                    <a:cubicBezTo>
                      <a:pt x="62" y="214"/>
                      <a:pt x="35" y="198"/>
                      <a:pt x="12" y="178"/>
                    </a:cubicBezTo>
                    <a:cubicBezTo>
                      <a:pt x="3" y="170"/>
                      <a:pt x="0" y="151"/>
                      <a:pt x="2" y="139"/>
                    </a:cubicBezTo>
                    <a:cubicBezTo>
                      <a:pt x="15" y="73"/>
                      <a:pt x="67" y="97"/>
                      <a:pt x="112" y="96"/>
                    </a:cubicBezTo>
                    <a:cubicBezTo>
                      <a:pt x="108" y="90"/>
                      <a:pt x="106" y="86"/>
                      <a:pt x="103" y="84"/>
                    </a:cubicBezTo>
                    <a:cubicBezTo>
                      <a:pt x="73" y="65"/>
                      <a:pt x="72" y="47"/>
                      <a:pt x="100" y="24"/>
                    </a:cubicBezTo>
                    <a:cubicBezTo>
                      <a:pt x="160" y="-25"/>
                      <a:pt x="231" y="4"/>
                      <a:pt x="250" y="85"/>
                    </a:cubicBezTo>
                    <a:cubicBezTo>
                      <a:pt x="276" y="85"/>
                      <a:pt x="304" y="81"/>
                      <a:pt x="329" y="86"/>
                    </a:cubicBezTo>
                    <a:cubicBezTo>
                      <a:pt x="362" y="93"/>
                      <a:pt x="373" y="118"/>
                      <a:pt x="367" y="151"/>
                    </a:cubicBezTo>
                    <a:cubicBezTo>
                      <a:pt x="356" y="205"/>
                      <a:pt x="312" y="245"/>
                      <a:pt x="246" y="258"/>
                    </a:cubicBezTo>
                    <a:cubicBezTo>
                      <a:pt x="252" y="291"/>
                      <a:pt x="222" y="324"/>
                      <a:pt x="157" y="356"/>
                    </a:cubicBezTo>
                    <a:cubicBezTo>
                      <a:pt x="182" y="380"/>
                      <a:pt x="192" y="407"/>
                      <a:pt x="177" y="440"/>
                    </a:cubicBezTo>
                    <a:cubicBezTo>
                      <a:pt x="175" y="445"/>
                      <a:pt x="179" y="452"/>
                      <a:pt x="181" y="458"/>
                    </a:cubicBezTo>
                    <a:cubicBezTo>
                      <a:pt x="185" y="466"/>
                      <a:pt x="191" y="473"/>
                      <a:pt x="193" y="481"/>
                    </a:cubicBezTo>
                    <a:cubicBezTo>
                      <a:pt x="207" y="535"/>
                      <a:pt x="112" y="634"/>
                      <a:pt x="57" y="621"/>
                    </a:cubicBezTo>
                    <a:cubicBezTo>
                      <a:pt x="30" y="614"/>
                      <a:pt x="11" y="597"/>
                      <a:pt x="4" y="570"/>
                    </a:cubicBezTo>
                    <a:cubicBezTo>
                      <a:pt x="-10" y="522"/>
                      <a:pt x="15" y="458"/>
                      <a:pt x="48" y="436"/>
                    </a:cubicBezTo>
                    <a:moveTo>
                      <a:pt x="83" y="583"/>
                    </a:moveTo>
                    <a:cubicBezTo>
                      <a:pt x="87" y="581"/>
                      <a:pt x="98" y="579"/>
                      <a:pt x="103" y="572"/>
                    </a:cubicBezTo>
                    <a:cubicBezTo>
                      <a:pt x="119" y="549"/>
                      <a:pt x="134" y="525"/>
                      <a:pt x="147" y="501"/>
                    </a:cubicBezTo>
                    <a:cubicBezTo>
                      <a:pt x="149" y="496"/>
                      <a:pt x="144" y="482"/>
                      <a:pt x="138" y="477"/>
                    </a:cubicBezTo>
                    <a:cubicBezTo>
                      <a:pt x="109" y="452"/>
                      <a:pt x="68" y="465"/>
                      <a:pt x="47" y="504"/>
                    </a:cubicBezTo>
                    <a:cubicBezTo>
                      <a:pt x="28" y="542"/>
                      <a:pt x="43" y="582"/>
                      <a:pt x="83" y="583"/>
                    </a:cubicBezTo>
                    <a:moveTo>
                      <a:pt x="297" y="121"/>
                    </a:moveTo>
                    <a:cubicBezTo>
                      <a:pt x="255" y="121"/>
                      <a:pt x="235" y="148"/>
                      <a:pt x="220" y="183"/>
                    </a:cubicBezTo>
                    <a:cubicBezTo>
                      <a:pt x="211" y="204"/>
                      <a:pt x="220" y="218"/>
                      <a:pt x="243" y="217"/>
                    </a:cubicBezTo>
                    <a:cubicBezTo>
                      <a:pt x="271" y="216"/>
                      <a:pt x="313" y="184"/>
                      <a:pt x="323" y="158"/>
                    </a:cubicBezTo>
                    <a:cubicBezTo>
                      <a:pt x="332" y="132"/>
                      <a:pt x="323" y="120"/>
                      <a:pt x="297" y="121"/>
                    </a:cubicBezTo>
                    <a:moveTo>
                      <a:pt x="46" y="157"/>
                    </a:moveTo>
                    <a:cubicBezTo>
                      <a:pt x="81" y="193"/>
                      <a:pt x="132" y="195"/>
                      <a:pt x="159" y="158"/>
                    </a:cubicBezTo>
                    <a:cubicBezTo>
                      <a:pt x="125" y="149"/>
                      <a:pt x="94" y="140"/>
                      <a:pt x="62" y="131"/>
                    </a:cubicBezTo>
                    <a:cubicBezTo>
                      <a:pt x="56" y="142"/>
                      <a:pt x="51" y="150"/>
                      <a:pt x="46" y="158"/>
                    </a:cubicBezTo>
                    <a:lnTo>
                      <a:pt x="46" y="157"/>
                    </a:lnTo>
                    <a:moveTo>
                      <a:pt x="205" y="290"/>
                    </a:moveTo>
                    <a:cubicBezTo>
                      <a:pt x="155" y="260"/>
                      <a:pt x="121" y="265"/>
                      <a:pt x="102" y="304"/>
                    </a:cubicBezTo>
                    <a:cubicBezTo>
                      <a:pt x="139" y="327"/>
                      <a:pt x="169" y="306"/>
                      <a:pt x="205" y="290"/>
                    </a:cubicBezTo>
                    <a:moveTo>
                      <a:pt x="173" y="99"/>
                    </a:moveTo>
                    <a:cubicBezTo>
                      <a:pt x="187" y="87"/>
                      <a:pt x="195" y="80"/>
                      <a:pt x="202" y="73"/>
                    </a:cubicBezTo>
                    <a:cubicBezTo>
                      <a:pt x="190" y="62"/>
                      <a:pt x="179" y="50"/>
                      <a:pt x="165" y="43"/>
                    </a:cubicBezTo>
                    <a:cubicBezTo>
                      <a:pt x="162" y="41"/>
                      <a:pt x="143" y="59"/>
                      <a:pt x="144" y="61"/>
                    </a:cubicBezTo>
                    <a:cubicBezTo>
                      <a:pt x="151" y="73"/>
                      <a:pt x="161" y="84"/>
                      <a:pt x="173" y="99"/>
                    </a:cubicBezTo>
                    <a:moveTo>
                      <a:pt x="141" y="417"/>
                    </a:moveTo>
                    <a:cubicBezTo>
                      <a:pt x="142" y="412"/>
                      <a:pt x="144" y="407"/>
                      <a:pt x="145" y="403"/>
                    </a:cubicBezTo>
                    <a:cubicBezTo>
                      <a:pt x="132" y="398"/>
                      <a:pt x="119" y="388"/>
                      <a:pt x="106" y="389"/>
                    </a:cubicBezTo>
                    <a:cubicBezTo>
                      <a:pt x="96" y="390"/>
                      <a:pt x="87" y="404"/>
                      <a:pt x="71" y="417"/>
                    </a:cubicBezTo>
                    <a:lnTo>
                      <a:pt x="141" y="4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2" name="Google Shape;102;p9"/>
              <p:cNvSpPr/>
              <p:nvPr/>
            </p:nvSpPr>
            <p:spPr>
              <a:xfrm>
                <a:off x="2822325" y="685190"/>
                <a:ext cx="11520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320" h="238" extrusionOk="0">
                    <a:moveTo>
                      <a:pt x="168" y="165"/>
                    </a:moveTo>
                    <a:cubicBezTo>
                      <a:pt x="157" y="175"/>
                      <a:pt x="148" y="184"/>
                      <a:pt x="138" y="192"/>
                    </a:cubicBezTo>
                    <a:cubicBezTo>
                      <a:pt x="93" y="227"/>
                      <a:pt x="38" y="214"/>
                      <a:pt x="13" y="162"/>
                    </a:cubicBezTo>
                    <a:cubicBezTo>
                      <a:pt x="-8" y="116"/>
                      <a:pt x="-1" y="71"/>
                      <a:pt x="24" y="29"/>
                    </a:cubicBezTo>
                    <a:cubicBezTo>
                      <a:pt x="39" y="4"/>
                      <a:pt x="64" y="-7"/>
                      <a:pt x="91" y="6"/>
                    </a:cubicBezTo>
                    <a:cubicBezTo>
                      <a:pt x="119" y="19"/>
                      <a:pt x="145" y="39"/>
                      <a:pt x="171" y="56"/>
                    </a:cubicBezTo>
                    <a:cubicBezTo>
                      <a:pt x="184" y="34"/>
                      <a:pt x="226" y="25"/>
                      <a:pt x="260" y="42"/>
                    </a:cubicBezTo>
                    <a:cubicBezTo>
                      <a:pt x="308" y="67"/>
                      <a:pt x="334" y="138"/>
                      <a:pt x="313" y="188"/>
                    </a:cubicBezTo>
                    <a:cubicBezTo>
                      <a:pt x="298" y="224"/>
                      <a:pt x="271" y="241"/>
                      <a:pt x="235" y="238"/>
                    </a:cubicBezTo>
                    <a:cubicBezTo>
                      <a:pt x="202" y="235"/>
                      <a:pt x="182" y="216"/>
                      <a:pt x="171" y="178"/>
                    </a:cubicBezTo>
                    <a:cubicBezTo>
                      <a:pt x="170" y="175"/>
                      <a:pt x="169" y="171"/>
                      <a:pt x="168" y="165"/>
                    </a:cubicBezTo>
                    <a:moveTo>
                      <a:pt x="41" y="100"/>
                    </a:moveTo>
                    <a:cubicBezTo>
                      <a:pt x="40" y="140"/>
                      <a:pt x="60" y="170"/>
                      <a:pt x="86" y="171"/>
                    </a:cubicBezTo>
                    <a:cubicBezTo>
                      <a:pt x="107" y="172"/>
                      <a:pt x="137" y="141"/>
                      <a:pt x="137" y="117"/>
                    </a:cubicBezTo>
                    <a:cubicBezTo>
                      <a:pt x="138" y="84"/>
                      <a:pt x="104" y="46"/>
                      <a:pt x="75" y="48"/>
                    </a:cubicBezTo>
                    <a:cubicBezTo>
                      <a:pt x="39" y="51"/>
                      <a:pt x="49" y="84"/>
                      <a:pt x="41" y="100"/>
                    </a:cubicBezTo>
                    <a:moveTo>
                      <a:pt x="202" y="125"/>
                    </a:moveTo>
                    <a:cubicBezTo>
                      <a:pt x="204" y="126"/>
                      <a:pt x="206" y="127"/>
                      <a:pt x="208" y="128"/>
                    </a:cubicBezTo>
                    <a:cubicBezTo>
                      <a:pt x="208" y="141"/>
                      <a:pt x="206" y="155"/>
                      <a:pt x="211" y="166"/>
                    </a:cubicBezTo>
                    <a:cubicBezTo>
                      <a:pt x="216" y="178"/>
                      <a:pt x="227" y="193"/>
                      <a:pt x="238" y="196"/>
                    </a:cubicBezTo>
                    <a:cubicBezTo>
                      <a:pt x="248" y="198"/>
                      <a:pt x="268" y="186"/>
                      <a:pt x="271" y="177"/>
                    </a:cubicBezTo>
                    <a:cubicBezTo>
                      <a:pt x="276" y="159"/>
                      <a:pt x="279" y="135"/>
                      <a:pt x="271" y="120"/>
                    </a:cubicBezTo>
                    <a:cubicBezTo>
                      <a:pt x="262" y="102"/>
                      <a:pt x="240" y="91"/>
                      <a:pt x="224" y="77"/>
                    </a:cubicBezTo>
                    <a:cubicBezTo>
                      <a:pt x="217" y="93"/>
                      <a:pt x="209" y="109"/>
                      <a:pt x="202" y="1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0675" rIns="90000" bIns="406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3" name="Google Shape;103;p9"/>
              <p:cNvSpPr/>
              <p:nvPr/>
            </p:nvSpPr>
            <p:spPr>
              <a:xfrm>
                <a:off x="2878485" y="783830"/>
                <a:ext cx="6408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93" extrusionOk="0">
                    <a:moveTo>
                      <a:pt x="1" y="101"/>
                    </a:moveTo>
                    <a:cubicBezTo>
                      <a:pt x="1" y="41"/>
                      <a:pt x="43" y="0"/>
                      <a:pt x="105" y="0"/>
                    </a:cubicBezTo>
                    <a:cubicBezTo>
                      <a:pt x="145" y="0"/>
                      <a:pt x="178" y="35"/>
                      <a:pt x="178" y="79"/>
                    </a:cubicBezTo>
                    <a:cubicBezTo>
                      <a:pt x="179" y="142"/>
                      <a:pt x="134" y="190"/>
                      <a:pt x="78" y="193"/>
                    </a:cubicBezTo>
                    <a:cubicBezTo>
                      <a:pt x="34" y="195"/>
                      <a:pt x="-7" y="166"/>
                      <a:pt x="1" y="101"/>
                    </a:cubicBezTo>
                    <a:moveTo>
                      <a:pt x="40" y="112"/>
                    </a:moveTo>
                    <a:cubicBezTo>
                      <a:pt x="39" y="137"/>
                      <a:pt x="48" y="152"/>
                      <a:pt x="74" y="153"/>
                    </a:cubicBezTo>
                    <a:cubicBezTo>
                      <a:pt x="106" y="153"/>
                      <a:pt x="138" y="119"/>
                      <a:pt x="137" y="83"/>
                    </a:cubicBezTo>
                    <a:cubicBezTo>
                      <a:pt x="137" y="62"/>
                      <a:pt x="127" y="44"/>
                      <a:pt x="104" y="43"/>
                    </a:cubicBezTo>
                    <a:cubicBezTo>
                      <a:pt x="73" y="41"/>
                      <a:pt x="42" y="77"/>
                      <a:pt x="40" y="1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4475" rIns="90000" bIns="244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4" name="Google Shape;104;p9"/>
              <p:cNvSpPr/>
              <p:nvPr/>
            </p:nvSpPr>
            <p:spPr>
              <a:xfrm>
                <a:off x="2996565" y="960590"/>
                <a:ext cx="6840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85" extrusionOk="0">
                    <a:moveTo>
                      <a:pt x="0" y="113"/>
                    </a:moveTo>
                    <a:cubicBezTo>
                      <a:pt x="-1" y="51"/>
                      <a:pt x="45" y="1"/>
                      <a:pt x="102" y="0"/>
                    </a:cubicBezTo>
                    <a:cubicBezTo>
                      <a:pt x="142" y="0"/>
                      <a:pt x="190" y="41"/>
                      <a:pt x="190" y="76"/>
                    </a:cubicBezTo>
                    <a:cubicBezTo>
                      <a:pt x="191" y="130"/>
                      <a:pt x="129" y="185"/>
                      <a:pt x="69" y="185"/>
                    </a:cubicBezTo>
                    <a:cubicBezTo>
                      <a:pt x="24" y="185"/>
                      <a:pt x="0" y="160"/>
                      <a:pt x="0" y="114"/>
                    </a:cubicBezTo>
                    <a:lnTo>
                      <a:pt x="0" y="113"/>
                    </a:lnTo>
                    <a:moveTo>
                      <a:pt x="70" y="144"/>
                    </a:moveTo>
                    <a:cubicBezTo>
                      <a:pt x="103" y="145"/>
                      <a:pt x="154" y="105"/>
                      <a:pt x="147" y="80"/>
                    </a:cubicBezTo>
                    <a:cubicBezTo>
                      <a:pt x="142" y="65"/>
                      <a:pt x="119" y="49"/>
                      <a:pt x="102" y="47"/>
                    </a:cubicBezTo>
                    <a:cubicBezTo>
                      <a:pt x="71" y="41"/>
                      <a:pt x="40" y="75"/>
                      <a:pt x="39" y="109"/>
                    </a:cubicBezTo>
                    <a:cubicBezTo>
                      <a:pt x="39" y="130"/>
                      <a:pt x="45" y="145"/>
                      <a:pt x="70" y="1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21600" rIns="90000" bIns="216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2865165" y="1209350"/>
                <a:ext cx="6624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80" extrusionOk="0">
                    <a:moveTo>
                      <a:pt x="184" y="81"/>
                    </a:moveTo>
                    <a:cubicBezTo>
                      <a:pt x="176" y="129"/>
                      <a:pt x="148" y="155"/>
                      <a:pt x="109" y="172"/>
                    </a:cubicBezTo>
                    <a:cubicBezTo>
                      <a:pt x="78" y="186"/>
                      <a:pt x="48" y="182"/>
                      <a:pt x="22" y="158"/>
                    </a:cubicBezTo>
                    <a:cubicBezTo>
                      <a:pt x="-2" y="136"/>
                      <a:pt x="-5" y="110"/>
                      <a:pt x="6" y="81"/>
                    </a:cubicBezTo>
                    <a:cubicBezTo>
                      <a:pt x="20" y="46"/>
                      <a:pt x="33" y="11"/>
                      <a:pt x="75" y="1"/>
                    </a:cubicBezTo>
                    <a:cubicBezTo>
                      <a:pt x="81" y="0"/>
                      <a:pt x="89" y="-1"/>
                      <a:pt x="94" y="2"/>
                    </a:cubicBezTo>
                    <a:cubicBezTo>
                      <a:pt x="122" y="19"/>
                      <a:pt x="150" y="35"/>
                      <a:pt x="175" y="54"/>
                    </a:cubicBezTo>
                    <a:cubicBezTo>
                      <a:pt x="182" y="59"/>
                      <a:pt x="182" y="74"/>
                      <a:pt x="184" y="80"/>
                    </a:cubicBezTo>
                    <a:lnTo>
                      <a:pt x="184" y="81"/>
                    </a:lnTo>
                    <a:moveTo>
                      <a:pt x="65" y="137"/>
                    </a:moveTo>
                    <a:cubicBezTo>
                      <a:pt x="104" y="136"/>
                      <a:pt x="138" y="106"/>
                      <a:pt x="139" y="82"/>
                    </a:cubicBezTo>
                    <a:cubicBezTo>
                      <a:pt x="139" y="56"/>
                      <a:pt x="120" y="42"/>
                      <a:pt x="83" y="41"/>
                    </a:cubicBezTo>
                    <a:cubicBezTo>
                      <a:pt x="66" y="41"/>
                      <a:pt x="37" y="82"/>
                      <a:pt x="42" y="107"/>
                    </a:cubicBezTo>
                    <a:cubicBezTo>
                      <a:pt x="44" y="120"/>
                      <a:pt x="60" y="131"/>
                      <a:pt x="65" y="1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9800" rIns="90000" bIns="19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>
                <a:off x="2900085" y="1106750"/>
                <a:ext cx="633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58" extrusionOk="0">
                    <a:moveTo>
                      <a:pt x="0" y="70"/>
                    </a:moveTo>
                    <a:cubicBezTo>
                      <a:pt x="0" y="21"/>
                      <a:pt x="16" y="7"/>
                      <a:pt x="68" y="10"/>
                    </a:cubicBezTo>
                    <a:cubicBezTo>
                      <a:pt x="77" y="11"/>
                      <a:pt x="86" y="5"/>
                      <a:pt x="96" y="3"/>
                    </a:cubicBezTo>
                    <a:cubicBezTo>
                      <a:pt x="145" y="-10"/>
                      <a:pt x="184" y="25"/>
                      <a:pt x="175" y="75"/>
                    </a:cubicBezTo>
                    <a:cubicBezTo>
                      <a:pt x="165" y="135"/>
                      <a:pt x="119" y="168"/>
                      <a:pt x="61" y="155"/>
                    </a:cubicBezTo>
                    <a:cubicBezTo>
                      <a:pt x="23" y="147"/>
                      <a:pt x="1" y="116"/>
                      <a:pt x="0" y="70"/>
                    </a:cubicBezTo>
                    <a:moveTo>
                      <a:pt x="100" y="36"/>
                    </a:moveTo>
                    <a:cubicBezTo>
                      <a:pt x="98" y="38"/>
                      <a:pt x="96" y="41"/>
                      <a:pt x="93" y="43"/>
                    </a:cubicBezTo>
                    <a:cubicBezTo>
                      <a:pt x="70" y="41"/>
                      <a:pt x="45" y="38"/>
                      <a:pt x="41" y="70"/>
                    </a:cubicBezTo>
                    <a:cubicBezTo>
                      <a:pt x="37" y="95"/>
                      <a:pt x="54" y="115"/>
                      <a:pt x="78" y="116"/>
                    </a:cubicBezTo>
                    <a:cubicBezTo>
                      <a:pt x="109" y="118"/>
                      <a:pt x="136" y="96"/>
                      <a:pt x="133" y="66"/>
                    </a:cubicBezTo>
                    <a:cubicBezTo>
                      <a:pt x="132" y="55"/>
                      <a:pt x="111" y="46"/>
                      <a:pt x="100" y="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11875" rIns="90000" bIns="1187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7" name="Google Shape;107;p9"/>
              <p:cNvSpPr/>
              <p:nvPr/>
            </p:nvSpPr>
            <p:spPr>
              <a:xfrm>
                <a:off x="3028965" y="909110"/>
                <a:ext cx="49680" cy="4428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23" extrusionOk="0">
                    <a:moveTo>
                      <a:pt x="58" y="0"/>
                    </a:moveTo>
                    <a:cubicBezTo>
                      <a:pt x="104" y="0"/>
                      <a:pt x="138" y="25"/>
                      <a:pt x="138" y="57"/>
                    </a:cubicBezTo>
                    <a:cubicBezTo>
                      <a:pt x="138" y="91"/>
                      <a:pt x="103" y="122"/>
                      <a:pt x="66" y="123"/>
                    </a:cubicBezTo>
                    <a:cubicBezTo>
                      <a:pt x="31" y="123"/>
                      <a:pt x="-1" y="95"/>
                      <a:pt x="0" y="64"/>
                    </a:cubicBezTo>
                    <a:cubicBezTo>
                      <a:pt x="2" y="23"/>
                      <a:pt x="23" y="0"/>
                      <a:pt x="58" y="0"/>
                    </a:cubicBezTo>
                    <a:moveTo>
                      <a:pt x="98" y="60"/>
                    </a:moveTo>
                    <a:cubicBezTo>
                      <a:pt x="97" y="55"/>
                      <a:pt x="97" y="50"/>
                      <a:pt x="96" y="45"/>
                    </a:cubicBezTo>
                    <a:cubicBezTo>
                      <a:pt x="78" y="47"/>
                      <a:pt x="60" y="48"/>
                      <a:pt x="42" y="49"/>
                    </a:cubicBezTo>
                    <a:cubicBezTo>
                      <a:pt x="45" y="59"/>
                      <a:pt x="46" y="74"/>
                      <a:pt x="52" y="78"/>
                    </a:cubicBezTo>
                    <a:cubicBezTo>
                      <a:pt x="74" y="90"/>
                      <a:pt x="88" y="77"/>
                      <a:pt x="98" y="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8" name="Google Shape;108;p9"/>
              <p:cNvSpPr/>
              <p:nvPr/>
            </p:nvSpPr>
            <p:spPr>
              <a:xfrm>
                <a:off x="2961285" y="1040870"/>
                <a:ext cx="49320" cy="388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08" extrusionOk="0">
                    <a:moveTo>
                      <a:pt x="137" y="58"/>
                    </a:moveTo>
                    <a:cubicBezTo>
                      <a:pt x="135" y="97"/>
                      <a:pt x="78" y="123"/>
                      <a:pt x="41" y="100"/>
                    </a:cubicBezTo>
                    <a:cubicBezTo>
                      <a:pt x="26" y="90"/>
                      <a:pt x="14" y="75"/>
                      <a:pt x="2" y="62"/>
                    </a:cubicBezTo>
                    <a:cubicBezTo>
                      <a:pt x="-1" y="59"/>
                      <a:pt x="0" y="52"/>
                      <a:pt x="0" y="46"/>
                    </a:cubicBezTo>
                    <a:cubicBezTo>
                      <a:pt x="3" y="24"/>
                      <a:pt x="50" y="-3"/>
                      <a:pt x="82" y="0"/>
                    </a:cubicBezTo>
                    <a:cubicBezTo>
                      <a:pt x="113" y="3"/>
                      <a:pt x="138" y="29"/>
                      <a:pt x="137" y="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  <p:sp>
            <p:nvSpPr>
              <p:cNvPr id="109" name="Google Shape;109;p9"/>
              <p:cNvSpPr/>
              <p:nvPr/>
            </p:nvSpPr>
            <p:spPr>
              <a:xfrm>
                <a:off x="2897925" y="1062470"/>
                <a:ext cx="36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89" extrusionOk="0">
                    <a:moveTo>
                      <a:pt x="48" y="89"/>
                    </a:moveTo>
                    <a:cubicBezTo>
                      <a:pt x="19" y="90"/>
                      <a:pt x="1" y="73"/>
                      <a:pt x="0" y="44"/>
                    </a:cubicBezTo>
                    <a:cubicBezTo>
                      <a:pt x="0" y="23"/>
                      <a:pt x="33" y="-1"/>
                      <a:pt x="64" y="0"/>
                    </a:cubicBezTo>
                    <a:cubicBezTo>
                      <a:pt x="86" y="1"/>
                      <a:pt x="101" y="12"/>
                      <a:pt x="102" y="35"/>
                    </a:cubicBezTo>
                    <a:cubicBezTo>
                      <a:pt x="104" y="60"/>
                      <a:pt x="75" y="88"/>
                      <a:pt x="48" y="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strike="noStrike">
                  <a:solidFill>
                    <a:srgbClr val="FFFFFF"/>
                  </a:solidFill>
                  <a:latin typeface="Figtree"/>
                  <a:ea typeface="Figtree"/>
                  <a:cs typeface="Figtree"/>
                  <a:sym typeface="Figtree"/>
                </a:endParaRPr>
              </a:p>
            </p:txBody>
          </p:sp>
        </p:grpSp>
        <p:sp>
          <p:nvSpPr>
            <p:cNvPr id="110" name="Google Shape;110;p9"/>
            <p:cNvSpPr/>
            <p:nvPr/>
          </p:nvSpPr>
          <p:spPr>
            <a:xfrm rot="4500045" flipH="1">
              <a:off x="-81820" y="3383862"/>
              <a:ext cx="1034196" cy="726203"/>
            </a:xfrm>
            <a:custGeom>
              <a:avLst/>
              <a:gdLst/>
              <a:ahLst/>
              <a:cxnLst/>
              <a:rect l="l" t="t" r="r" b="b"/>
              <a:pathLst>
                <a:path w="4029" h="2829" extrusionOk="0">
                  <a:moveTo>
                    <a:pt x="4029" y="1244"/>
                  </a:moveTo>
                  <a:cubicBezTo>
                    <a:pt x="4023" y="1209"/>
                    <a:pt x="4009" y="1176"/>
                    <a:pt x="4003" y="1141"/>
                  </a:cubicBezTo>
                  <a:cubicBezTo>
                    <a:pt x="3975" y="990"/>
                    <a:pt x="3880" y="889"/>
                    <a:pt x="3737" y="865"/>
                  </a:cubicBezTo>
                  <a:cubicBezTo>
                    <a:pt x="3703" y="859"/>
                    <a:pt x="3668" y="858"/>
                    <a:pt x="3633" y="855"/>
                  </a:cubicBezTo>
                  <a:cubicBezTo>
                    <a:pt x="3553" y="847"/>
                    <a:pt x="3481" y="819"/>
                    <a:pt x="3421" y="762"/>
                  </a:cubicBezTo>
                  <a:cubicBezTo>
                    <a:pt x="3392" y="735"/>
                    <a:pt x="3380" y="694"/>
                    <a:pt x="3386" y="655"/>
                  </a:cubicBezTo>
                  <a:cubicBezTo>
                    <a:pt x="3388" y="639"/>
                    <a:pt x="3391" y="622"/>
                    <a:pt x="3394" y="606"/>
                  </a:cubicBezTo>
                  <a:cubicBezTo>
                    <a:pt x="3409" y="526"/>
                    <a:pt x="3379" y="457"/>
                    <a:pt x="3304" y="427"/>
                  </a:cubicBezTo>
                  <a:cubicBezTo>
                    <a:pt x="3241" y="401"/>
                    <a:pt x="3175" y="379"/>
                    <a:pt x="3108" y="366"/>
                  </a:cubicBezTo>
                  <a:cubicBezTo>
                    <a:pt x="3021" y="349"/>
                    <a:pt x="2958" y="307"/>
                    <a:pt x="2925" y="223"/>
                  </a:cubicBezTo>
                  <a:cubicBezTo>
                    <a:pt x="2914" y="194"/>
                    <a:pt x="2897" y="166"/>
                    <a:pt x="2882" y="139"/>
                  </a:cubicBezTo>
                  <a:cubicBezTo>
                    <a:pt x="2869" y="117"/>
                    <a:pt x="2848" y="108"/>
                    <a:pt x="2823" y="115"/>
                  </a:cubicBezTo>
                  <a:cubicBezTo>
                    <a:pt x="2784" y="124"/>
                    <a:pt x="2745" y="134"/>
                    <a:pt x="2706" y="144"/>
                  </a:cubicBezTo>
                  <a:cubicBezTo>
                    <a:pt x="2664" y="155"/>
                    <a:pt x="2631" y="142"/>
                    <a:pt x="2609" y="103"/>
                  </a:cubicBezTo>
                  <a:cubicBezTo>
                    <a:pt x="2590" y="69"/>
                    <a:pt x="2558" y="45"/>
                    <a:pt x="2520" y="35"/>
                  </a:cubicBezTo>
                  <a:cubicBezTo>
                    <a:pt x="2482" y="26"/>
                    <a:pt x="2447" y="13"/>
                    <a:pt x="2409" y="7"/>
                  </a:cubicBezTo>
                  <a:cubicBezTo>
                    <a:pt x="2369" y="2"/>
                    <a:pt x="2325" y="-5"/>
                    <a:pt x="2287" y="5"/>
                  </a:cubicBezTo>
                  <a:cubicBezTo>
                    <a:pt x="2218" y="23"/>
                    <a:pt x="2153" y="53"/>
                    <a:pt x="2087" y="81"/>
                  </a:cubicBezTo>
                  <a:cubicBezTo>
                    <a:pt x="1969" y="129"/>
                    <a:pt x="1850" y="174"/>
                    <a:pt x="1736" y="230"/>
                  </a:cubicBezTo>
                  <a:cubicBezTo>
                    <a:pt x="1654" y="271"/>
                    <a:pt x="1582" y="275"/>
                    <a:pt x="1507" y="222"/>
                  </a:cubicBezTo>
                  <a:cubicBezTo>
                    <a:pt x="1468" y="194"/>
                    <a:pt x="1417" y="185"/>
                    <a:pt x="1370" y="198"/>
                  </a:cubicBezTo>
                  <a:cubicBezTo>
                    <a:pt x="1306" y="214"/>
                    <a:pt x="1249" y="246"/>
                    <a:pt x="1202" y="292"/>
                  </a:cubicBezTo>
                  <a:cubicBezTo>
                    <a:pt x="1137" y="356"/>
                    <a:pt x="1073" y="421"/>
                    <a:pt x="1012" y="489"/>
                  </a:cubicBezTo>
                  <a:cubicBezTo>
                    <a:pt x="962" y="545"/>
                    <a:pt x="910" y="593"/>
                    <a:pt x="828" y="588"/>
                  </a:cubicBezTo>
                  <a:cubicBezTo>
                    <a:pt x="823" y="588"/>
                    <a:pt x="819" y="590"/>
                    <a:pt x="815" y="591"/>
                  </a:cubicBezTo>
                  <a:cubicBezTo>
                    <a:pt x="720" y="616"/>
                    <a:pt x="662" y="685"/>
                    <a:pt x="615" y="763"/>
                  </a:cubicBezTo>
                  <a:cubicBezTo>
                    <a:pt x="549" y="871"/>
                    <a:pt x="507" y="991"/>
                    <a:pt x="479" y="1115"/>
                  </a:cubicBezTo>
                  <a:cubicBezTo>
                    <a:pt x="440" y="1289"/>
                    <a:pt x="401" y="1463"/>
                    <a:pt x="370" y="1638"/>
                  </a:cubicBezTo>
                  <a:cubicBezTo>
                    <a:pt x="356" y="1713"/>
                    <a:pt x="341" y="1779"/>
                    <a:pt x="272" y="1823"/>
                  </a:cubicBezTo>
                  <a:cubicBezTo>
                    <a:pt x="193" y="1874"/>
                    <a:pt x="119" y="1945"/>
                    <a:pt x="56" y="2019"/>
                  </a:cubicBezTo>
                  <a:cubicBezTo>
                    <a:pt x="20" y="2061"/>
                    <a:pt x="0" y="2115"/>
                    <a:pt x="0" y="2171"/>
                  </a:cubicBezTo>
                  <a:lnTo>
                    <a:pt x="0" y="2209"/>
                  </a:lnTo>
                  <a:cubicBezTo>
                    <a:pt x="6" y="2195"/>
                    <a:pt x="23" y="2137"/>
                    <a:pt x="33" y="2120"/>
                  </a:cubicBezTo>
                  <a:cubicBezTo>
                    <a:pt x="76" y="2040"/>
                    <a:pt x="153" y="1983"/>
                    <a:pt x="217" y="1918"/>
                  </a:cubicBezTo>
                  <a:cubicBezTo>
                    <a:pt x="256" y="1879"/>
                    <a:pt x="301" y="1847"/>
                    <a:pt x="355" y="1828"/>
                  </a:cubicBezTo>
                  <a:cubicBezTo>
                    <a:pt x="397" y="1814"/>
                    <a:pt x="437" y="1793"/>
                    <a:pt x="480" y="1779"/>
                  </a:cubicBezTo>
                  <a:cubicBezTo>
                    <a:pt x="550" y="1755"/>
                    <a:pt x="621" y="1721"/>
                    <a:pt x="694" y="1713"/>
                  </a:cubicBezTo>
                  <a:cubicBezTo>
                    <a:pt x="851" y="1695"/>
                    <a:pt x="1010" y="1688"/>
                    <a:pt x="1168" y="1680"/>
                  </a:cubicBezTo>
                  <a:cubicBezTo>
                    <a:pt x="1208" y="1678"/>
                    <a:pt x="1249" y="1684"/>
                    <a:pt x="1288" y="1694"/>
                  </a:cubicBezTo>
                  <a:cubicBezTo>
                    <a:pt x="1434" y="1730"/>
                    <a:pt x="1567" y="1802"/>
                    <a:pt x="1702" y="1866"/>
                  </a:cubicBezTo>
                  <a:cubicBezTo>
                    <a:pt x="1721" y="1874"/>
                    <a:pt x="1736" y="1891"/>
                    <a:pt x="1747" y="1900"/>
                  </a:cubicBezTo>
                  <a:cubicBezTo>
                    <a:pt x="1734" y="1929"/>
                    <a:pt x="1721" y="1951"/>
                    <a:pt x="1712" y="1975"/>
                  </a:cubicBezTo>
                  <a:cubicBezTo>
                    <a:pt x="1701" y="2002"/>
                    <a:pt x="1697" y="2032"/>
                    <a:pt x="1683" y="2057"/>
                  </a:cubicBezTo>
                  <a:cubicBezTo>
                    <a:pt x="1661" y="2099"/>
                    <a:pt x="1627" y="2129"/>
                    <a:pt x="1576" y="2124"/>
                  </a:cubicBezTo>
                  <a:cubicBezTo>
                    <a:pt x="1528" y="2119"/>
                    <a:pt x="1483" y="2126"/>
                    <a:pt x="1440" y="2148"/>
                  </a:cubicBezTo>
                  <a:cubicBezTo>
                    <a:pt x="1351" y="2192"/>
                    <a:pt x="1291" y="2175"/>
                    <a:pt x="1215" y="2106"/>
                  </a:cubicBezTo>
                  <a:cubicBezTo>
                    <a:pt x="1186" y="2080"/>
                    <a:pt x="1164" y="2044"/>
                    <a:pt x="1139" y="2013"/>
                  </a:cubicBezTo>
                  <a:cubicBezTo>
                    <a:pt x="1059" y="1913"/>
                    <a:pt x="961" y="1845"/>
                    <a:pt x="817" y="1853"/>
                  </a:cubicBezTo>
                  <a:cubicBezTo>
                    <a:pt x="755" y="1857"/>
                    <a:pt x="693" y="1850"/>
                    <a:pt x="631" y="1839"/>
                  </a:cubicBezTo>
                  <a:cubicBezTo>
                    <a:pt x="536" y="1822"/>
                    <a:pt x="453" y="1837"/>
                    <a:pt x="379" y="1894"/>
                  </a:cubicBezTo>
                  <a:cubicBezTo>
                    <a:pt x="279" y="1969"/>
                    <a:pt x="201" y="2064"/>
                    <a:pt x="149" y="2178"/>
                  </a:cubicBezTo>
                  <a:cubicBezTo>
                    <a:pt x="109" y="2266"/>
                    <a:pt x="73" y="2355"/>
                    <a:pt x="44" y="2447"/>
                  </a:cubicBezTo>
                  <a:cubicBezTo>
                    <a:pt x="17" y="2530"/>
                    <a:pt x="4" y="2618"/>
                    <a:pt x="3" y="2705"/>
                  </a:cubicBezTo>
                  <a:lnTo>
                    <a:pt x="2" y="2829"/>
                  </a:lnTo>
                  <a:cubicBezTo>
                    <a:pt x="7" y="2792"/>
                    <a:pt x="18" y="2755"/>
                    <a:pt x="26" y="2719"/>
                  </a:cubicBezTo>
                  <a:cubicBezTo>
                    <a:pt x="42" y="2643"/>
                    <a:pt x="57" y="2568"/>
                    <a:pt x="76" y="2493"/>
                  </a:cubicBezTo>
                  <a:cubicBezTo>
                    <a:pt x="91" y="2439"/>
                    <a:pt x="112" y="2386"/>
                    <a:pt x="131" y="2333"/>
                  </a:cubicBezTo>
                  <a:cubicBezTo>
                    <a:pt x="187" y="2172"/>
                    <a:pt x="269" y="2028"/>
                    <a:pt x="410" y="1925"/>
                  </a:cubicBezTo>
                  <a:cubicBezTo>
                    <a:pt x="455" y="1892"/>
                    <a:pt x="503" y="1872"/>
                    <a:pt x="559" y="1876"/>
                  </a:cubicBezTo>
                  <a:cubicBezTo>
                    <a:pt x="663" y="1882"/>
                    <a:pt x="767" y="1887"/>
                    <a:pt x="871" y="1897"/>
                  </a:cubicBezTo>
                  <a:cubicBezTo>
                    <a:pt x="940" y="1903"/>
                    <a:pt x="1002" y="1931"/>
                    <a:pt x="1050" y="1982"/>
                  </a:cubicBezTo>
                  <a:cubicBezTo>
                    <a:pt x="1087" y="2022"/>
                    <a:pt x="1119" y="2066"/>
                    <a:pt x="1155" y="2107"/>
                  </a:cubicBezTo>
                  <a:cubicBezTo>
                    <a:pt x="1236" y="2201"/>
                    <a:pt x="1340" y="2250"/>
                    <a:pt x="1468" y="2184"/>
                  </a:cubicBezTo>
                  <a:cubicBezTo>
                    <a:pt x="1493" y="2172"/>
                    <a:pt x="1524" y="2164"/>
                    <a:pt x="1552" y="2166"/>
                  </a:cubicBezTo>
                  <a:cubicBezTo>
                    <a:pt x="1636" y="2172"/>
                    <a:pt x="1698" y="2139"/>
                    <a:pt x="1730" y="2060"/>
                  </a:cubicBezTo>
                  <a:cubicBezTo>
                    <a:pt x="1742" y="2033"/>
                    <a:pt x="1749" y="2005"/>
                    <a:pt x="1756" y="1976"/>
                  </a:cubicBezTo>
                  <a:cubicBezTo>
                    <a:pt x="1762" y="1955"/>
                    <a:pt x="1772" y="1949"/>
                    <a:pt x="1794" y="1957"/>
                  </a:cubicBezTo>
                  <a:cubicBezTo>
                    <a:pt x="1887" y="1992"/>
                    <a:pt x="1983" y="2021"/>
                    <a:pt x="2074" y="2062"/>
                  </a:cubicBezTo>
                  <a:cubicBezTo>
                    <a:pt x="2154" y="2097"/>
                    <a:pt x="2229" y="2089"/>
                    <a:pt x="2299" y="2050"/>
                  </a:cubicBezTo>
                  <a:cubicBezTo>
                    <a:pt x="2459" y="1961"/>
                    <a:pt x="2606" y="1858"/>
                    <a:pt x="2676" y="1677"/>
                  </a:cubicBezTo>
                  <a:cubicBezTo>
                    <a:pt x="2681" y="1663"/>
                    <a:pt x="2691" y="1650"/>
                    <a:pt x="2700" y="1638"/>
                  </a:cubicBezTo>
                  <a:cubicBezTo>
                    <a:pt x="2705" y="1631"/>
                    <a:pt x="2712" y="1626"/>
                    <a:pt x="2718" y="1620"/>
                  </a:cubicBezTo>
                  <a:cubicBezTo>
                    <a:pt x="2762" y="1578"/>
                    <a:pt x="2819" y="1566"/>
                    <a:pt x="2875" y="1555"/>
                  </a:cubicBezTo>
                  <a:cubicBezTo>
                    <a:pt x="2946" y="1540"/>
                    <a:pt x="3018" y="1529"/>
                    <a:pt x="3089" y="1515"/>
                  </a:cubicBezTo>
                  <a:cubicBezTo>
                    <a:pt x="3137" y="1505"/>
                    <a:pt x="3176" y="1481"/>
                    <a:pt x="3204" y="1440"/>
                  </a:cubicBezTo>
                  <a:cubicBezTo>
                    <a:pt x="3239" y="1387"/>
                    <a:pt x="3292" y="1360"/>
                    <a:pt x="3349" y="1355"/>
                  </a:cubicBezTo>
                  <a:cubicBezTo>
                    <a:pt x="3443" y="1345"/>
                    <a:pt x="3538" y="1352"/>
                    <a:pt x="3628" y="1389"/>
                  </a:cubicBezTo>
                  <a:cubicBezTo>
                    <a:pt x="3702" y="1419"/>
                    <a:pt x="3774" y="1416"/>
                    <a:pt x="3844" y="1379"/>
                  </a:cubicBezTo>
                  <a:cubicBezTo>
                    <a:pt x="3902" y="1348"/>
                    <a:pt x="3958" y="1315"/>
                    <a:pt x="4014" y="1281"/>
                  </a:cubicBezTo>
                  <a:cubicBezTo>
                    <a:pt x="4023" y="1275"/>
                    <a:pt x="4031" y="1255"/>
                    <a:pt x="4029" y="1244"/>
                  </a:cubicBezTo>
                  <a:moveTo>
                    <a:pt x="1404" y="251"/>
                  </a:moveTo>
                  <a:cubicBezTo>
                    <a:pt x="1411" y="235"/>
                    <a:pt x="1429" y="228"/>
                    <a:pt x="1444" y="236"/>
                  </a:cubicBezTo>
                  <a:cubicBezTo>
                    <a:pt x="1486" y="259"/>
                    <a:pt x="1527" y="282"/>
                    <a:pt x="1571" y="298"/>
                  </a:cubicBezTo>
                  <a:cubicBezTo>
                    <a:pt x="1615" y="314"/>
                    <a:pt x="1661" y="311"/>
                    <a:pt x="1703" y="293"/>
                  </a:cubicBezTo>
                  <a:cubicBezTo>
                    <a:pt x="1872" y="218"/>
                    <a:pt x="2041" y="143"/>
                    <a:pt x="2210" y="70"/>
                  </a:cubicBezTo>
                  <a:cubicBezTo>
                    <a:pt x="2282" y="40"/>
                    <a:pt x="2355" y="27"/>
                    <a:pt x="2432" y="58"/>
                  </a:cubicBezTo>
                  <a:cubicBezTo>
                    <a:pt x="2443" y="63"/>
                    <a:pt x="2456" y="66"/>
                    <a:pt x="2468" y="67"/>
                  </a:cubicBezTo>
                  <a:cubicBezTo>
                    <a:pt x="2537" y="73"/>
                    <a:pt x="2578" y="122"/>
                    <a:pt x="2621" y="167"/>
                  </a:cubicBezTo>
                  <a:cubicBezTo>
                    <a:pt x="2626" y="173"/>
                    <a:pt x="2629" y="186"/>
                    <a:pt x="2627" y="194"/>
                  </a:cubicBezTo>
                  <a:cubicBezTo>
                    <a:pt x="2617" y="234"/>
                    <a:pt x="2609" y="277"/>
                    <a:pt x="2592" y="315"/>
                  </a:cubicBezTo>
                  <a:cubicBezTo>
                    <a:pt x="2544" y="416"/>
                    <a:pt x="2492" y="515"/>
                    <a:pt x="2442" y="615"/>
                  </a:cubicBezTo>
                  <a:cubicBezTo>
                    <a:pt x="2407" y="686"/>
                    <a:pt x="2362" y="746"/>
                    <a:pt x="2299" y="795"/>
                  </a:cubicBezTo>
                  <a:cubicBezTo>
                    <a:pt x="2143" y="917"/>
                    <a:pt x="1978" y="1020"/>
                    <a:pt x="1790" y="1087"/>
                  </a:cubicBezTo>
                  <a:cubicBezTo>
                    <a:pt x="1612" y="1150"/>
                    <a:pt x="1436" y="1218"/>
                    <a:pt x="1252" y="1256"/>
                  </a:cubicBezTo>
                  <a:cubicBezTo>
                    <a:pt x="1121" y="1284"/>
                    <a:pt x="989" y="1306"/>
                    <a:pt x="866" y="1360"/>
                  </a:cubicBezTo>
                  <a:cubicBezTo>
                    <a:pt x="835" y="1374"/>
                    <a:pt x="805" y="1389"/>
                    <a:pt x="771" y="1406"/>
                  </a:cubicBezTo>
                  <a:cubicBezTo>
                    <a:pt x="875" y="1205"/>
                    <a:pt x="922" y="989"/>
                    <a:pt x="986" y="779"/>
                  </a:cubicBezTo>
                  <a:cubicBezTo>
                    <a:pt x="1021" y="664"/>
                    <a:pt x="1081" y="569"/>
                    <a:pt x="1168" y="490"/>
                  </a:cubicBezTo>
                  <a:cubicBezTo>
                    <a:pt x="1219" y="443"/>
                    <a:pt x="1272" y="398"/>
                    <a:pt x="1327" y="355"/>
                  </a:cubicBezTo>
                  <a:cubicBezTo>
                    <a:pt x="1364" y="327"/>
                    <a:pt x="1387" y="291"/>
                    <a:pt x="1404" y="250"/>
                  </a:cubicBezTo>
                  <a:lnTo>
                    <a:pt x="1404" y="251"/>
                  </a:lnTo>
                  <a:moveTo>
                    <a:pt x="464" y="1378"/>
                  </a:moveTo>
                  <a:cubicBezTo>
                    <a:pt x="500" y="1222"/>
                    <a:pt x="527" y="1064"/>
                    <a:pt x="588" y="915"/>
                  </a:cubicBezTo>
                  <a:cubicBezTo>
                    <a:pt x="624" y="829"/>
                    <a:pt x="664" y="747"/>
                    <a:pt x="736" y="683"/>
                  </a:cubicBezTo>
                  <a:cubicBezTo>
                    <a:pt x="773" y="650"/>
                    <a:pt x="814" y="630"/>
                    <a:pt x="864" y="627"/>
                  </a:cubicBezTo>
                  <a:cubicBezTo>
                    <a:pt x="919" y="624"/>
                    <a:pt x="963" y="603"/>
                    <a:pt x="1001" y="563"/>
                  </a:cubicBezTo>
                  <a:cubicBezTo>
                    <a:pt x="1081" y="478"/>
                    <a:pt x="1162" y="394"/>
                    <a:pt x="1246" y="313"/>
                  </a:cubicBezTo>
                  <a:cubicBezTo>
                    <a:pt x="1275" y="285"/>
                    <a:pt x="1315" y="267"/>
                    <a:pt x="1350" y="244"/>
                  </a:cubicBezTo>
                  <a:cubicBezTo>
                    <a:pt x="1353" y="248"/>
                    <a:pt x="1356" y="252"/>
                    <a:pt x="1359" y="256"/>
                  </a:cubicBezTo>
                  <a:cubicBezTo>
                    <a:pt x="1339" y="278"/>
                    <a:pt x="1319" y="302"/>
                    <a:pt x="1297" y="322"/>
                  </a:cubicBezTo>
                  <a:cubicBezTo>
                    <a:pt x="1235" y="378"/>
                    <a:pt x="1169" y="430"/>
                    <a:pt x="1109" y="488"/>
                  </a:cubicBezTo>
                  <a:cubicBezTo>
                    <a:pt x="1029" y="564"/>
                    <a:pt x="977" y="656"/>
                    <a:pt x="946" y="763"/>
                  </a:cubicBezTo>
                  <a:cubicBezTo>
                    <a:pt x="903" y="915"/>
                    <a:pt x="853" y="1066"/>
                    <a:pt x="807" y="1218"/>
                  </a:cubicBezTo>
                  <a:cubicBezTo>
                    <a:pt x="777" y="1316"/>
                    <a:pt x="726" y="1401"/>
                    <a:pt x="649" y="1469"/>
                  </a:cubicBezTo>
                  <a:cubicBezTo>
                    <a:pt x="572" y="1538"/>
                    <a:pt x="494" y="1605"/>
                    <a:pt x="416" y="1673"/>
                  </a:cubicBezTo>
                  <a:lnTo>
                    <a:pt x="404" y="1666"/>
                  </a:lnTo>
                  <a:cubicBezTo>
                    <a:pt x="424" y="1570"/>
                    <a:pt x="442" y="1473"/>
                    <a:pt x="464" y="1378"/>
                  </a:cubicBezTo>
                  <a:moveTo>
                    <a:pt x="2684" y="1590"/>
                  </a:moveTo>
                  <a:cubicBezTo>
                    <a:pt x="2665" y="1614"/>
                    <a:pt x="2644" y="1638"/>
                    <a:pt x="2633" y="1665"/>
                  </a:cubicBezTo>
                  <a:cubicBezTo>
                    <a:pt x="2586" y="1794"/>
                    <a:pt x="2486" y="1875"/>
                    <a:pt x="2380" y="1951"/>
                  </a:cubicBezTo>
                  <a:cubicBezTo>
                    <a:pt x="2320" y="1994"/>
                    <a:pt x="2258" y="2035"/>
                    <a:pt x="2180" y="2040"/>
                  </a:cubicBezTo>
                  <a:cubicBezTo>
                    <a:pt x="2164" y="2041"/>
                    <a:pt x="2147" y="2042"/>
                    <a:pt x="2132" y="2036"/>
                  </a:cubicBezTo>
                  <a:cubicBezTo>
                    <a:pt x="2091" y="2022"/>
                    <a:pt x="2050" y="2003"/>
                    <a:pt x="2008" y="1987"/>
                  </a:cubicBezTo>
                  <a:cubicBezTo>
                    <a:pt x="1963" y="1970"/>
                    <a:pt x="1917" y="1954"/>
                    <a:pt x="1871" y="1939"/>
                  </a:cubicBezTo>
                  <a:cubicBezTo>
                    <a:pt x="1844" y="1930"/>
                    <a:pt x="1819" y="1921"/>
                    <a:pt x="1801" y="1896"/>
                  </a:cubicBezTo>
                  <a:cubicBezTo>
                    <a:pt x="1770" y="1854"/>
                    <a:pt x="1728" y="1825"/>
                    <a:pt x="1680" y="1805"/>
                  </a:cubicBezTo>
                  <a:cubicBezTo>
                    <a:pt x="1595" y="1768"/>
                    <a:pt x="1512" y="1727"/>
                    <a:pt x="1427" y="1692"/>
                  </a:cubicBezTo>
                  <a:cubicBezTo>
                    <a:pt x="1318" y="1647"/>
                    <a:pt x="1204" y="1625"/>
                    <a:pt x="1083" y="1641"/>
                  </a:cubicBezTo>
                  <a:cubicBezTo>
                    <a:pt x="1020" y="1650"/>
                    <a:pt x="955" y="1655"/>
                    <a:pt x="891" y="1652"/>
                  </a:cubicBezTo>
                  <a:cubicBezTo>
                    <a:pt x="713" y="1643"/>
                    <a:pt x="555" y="1696"/>
                    <a:pt x="405" y="1778"/>
                  </a:cubicBezTo>
                  <a:cubicBezTo>
                    <a:pt x="395" y="1783"/>
                    <a:pt x="386" y="1788"/>
                    <a:pt x="376" y="1793"/>
                  </a:cubicBezTo>
                  <a:lnTo>
                    <a:pt x="370" y="1785"/>
                  </a:lnTo>
                  <a:cubicBezTo>
                    <a:pt x="387" y="1763"/>
                    <a:pt x="401" y="1737"/>
                    <a:pt x="423" y="1720"/>
                  </a:cubicBezTo>
                  <a:cubicBezTo>
                    <a:pt x="525" y="1640"/>
                    <a:pt x="628" y="1562"/>
                    <a:pt x="733" y="1486"/>
                  </a:cubicBezTo>
                  <a:cubicBezTo>
                    <a:pt x="853" y="1399"/>
                    <a:pt x="990" y="1349"/>
                    <a:pt x="1135" y="1324"/>
                  </a:cubicBezTo>
                  <a:cubicBezTo>
                    <a:pt x="1276" y="1300"/>
                    <a:pt x="1411" y="1255"/>
                    <a:pt x="1549" y="1221"/>
                  </a:cubicBezTo>
                  <a:cubicBezTo>
                    <a:pt x="1773" y="1165"/>
                    <a:pt x="1996" y="1165"/>
                    <a:pt x="2217" y="1255"/>
                  </a:cubicBezTo>
                  <a:cubicBezTo>
                    <a:pt x="2371" y="1318"/>
                    <a:pt x="2512" y="1402"/>
                    <a:pt x="2651" y="1491"/>
                  </a:cubicBezTo>
                  <a:cubicBezTo>
                    <a:pt x="2663" y="1499"/>
                    <a:pt x="2674" y="1507"/>
                    <a:pt x="2684" y="1517"/>
                  </a:cubicBezTo>
                  <a:cubicBezTo>
                    <a:pt x="2704" y="1538"/>
                    <a:pt x="2702" y="1568"/>
                    <a:pt x="2684" y="1590"/>
                  </a:cubicBezTo>
                  <a:moveTo>
                    <a:pt x="3800" y="1351"/>
                  </a:moveTo>
                  <a:cubicBezTo>
                    <a:pt x="3751" y="1374"/>
                    <a:pt x="3699" y="1371"/>
                    <a:pt x="3648" y="1350"/>
                  </a:cubicBezTo>
                  <a:cubicBezTo>
                    <a:pt x="3552" y="1309"/>
                    <a:pt x="3450" y="1302"/>
                    <a:pt x="3350" y="1310"/>
                  </a:cubicBezTo>
                  <a:cubicBezTo>
                    <a:pt x="3279" y="1316"/>
                    <a:pt x="3215" y="1351"/>
                    <a:pt x="3167" y="1412"/>
                  </a:cubicBezTo>
                  <a:cubicBezTo>
                    <a:pt x="3147" y="1438"/>
                    <a:pt x="3121" y="1458"/>
                    <a:pt x="3089" y="1468"/>
                  </a:cubicBezTo>
                  <a:cubicBezTo>
                    <a:pt x="3022" y="1487"/>
                    <a:pt x="2952" y="1495"/>
                    <a:pt x="2883" y="1509"/>
                  </a:cubicBezTo>
                  <a:cubicBezTo>
                    <a:pt x="2836" y="1519"/>
                    <a:pt x="2791" y="1532"/>
                    <a:pt x="2741" y="1544"/>
                  </a:cubicBezTo>
                  <a:cubicBezTo>
                    <a:pt x="2740" y="1495"/>
                    <a:pt x="2702" y="1472"/>
                    <a:pt x="2666" y="1448"/>
                  </a:cubicBezTo>
                  <a:cubicBezTo>
                    <a:pt x="2522" y="1354"/>
                    <a:pt x="2375" y="1265"/>
                    <a:pt x="2212" y="1207"/>
                  </a:cubicBezTo>
                  <a:cubicBezTo>
                    <a:pt x="2082" y="1161"/>
                    <a:pt x="1951" y="1131"/>
                    <a:pt x="1813" y="1143"/>
                  </a:cubicBezTo>
                  <a:cubicBezTo>
                    <a:pt x="1803" y="1144"/>
                    <a:pt x="1793" y="1144"/>
                    <a:pt x="1783" y="1144"/>
                  </a:cubicBezTo>
                  <a:cubicBezTo>
                    <a:pt x="1782" y="1144"/>
                    <a:pt x="1780" y="1142"/>
                    <a:pt x="1777" y="1139"/>
                  </a:cubicBezTo>
                  <a:cubicBezTo>
                    <a:pt x="1829" y="1127"/>
                    <a:pt x="1880" y="1112"/>
                    <a:pt x="1932" y="1104"/>
                  </a:cubicBezTo>
                  <a:cubicBezTo>
                    <a:pt x="2058" y="1085"/>
                    <a:pt x="2183" y="1067"/>
                    <a:pt x="2309" y="1053"/>
                  </a:cubicBezTo>
                  <a:cubicBezTo>
                    <a:pt x="2394" y="1044"/>
                    <a:pt x="2481" y="1039"/>
                    <a:pt x="2566" y="1041"/>
                  </a:cubicBezTo>
                  <a:cubicBezTo>
                    <a:pt x="2625" y="1042"/>
                    <a:pt x="2685" y="1054"/>
                    <a:pt x="2742" y="1070"/>
                  </a:cubicBezTo>
                  <a:cubicBezTo>
                    <a:pt x="2888" y="1109"/>
                    <a:pt x="3031" y="1166"/>
                    <a:pt x="3185" y="1168"/>
                  </a:cubicBezTo>
                  <a:cubicBezTo>
                    <a:pt x="3302" y="1170"/>
                    <a:pt x="3418" y="1169"/>
                    <a:pt x="3534" y="1159"/>
                  </a:cubicBezTo>
                  <a:cubicBezTo>
                    <a:pt x="3635" y="1151"/>
                    <a:pt x="3728" y="1165"/>
                    <a:pt x="3816" y="1216"/>
                  </a:cubicBezTo>
                  <a:cubicBezTo>
                    <a:pt x="3859" y="1240"/>
                    <a:pt x="3903" y="1261"/>
                    <a:pt x="3956" y="1260"/>
                  </a:cubicBezTo>
                  <a:cubicBezTo>
                    <a:pt x="3904" y="1291"/>
                    <a:pt x="3854" y="1325"/>
                    <a:pt x="3799" y="1351"/>
                  </a:cubicBezTo>
                  <a:lnTo>
                    <a:pt x="3800" y="1351"/>
                  </a:lnTo>
                  <a:moveTo>
                    <a:pt x="3936" y="1221"/>
                  </a:moveTo>
                  <a:cubicBezTo>
                    <a:pt x="3913" y="1219"/>
                    <a:pt x="3891" y="1203"/>
                    <a:pt x="3873" y="1197"/>
                  </a:cubicBezTo>
                  <a:cubicBezTo>
                    <a:pt x="3845" y="1188"/>
                    <a:pt x="3818" y="1177"/>
                    <a:pt x="3794" y="1160"/>
                  </a:cubicBezTo>
                  <a:cubicBezTo>
                    <a:pt x="3707" y="1101"/>
                    <a:pt x="3613" y="1116"/>
                    <a:pt x="3521" y="1118"/>
                  </a:cubicBezTo>
                  <a:cubicBezTo>
                    <a:pt x="3448" y="1119"/>
                    <a:pt x="3375" y="1128"/>
                    <a:pt x="3303" y="1129"/>
                  </a:cubicBezTo>
                  <a:cubicBezTo>
                    <a:pt x="3173" y="1130"/>
                    <a:pt x="3045" y="1118"/>
                    <a:pt x="2920" y="1075"/>
                  </a:cubicBezTo>
                  <a:cubicBezTo>
                    <a:pt x="2839" y="1046"/>
                    <a:pt x="2754" y="1022"/>
                    <a:pt x="2669" y="1006"/>
                  </a:cubicBezTo>
                  <a:cubicBezTo>
                    <a:pt x="2549" y="984"/>
                    <a:pt x="2427" y="996"/>
                    <a:pt x="2305" y="1009"/>
                  </a:cubicBezTo>
                  <a:cubicBezTo>
                    <a:pt x="2221" y="1018"/>
                    <a:pt x="2137" y="1028"/>
                    <a:pt x="2053" y="1037"/>
                  </a:cubicBezTo>
                  <a:cubicBezTo>
                    <a:pt x="2044" y="1038"/>
                    <a:pt x="2034" y="1038"/>
                    <a:pt x="2017" y="1038"/>
                  </a:cubicBezTo>
                  <a:cubicBezTo>
                    <a:pt x="2066" y="1008"/>
                    <a:pt x="2109" y="984"/>
                    <a:pt x="2150" y="956"/>
                  </a:cubicBezTo>
                  <a:cubicBezTo>
                    <a:pt x="2212" y="913"/>
                    <a:pt x="2273" y="870"/>
                    <a:pt x="2332" y="824"/>
                  </a:cubicBezTo>
                  <a:cubicBezTo>
                    <a:pt x="2397" y="774"/>
                    <a:pt x="2444" y="709"/>
                    <a:pt x="2480" y="636"/>
                  </a:cubicBezTo>
                  <a:cubicBezTo>
                    <a:pt x="2529" y="537"/>
                    <a:pt x="2581" y="439"/>
                    <a:pt x="2629" y="338"/>
                  </a:cubicBezTo>
                  <a:cubicBezTo>
                    <a:pt x="2650" y="293"/>
                    <a:pt x="2663" y="243"/>
                    <a:pt x="2680" y="193"/>
                  </a:cubicBezTo>
                  <a:cubicBezTo>
                    <a:pt x="2720" y="184"/>
                    <a:pt x="2766" y="174"/>
                    <a:pt x="2810" y="161"/>
                  </a:cubicBezTo>
                  <a:cubicBezTo>
                    <a:pt x="2835" y="154"/>
                    <a:pt x="2847" y="161"/>
                    <a:pt x="2857" y="182"/>
                  </a:cubicBezTo>
                  <a:cubicBezTo>
                    <a:pt x="2868" y="207"/>
                    <a:pt x="2881" y="231"/>
                    <a:pt x="2892" y="255"/>
                  </a:cubicBezTo>
                  <a:cubicBezTo>
                    <a:pt x="2926" y="332"/>
                    <a:pt x="2996" y="387"/>
                    <a:pt x="3078" y="404"/>
                  </a:cubicBezTo>
                  <a:cubicBezTo>
                    <a:pt x="3145" y="418"/>
                    <a:pt x="3211" y="438"/>
                    <a:pt x="3275" y="462"/>
                  </a:cubicBezTo>
                  <a:cubicBezTo>
                    <a:pt x="3330" y="483"/>
                    <a:pt x="3361" y="541"/>
                    <a:pt x="3351" y="599"/>
                  </a:cubicBezTo>
                  <a:cubicBezTo>
                    <a:pt x="3326" y="755"/>
                    <a:pt x="3397" y="853"/>
                    <a:pt x="3566" y="887"/>
                  </a:cubicBezTo>
                  <a:cubicBezTo>
                    <a:pt x="3616" y="897"/>
                    <a:pt x="3667" y="899"/>
                    <a:pt x="3718" y="906"/>
                  </a:cubicBezTo>
                  <a:cubicBezTo>
                    <a:pt x="3844" y="924"/>
                    <a:pt x="3934" y="1010"/>
                    <a:pt x="3957" y="1135"/>
                  </a:cubicBezTo>
                  <a:cubicBezTo>
                    <a:pt x="3961" y="1152"/>
                    <a:pt x="3962" y="1169"/>
                    <a:pt x="3966" y="1186"/>
                  </a:cubicBezTo>
                  <a:cubicBezTo>
                    <a:pt x="3973" y="1213"/>
                    <a:pt x="3960" y="1223"/>
                    <a:pt x="3936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strike="noStrike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 hasCustomPrompt="1"/>
          </p:nvPr>
        </p:nvSpPr>
        <p:spPr>
          <a:xfrm>
            <a:off x="1955250" y="1116388"/>
            <a:ext cx="5233500" cy="148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6" name="Google Shape;116;p11"/>
          <p:cNvSpPr txBox="1"/>
          <p:nvPr>
            <p:ph type="subTitle" idx="1"/>
          </p:nvPr>
        </p:nvSpPr>
        <p:spPr>
          <a:xfrm>
            <a:off x="1955250" y="2813110"/>
            <a:ext cx="52335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7" name="Google Shape;117;p11"/>
          <p:cNvGrpSpPr/>
          <p:nvPr/>
        </p:nvGrpSpPr>
        <p:grpSpPr>
          <a:xfrm rot="10800000" flipH="1">
            <a:off x="-14525" y="-11349"/>
            <a:ext cx="9173048" cy="5132799"/>
            <a:chOff x="-14525" y="-11349"/>
            <a:chExt cx="9173048" cy="5132799"/>
          </a:xfrm>
        </p:grpSpPr>
        <p:pic>
          <p:nvPicPr>
            <p:cNvPr id="118" name="Google Shape;118;p11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 rot="-5400000">
              <a:off x="7337449" y="754027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119" name="Google Shape;119;p11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372951" y="27073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type="title" idx="2" hasCustomPrompt="1"/>
          </p:nvPr>
        </p:nvSpPr>
        <p:spPr>
          <a:xfrm>
            <a:off x="795100" y="1480883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/>
          <p:nvPr>
            <p:ph type="title" idx="3" hasCustomPrompt="1"/>
          </p:nvPr>
        </p:nvSpPr>
        <p:spPr>
          <a:xfrm>
            <a:off x="795100" y="2981241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/>
          <p:nvPr>
            <p:ph type="title" idx="4" hasCustomPrompt="1"/>
          </p:nvPr>
        </p:nvSpPr>
        <p:spPr>
          <a:xfrm>
            <a:off x="795100" y="1981008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/>
          <p:nvPr>
            <p:ph type="title" idx="5" hasCustomPrompt="1"/>
          </p:nvPr>
        </p:nvSpPr>
        <p:spPr>
          <a:xfrm>
            <a:off x="795100" y="3481366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/>
          <p:nvPr>
            <p:ph type="title" idx="6" hasCustomPrompt="1"/>
          </p:nvPr>
        </p:nvSpPr>
        <p:spPr>
          <a:xfrm>
            <a:off x="795100" y="2481133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/>
          <p:nvPr>
            <p:ph type="title" idx="7" hasCustomPrompt="1"/>
          </p:nvPr>
        </p:nvSpPr>
        <p:spPr>
          <a:xfrm>
            <a:off x="795100" y="3981491"/>
            <a:ext cx="734700" cy="44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/>
          <p:nvPr>
            <p:ph type="subTitle" idx="1"/>
          </p:nvPr>
        </p:nvSpPr>
        <p:spPr>
          <a:xfrm>
            <a:off x="1686050" y="1480875"/>
            <a:ext cx="31242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type="subTitle" idx="8"/>
          </p:nvPr>
        </p:nvSpPr>
        <p:spPr>
          <a:xfrm>
            <a:off x="1686050" y="1981000"/>
            <a:ext cx="31242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type="subTitle" idx="9"/>
          </p:nvPr>
        </p:nvSpPr>
        <p:spPr>
          <a:xfrm>
            <a:off x="1686050" y="2481125"/>
            <a:ext cx="31242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type="subTitle" idx="13"/>
          </p:nvPr>
        </p:nvSpPr>
        <p:spPr>
          <a:xfrm>
            <a:off x="1686050" y="2981250"/>
            <a:ext cx="31242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type="subTitle" idx="14"/>
          </p:nvPr>
        </p:nvSpPr>
        <p:spPr>
          <a:xfrm>
            <a:off x="1686050" y="3481375"/>
            <a:ext cx="31242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type="subTitle" idx="15"/>
          </p:nvPr>
        </p:nvSpPr>
        <p:spPr>
          <a:xfrm>
            <a:off x="1686050" y="3981500"/>
            <a:ext cx="31242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135" name="Google Shape;135;p13"/>
          <p:cNvPicPr preferRelativeResize="0"/>
          <p:nvPr/>
        </p:nvPicPr>
        <p:blipFill rotWithShape="1">
          <a:blip r:embed="rId2"/>
          <a:srcRect l="49944" t="88491" r="8350"/>
          <a:stretch>
            <a:fillRect/>
          </a:stretch>
        </p:blipFill>
        <p:spPr>
          <a:xfrm flipH="1">
            <a:off x="-1873225" y="-516198"/>
            <a:ext cx="2586450" cy="10556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2"/>
          <a:srcRect l="8894" r="30271" b="88491"/>
          <a:stretch>
            <a:fillRect/>
          </a:stretch>
        </p:blipFill>
        <p:spPr>
          <a:xfrm rot="5400000" flipH="1">
            <a:off x="6739950" y="5227926"/>
            <a:ext cx="3772549" cy="105569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713225" y="1600525"/>
            <a:ext cx="255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type="subTitle" idx="1"/>
          </p:nvPr>
        </p:nvSpPr>
        <p:spPr>
          <a:xfrm>
            <a:off x="713225" y="2322275"/>
            <a:ext cx="25563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40" name="Google Shape;140;p14"/>
          <p:cNvGrpSpPr/>
          <p:nvPr/>
        </p:nvGrpSpPr>
        <p:grpSpPr>
          <a:xfrm rot="10800000">
            <a:off x="-767833" y="-2649398"/>
            <a:ext cx="10259599" cy="8309098"/>
            <a:chOff x="-335700" y="-173148"/>
            <a:chExt cx="10259599" cy="8309098"/>
          </a:xfrm>
        </p:grpSpPr>
        <p:pic>
          <p:nvPicPr>
            <p:cNvPr id="141" name="Google Shape;141;p14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7337449" y="-173148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142" name="Google Shape;142;p14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type="body" idx="1"/>
          </p:nvPr>
        </p:nvSpPr>
        <p:spPr>
          <a:xfrm>
            <a:off x="720000" y="1215750"/>
            <a:ext cx="77040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46" name="Google Shape;146;p15"/>
          <p:cNvGrpSpPr/>
          <p:nvPr/>
        </p:nvGrpSpPr>
        <p:grpSpPr>
          <a:xfrm flipH="1">
            <a:off x="-1866458" y="-516198"/>
            <a:ext cx="11358224" cy="8652148"/>
            <a:chOff x="-335700" y="-516198"/>
            <a:chExt cx="11358224" cy="8652148"/>
          </a:xfrm>
        </p:grpSpPr>
        <p:pic>
          <p:nvPicPr>
            <p:cNvPr id="147" name="Google Shape;147;p15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8436074" y="-516198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148" name="Google Shape;148;p15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6"/>
          <p:cNvGrpSpPr/>
          <p:nvPr/>
        </p:nvGrpSpPr>
        <p:grpSpPr>
          <a:xfrm rot="1286268">
            <a:off x="-107642" y="1549490"/>
            <a:ext cx="722952" cy="2118140"/>
            <a:chOff x="2431365" y="1658630"/>
            <a:chExt cx="1046880" cy="3067200"/>
          </a:xfrm>
        </p:grpSpPr>
        <p:sp>
          <p:nvSpPr>
            <p:cNvPr id="151" name="Google Shape;151;p16"/>
            <p:cNvSpPr/>
            <p:nvPr/>
          </p:nvSpPr>
          <p:spPr>
            <a:xfrm>
              <a:off x="2431365" y="1658630"/>
              <a:ext cx="1046880" cy="3067200"/>
            </a:xfrm>
            <a:custGeom>
              <a:avLst/>
              <a:gdLst/>
              <a:ahLst/>
              <a:cxnLst/>
              <a:rect l="l" t="t" r="r" b="b"/>
              <a:pathLst>
                <a:path w="2908" h="8520" extrusionOk="0">
                  <a:moveTo>
                    <a:pt x="2825" y="4793"/>
                  </a:moveTo>
                  <a:cubicBezTo>
                    <a:pt x="2815" y="4789"/>
                    <a:pt x="2807" y="4771"/>
                    <a:pt x="2807" y="4759"/>
                  </a:cubicBezTo>
                  <a:cubicBezTo>
                    <a:pt x="2807" y="4710"/>
                    <a:pt x="2809" y="4661"/>
                    <a:pt x="2813" y="4613"/>
                  </a:cubicBezTo>
                  <a:cubicBezTo>
                    <a:pt x="2824" y="4509"/>
                    <a:pt x="2807" y="4477"/>
                    <a:pt x="2713" y="4435"/>
                  </a:cubicBezTo>
                  <a:cubicBezTo>
                    <a:pt x="2681" y="4421"/>
                    <a:pt x="2668" y="4399"/>
                    <a:pt x="2669" y="4363"/>
                  </a:cubicBezTo>
                  <a:cubicBezTo>
                    <a:pt x="2672" y="4259"/>
                    <a:pt x="2699" y="4161"/>
                    <a:pt x="2736" y="4066"/>
                  </a:cubicBezTo>
                  <a:cubicBezTo>
                    <a:pt x="2760" y="4006"/>
                    <a:pt x="2785" y="3947"/>
                    <a:pt x="2807" y="3887"/>
                  </a:cubicBezTo>
                  <a:cubicBezTo>
                    <a:pt x="2811" y="3874"/>
                    <a:pt x="2811" y="3855"/>
                    <a:pt x="2804" y="3845"/>
                  </a:cubicBezTo>
                  <a:cubicBezTo>
                    <a:pt x="2799" y="3838"/>
                    <a:pt x="2779" y="3840"/>
                    <a:pt x="2766" y="3842"/>
                  </a:cubicBezTo>
                  <a:cubicBezTo>
                    <a:pt x="2752" y="3844"/>
                    <a:pt x="2739" y="3850"/>
                    <a:pt x="2726" y="3856"/>
                  </a:cubicBezTo>
                  <a:cubicBezTo>
                    <a:pt x="2636" y="3903"/>
                    <a:pt x="2549" y="3955"/>
                    <a:pt x="2481" y="4032"/>
                  </a:cubicBezTo>
                  <a:cubicBezTo>
                    <a:pt x="2381" y="4144"/>
                    <a:pt x="2286" y="4260"/>
                    <a:pt x="2190" y="4375"/>
                  </a:cubicBezTo>
                  <a:cubicBezTo>
                    <a:pt x="2172" y="4396"/>
                    <a:pt x="2158" y="4421"/>
                    <a:pt x="2139" y="4439"/>
                  </a:cubicBezTo>
                  <a:cubicBezTo>
                    <a:pt x="2126" y="4451"/>
                    <a:pt x="2104" y="4461"/>
                    <a:pt x="2087" y="4459"/>
                  </a:cubicBezTo>
                  <a:cubicBezTo>
                    <a:pt x="2047" y="4454"/>
                    <a:pt x="2011" y="4463"/>
                    <a:pt x="1978" y="4484"/>
                  </a:cubicBezTo>
                  <a:cubicBezTo>
                    <a:pt x="1871" y="4551"/>
                    <a:pt x="1783" y="4634"/>
                    <a:pt x="1741" y="4760"/>
                  </a:cubicBezTo>
                  <a:cubicBezTo>
                    <a:pt x="1723" y="4813"/>
                    <a:pt x="1696" y="4864"/>
                    <a:pt x="1668" y="4912"/>
                  </a:cubicBezTo>
                  <a:cubicBezTo>
                    <a:pt x="1652" y="4940"/>
                    <a:pt x="1625" y="4961"/>
                    <a:pt x="1603" y="4985"/>
                  </a:cubicBezTo>
                  <a:cubicBezTo>
                    <a:pt x="1601" y="4983"/>
                    <a:pt x="1599" y="4981"/>
                    <a:pt x="1597" y="4979"/>
                  </a:cubicBezTo>
                  <a:cubicBezTo>
                    <a:pt x="1605" y="4963"/>
                    <a:pt x="1614" y="4946"/>
                    <a:pt x="1621" y="4930"/>
                  </a:cubicBezTo>
                  <a:cubicBezTo>
                    <a:pt x="1639" y="4887"/>
                    <a:pt x="1650" y="4844"/>
                    <a:pt x="1638" y="4797"/>
                  </a:cubicBezTo>
                  <a:cubicBezTo>
                    <a:pt x="1626" y="4747"/>
                    <a:pt x="1585" y="4718"/>
                    <a:pt x="1535" y="4725"/>
                  </a:cubicBezTo>
                  <a:cubicBezTo>
                    <a:pt x="1500" y="4729"/>
                    <a:pt x="1469" y="4742"/>
                    <a:pt x="1447" y="4769"/>
                  </a:cubicBezTo>
                  <a:cubicBezTo>
                    <a:pt x="1424" y="4796"/>
                    <a:pt x="1402" y="4825"/>
                    <a:pt x="1378" y="4855"/>
                  </a:cubicBezTo>
                  <a:cubicBezTo>
                    <a:pt x="1374" y="4854"/>
                    <a:pt x="1367" y="4853"/>
                    <a:pt x="1359" y="4853"/>
                  </a:cubicBezTo>
                  <a:cubicBezTo>
                    <a:pt x="1290" y="4849"/>
                    <a:pt x="1268" y="4868"/>
                    <a:pt x="1257" y="4937"/>
                  </a:cubicBezTo>
                  <a:cubicBezTo>
                    <a:pt x="1254" y="4954"/>
                    <a:pt x="1255" y="4972"/>
                    <a:pt x="1251" y="4989"/>
                  </a:cubicBezTo>
                  <a:cubicBezTo>
                    <a:pt x="1249" y="4996"/>
                    <a:pt x="1240" y="5002"/>
                    <a:pt x="1235" y="5009"/>
                  </a:cubicBezTo>
                  <a:cubicBezTo>
                    <a:pt x="1230" y="5007"/>
                    <a:pt x="1225" y="5005"/>
                    <a:pt x="1221" y="5002"/>
                  </a:cubicBezTo>
                  <a:cubicBezTo>
                    <a:pt x="1238" y="4849"/>
                    <a:pt x="1256" y="4696"/>
                    <a:pt x="1273" y="4542"/>
                  </a:cubicBezTo>
                  <a:cubicBezTo>
                    <a:pt x="1277" y="4542"/>
                    <a:pt x="1280" y="4542"/>
                    <a:pt x="1284" y="4542"/>
                  </a:cubicBezTo>
                  <a:cubicBezTo>
                    <a:pt x="1274" y="4601"/>
                    <a:pt x="1281" y="4655"/>
                    <a:pt x="1343" y="4679"/>
                  </a:cubicBezTo>
                  <a:cubicBezTo>
                    <a:pt x="1426" y="4711"/>
                    <a:pt x="1489" y="4680"/>
                    <a:pt x="1528" y="4611"/>
                  </a:cubicBezTo>
                  <a:cubicBezTo>
                    <a:pt x="1554" y="4623"/>
                    <a:pt x="1576" y="4639"/>
                    <a:pt x="1600" y="4644"/>
                  </a:cubicBezTo>
                  <a:cubicBezTo>
                    <a:pt x="1667" y="4657"/>
                    <a:pt x="1719" y="4634"/>
                    <a:pt x="1747" y="4570"/>
                  </a:cubicBezTo>
                  <a:cubicBezTo>
                    <a:pt x="1774" y="4508"/>
                    <a:pt x="1794" y="4441"/>
                    <a:pt x="1811" y="4376"/>
                  </a:cubicBezTo>
                  <a:cubicBezTo>
                    <a:pt x="1822" y="4333"/>
                    <a:pt x="1790" y="4295"/>
                    <a:pt x="1746" y="4291"/>
                  </a:cubicBezTo>
                  <a:cubicBezTo>
                    <a:pt x="1720" y="4289"/>
                    <a:pt x="1694" y="4296"/>
                    <a:pt x="1672" y="4298"/>
                  </a:cubicBezTo>
                  <a:cubicBezTo>
                    <a:pt x="1686" y="4288"/>
                    <a:pt x="1703" y="4275"/>
                    <a:pt x="1720" y="4262"/>
                  </a:cubicBezTo>
                  <a:cubicBezTo>
                    <a:pt x="1749" y="4240"/>
                    <a:pt x="1777" y="4213"/>
                    <a:pt x="1809" y="4197"/>
                  </a:cubicBezTo>
                  <a:cubicBezTo>
                    <a:pt x="1847" y="4178"/>
                    <a:pt x="1887" y="4157"/>
                    <a:pt x="1934" y="4186"/>
                  </a:cubicBezTo>
                  <a:cubicBezTo>
                    <a:pt x="1952" y="4196"/>
                    <a:pt x="1985" y="4197"/>
                    <a:pt x="2004" y="4188"/>
                  </a:cubicBezTo>
                  <a:cubicBezTo>
                    <a:pt x="2047" y="4168"/>
                    <a:pt x="2079" y="4132"/>
                    <a:pt x="2080" y="4082"/>
                  </a:cubicBezTo>
                  <a:cubicBezTo>
                    <a:pt x="2081" y="4031"/>
                    <a:pt x="2057" y="3990"/>
                    <a:pt x="2013" y="3962"/>
                  </a:cubicBezTo>
                  <a:cubicBezTo>
                    <a:pt x="1988" y="3947"/>
                    <a:pt x="1957" y="3938"/>
                    <a:pt x="1933" y="3957"/>
                  </a:cubicBezTo>
                  <a:cubicBezTo>
                    <a:pt x="1890" y="3992"/>
                    <a:pt x="1861" y="4038"/>
                    <a:pt x="1870" y="4096"/>
                  </a:cubicBezTo>
                  <a:cubicBezTo>
                    <a:pt x="1874" y="4123"/>
                    <a:pt x="1865" y="4134"/>
                    <a:pt x="1842" y="4141"/>
                  </a:cubicBezTo>
                  <a:cubicBezTo>
                    <a:pt x="1820" y="4147"/>
                    <a:pt x="1799" y="4155"/>
                    <a:pt x="1776" y="4162"/>
                  </a:cubicBezTo>
                  <a:cubicBezTo>
                    <a:pt x="1806" y="4100"/>
                    <a:pt x="1837" y="4037"/>
                    <a:pt x="1811" y="3965"/>
                  </a:cubicBezTo>
                  <a:cubicBezTo>
                    <a:pt x="1849" y="3955"/>
                    <a:pt x="1878" y="3933"/>
                    <a:pt x="1885" y="3897"/>
                  </a:cubicBezTo>
                  <a:cubicBezTo>
                    <a:pt x="1892" y="3865"/>
                    <a:pt x="1887" y="3831"/>
                    <a:pt x="1887" y="3798"/>
                  </a:cubicBezTo>
                  <a:cubicBezTo>
                    <a:pt x="1947" y="3802"/>
                    <a:pt x="2001" y="3771"/>
                    <a:pt x="2011" y="3712"/>
                  </a:cubicBezTo>
                  <a:cubicBezTo>
                    <a:pt x="2019" y="3664"/>
                    <a:pt x="2021" y="3612"/>
                    <a:pt x="2012" y="3564"/>
                  </a:cubicBezTo>
                  <a:cubicBezTo>
                    <a:pt x="1998" y="3489"/>
                    <a:pt x="1931" y="3460"/>
                    <a:pt x="1861" y="3491"/>
                  </a:cubicBezTo>
                  <a:cubicBezTo>
                    <a:pt x="1855" y="3494"/>
                    <a:pt x="1850" y="3497"/>
                    <a:pt x="1844" y="3499"/>
                  </a:cubicBezTo>
                  <a:lnTo>
                    <a:pt x="1837" y="3495"/>
                  </a:lnTo>
                  <a:cubicBezTo>
                    <a:pt x="1843" y="3484"/>
                    <a:pt x="1846" y="3469"/>
                    <a:pt x="1855" y="3464"/>
                  </a:cubicBezTo>
                  <a:cubicBezTo>
                    <a:pt x="1898" y="3438"/>
                    <a:pt x="1921" y="3398"/>
                    <a:pt x="1936" y="3353"/>
                  </a:cubicBezTo>
                  <a:cubicBezTo>
                    <a:pt x="1949" y="3316"/>
                    <a:pt x="1939" y="3285"/>
                    <a:pt x="1905" y="3265"/>
                  </a:cubicBezTo>
                  <a:cubicBezTo>
                    <a:pt x="1884" y="3251"/>
                    <a:pt x="1859" y="3242"/>
                    <a:pt x="1834" y="3234"/>
                  </a:cubicBezTo>
                  <a:cubicBezTo>
                    <a:pt x="1768" y="3213"/>
                    <a:pt x="1711" y="3254"/>
                    <a:pt x="1709" y="3322"/>
                  </a:cubicBezTo>
                  <a:cubicBezTo>
                    <a:pt x="1708" y="3336"/>
                    <a:pt x="1709" y="3350"/>
                    <a:pt x="1708" y="3364"/>
                  </a:cubicBezTo>
                  <a:cubicBezTo>
                    <a:pt x="1707" y="3412"/>
                    <a:pt x="1736" y="3439"/>
                    <a:pt x="1775" y="3459"/>
                  </a:cubicBezTo>
                  <a:cubicBezTo>
                    <a:pt x="1783" y="3463"/>
                    <a:pt x="1792" y="3466"/>
                    <a:pt x="1801" y="3470"/>
                  </a:cubicBezTo>
                  <a:cubicBezTo>
                    <a:pt x="1800" y="3487"/>
                    <a:pt x="1800" y="3501"/>
                    <a:pt x="1799" y="3520"/>
                  </a:cubicBezTo>
                  <a:cubicBezTo>
                    <a:pt x="1792" y="3514"/>
                    <a:pt x="1788" y="3512"/>
                    <a:pt x="1786" y="3509"/>
                  </a:cubicBezTo>
                  <a:cubicBezTo>
                    <a:pt x="1723" y="3448"/>
                    <a:pt x="1653" y="3463"/>
                    <a:pt x="1623" y="3547"/>
                  </a:cubicBezTo>
                  <a:cubicBezTo>
                    <a:pt x="1605" y="3598"/>
                    <a:pt x="1593" y="3650"/>
                    <a:pt x="1579" y="3704"/>
                  </a:cubicBezTo>
                  <a:cubicBezTo>
                    <a:pt x="1541" y="3691"/>
                    <a:pt x="1513" y="3711"/>
                    <a:pt x="1484" y="3740"/>
                  </a:cubicBezTo>
                  <a:cubicBezTo>
                    <a:pt x="1480" y="3733"/>
                    <a:pt x="1478" y="3728"/>
                    <a:pt x="1474" y="3724"/>
                  </a:cubicBezTo>
                  <a:cubicBezTo>
                    <a:pt x="1439" y="3688"/>
                    <a:pt x="1399" y="3661"/>
                    <a:pt x="1347" y="3678"/>
                  </a:cubicBezTo>
                  <a:cubicBezTo>
                    <a:pt x="1287" y="3699"/>
                    <a:pt x="1246" y="3740"/>
                    <a:pt x="1240" y="3807"/>
                  </a:cubicBezTo>
                  <a:cubicBezTo>
                    <a:pt x="1237" y="3851"/>
                    <a:pt x="1262" y="3892"/>
                    <a:pt x="1302" y="3904"/>
                  </a:cubicBezTo>
                  <a:cubicBezTo>
                    <a:pt x="1338" y="3915"/>
                    <a:pt x="1373" y="3914"/>
                    <a:pt x="1407" y="3898"/>
                  </a:cubicBezTo>
                  <a:cubicBezTo>
                    <a:pt x="1415" y="3894"/>
                    <a:pt x="1423" y="3891"/>
                    <a:pt x="1436" y="3886"/>
                  </a:cubicBezTo>
                  <a:cubicBezTo>
                    <a:pt x="1433" y="3897"/>
                    <a:pt x="1433" y="3902"/>
                    <a:pt x="1431" y="3905"/>
                  </a:cubicBezTo>
                  <a:cubicBezTo>
                    <a:pt x="1416" y="3923"/>
                    <a:pt x="1413" y="3942"/>
                    <a:pt x="1427" y="3961"/>
                  </a:cubicBezTo>
                  <a:cubicBezTo>
                    <a:pt x="1442" y="3982"/>
                    <a:pt x="1463" y="3990"/>
                    <a:pt x="1488" y="3983"/>
                  </a:cubicBezTo>
                  <a:cubicBezTo>
                    <a:pt x="1502" y="3979"/>
                    <a:pt x="1518" y="3974"/>
                    <a:pt x="1529" y="3965"/>
                  </a:cubicBezTo>
                  <a:cubicBezTo>
                    <a:pt x="1566" y="3934"/>
                    <a:pt x="1602" y="3901"/>
                    <a:pt x="1636" y="3871"/>
                  </a:cubicBezTo>
                  <a:cubicBezTo>
                    <a:pt x="1642" y="3882"/>
                    <a:pt x="1649" y="3900"/>
                    <a:pt x="1661" y="3913"/>
                  </a:cubicBezTo>
                  <a:cubicBezTo>
                    <a:pt x="1676" y="3929"/>
                    <a:pt x="1673" y="3941"/>
                    <a:pt x="1662" y="3956"/>
                  </a:cubicBezTo>
                  <a:cubicBezTo>
                    <a:pt x="1627" y="4003"/>
                    <a:pt x="1593" y="4051"/>
                    <a:pt x="1558" y="4098"/>
                  </a:cubicBezTo>
                  <a:cubicBezTo>
                    <a:pt x="1543" y="4118"/>
                    <a:pt x="1527" y="4138"/>
                    <a:pt x="1511" y="4159"/>
                  </a:cubicBezTo>
                  <a:cubicBezTo>
                    <a:pt x="1531" y="4080"/>
                    <a:pt x="1500" y="4026"/>
                    <a:pt x="1437" y="3984"/>
                  </a:cubicBezTo>
                  <a:cubicBezTo>
                    <a:pt x="1395" y="3956"/>
                    <a:pt x="1344" y="3957"/>
                    <a:pt x="1315" y="3988"/>
                  </a:cubicBezTo>
                  <a:cubicBezTo>
                    <a:pt x="1276" y="4027"/>
                    <a:pt x="1251" y="4071"/>
                    <a:pt x="1252" y="4130"/>
                  </a:cubicBezTo>
                  <a:cubicBezTo>
                    <a:pt x="1253" y="4190"/>
                    <a:pt x="1281" y="4223"/>
                    <a:pt x="1341" y="4227"/>
                  </a:cubicBezTo>
                  <a:cubicBezTo>
                    <a:pt x="1395" y="4231"/>
                    <a:pt x="1446" y="4222"/>
                    <a:pt x="1490" y="4186"/>
                  </a:cubicBezTo>
                  <a:cubicBezTo>
                    <a:pt x="1492" y="4189"/>
                    <a:pt x="1493" y="4191"/>
                    <a:pt x="1495" y="4194"/>
                  </a:cubicBezTo>
                  <a:cubicBezTo>
                    <a:pt x="1474" y="4222"/>
                    <a:pt x="1452" y="4250"/>
                    <a:pt x="1440" y="4266"/>
                  </a:cubicBezTo>
                  <a:cubicBezTo>
                    <a:pt x="1396" y="4265"/>
                    <a:pt x="1366" y="4265"/>
                    <a:pt x="1336" y="4262"/>
                  </a:cubicBezTo>
                  <a:cubicBezTo>
                    <a:pt x="1293" y="4257"/>
                    <a:pt x="1280" y="4263"/>
                    <a:pt x="1262" y="4302"/>
                  </a:cubicBezTo>
                  <a:cubicBezTo>
                    <a:pt x="1252" y="4324"/>
                    <a:pt x="1237" y="4346"/>
                    <a:pt x="1225" y="4368"/>
                  </a:cubicBezTo>
                  <a:cubicBezTo>
                    <a:pt x="1222" y="4368"/>
                    <a:pt x="1219" y="4367"/>
                    <a:pt x="1215" y="4367"/>
                  </a:cubicBezTo>
                  <a:cubicBezTo>
                    <a:pt x="1210" y="4348"/>
                    <a:pt x="1202" y="4329"/>
                    <a:pt x="1199" y="4310"/>
                  </a:cubicBezTo>
                  <a:cubicBezTo>
                    <a:pt x="1194" y="4268"/>
                    <a:pt x="1193" y="4225"/>
                    <a:pt x="1189" y="4183"/>
                  </a:cubicBezTo>
                  <a:cubicBezTo>
                    <a:pt x="1178" y="4071"/>
                    <a:pt x="1183" y="3959"/>
                    <a:pt x="1201" y="3848"/>
                  </a:cubicBezTo>
                  <a:cubicBezTo>
                    <a:pt x="1213" y="3776"/>
                    <a:pt x="1235" y="3710"/>
                    <a:pt x="1309" y="3677"/>
                  </a:cubicBezTo>
                  <a:cubicBezTo>
                    <a:pt x="1333" y="3667"/>
                    <a:pt x="1356" y="3652"/>
                    <a:pt x="1381" y="3645"/>
                  </a:cubicBezTo>
                  <a:cubicBezTo>
                    <a:pt x="1492" y="3612"/>
                    <a:pt x="1534" y="3537"/>
                    <a:pt x="1499" y="3428"/>
                  </a:cubicBezTo>
                  <a:cubicBezTo>
                    <a:pt x="1498" y="3423"/>
                    <a:pt x="1497" y="3418"/>
                    <a:pt x="1497" y="3418"/>
                  </a:cubicBezTo>
                  <a:cubicBezTo>
                    <a:pt x="1532" y="3399"/>
                    <a:pt x="1566" y="3384"/>
                    <a:pt x="1596" y="3363"/>
                  </a:cubicBezTo>
                  <a:cubicBezTo>
                    <a:pt x="1687" y="3299"/>
                    <a:pt x="1683" y="3201"/>
                    <a:pt x="1588" y="3140"/>
                  </a:cubicBezTo>
                  <a:cubicBezTo>
                    <a:pt x="1581" y="3135"/>
                    <a:pt x="1574" y="3118"/>
                    <a:pt x="1576" y="3110"/>
                  </a:cubicBezTo>
                  <a:cubicBezTo>
                    <a:pt x="1587" y="3078"/>
                    <a:pt x="1602" y="3048"/>
                    <a:pt x="1618" y="3012"/>
                  </a:cubicBezTo>
                  <a:cubicBezTo>
                    <a:pt x="1628" y="3038"/>
                    <a:pt x="1633" y="3058"/>
                    <a:pt x="1642" y="3077"/>
                  </a:cubicBezTo>
                  <a:cubicBezTo>
                    <a:pt x="1669" y="3137"/>
                    <a:pt x="1723" y="3160"/>
                    <a:pt x="1787" y="3140"/>
                  </a:cubicBezTo>
                  <a:cubicBezTo>
                    <a:pt x="1892" y="3105"/>
                    <a:pt x="1935" y="2926"/>
                    <a:pt x="1858" y="2847"/>
                  </a:cubicBezTo>
                  <a:cubicBezTo>
                    <a:pt x="1836" y="2825"/>
                    <a:pt x="1810" y="2818"/>
                    <a:pt x="1780" y="2822"/>
                  </a:cubicBezTo>
                  <a:cubicBezTo>
                    <a:pt x="1713" y="2831"/>
                    <a:pt x="1659" y="2859"/>
                    <a:pt x="1628" y="2923"/>
                  </a:cubicBezTo>
                  <a:cubicBezTo>
                    <a:pt x="1626" y="2920"/>
                    <a:pt x="1625" y="2918"/>
                    <a:pt x="1625" y="2918"/>
                  </a:cubicBezTo>
                  <a:cubicBezTo>
                    <a:pt x="1648" y="2867"/>
                    <a:pt x="1672" y="2815"/>
                    <a:pt x="1696" y="2765"/>
                  </a:cubicBezTo>
                  <a:cubicBezTo>
                    <a:pt x="1697" y="2761"/>
                    <a:pt x="1704" y="2758"/>
                    <a:pt x="1709" y="2757"/>
                  </a:cubicBezTo>
                  <a:cubicBezTo>
                    <a:pt x="1757" y="2745"/>
                    <a:pt x="1781" y="2711"/>
                    <a:pt x="1794" y="2668"/>
                  </a:cubicBezTo>
                  <a:cubicBezTo>
                    <a:pt x="1803" y="2639"/>
                    <a:pt x="1807" y="2609"/>
                    <a:pt x="1813" y="2579"/>
                  </a:cubicBezTo>
                  <a:cubicBezTo>
                    <a:pt x="1830" y="2582"/>
                    <a:pt x="1846" y="2587"/>
                    <a:pt x="1864" y="2591"/>
                  </a:cubicBezTo>
                  <a:cubicBezTo>
                    <a:pt x="1857" y="2610"/>
                    <a:pt x="1849" y="2626"/>
                    <a:pt x="1844" y="2644"/>
                  </a:cubicBezTo>
                  <a:cubicBezTo>
                    <a:pt x="1831" y="2697"/>
                    <a:pt x="1820" y="2752"/>
                    <a:pt x="1865" y="2793"/>
                  </a:cubicBezTo>
                  <a:cubicBezTo>
                    <a:pt x="1936" y="2857"/>
                    <a:pt x="2019" y="2851"/>
                    <a:pt x="2062" y="2759"/>
                  </a:cubicBezTo>
                  <a:cubicBezTo>
                    <a:pt x="2070" y="2743"/>
                    <a:pt x="2077" y="2727"/>
                    <a:pt x="2083" y="2712"/>
                  </a:cubicBezTo>
                  <a:cubicBezTo>
                    <a:pt x="2103" y="2656"/>
                    <a:pt x="2090" y="2593"/>
                    <a:pt x="2049" y="2559"/>
                  </a:cubicBezTo>
                  <a:cubicBezTo>
                    <a:pt x="2033" y="2547"/>
                    <a:pt x="2012" y="2540"/>
                    <a:pt x="1994" y="2530"/>
                  </a:cubicBezTo>
                  <a:cubicBezTo>
                    <a:pt x="2028" y="2470"/>
                    <a:pt x="2025" y="2399"/>
                    <a:pt x="1986" y="2349"/>
                  </a:cubicBezTo>
                  <a:cubicBezTo>
                    <a:pt x="1966" y="2323"/>
                    <a:pt x="1941" y="2311"/>
                    <a:pt x="1909" y="2324"/>
                  </a:cubicBezTo>
                  <a:cubicBezTo>
                    <a:pt x="1885" y="2333"/>
                    <a:pt x="1860" y="2343"/>
                    <a:pt x="1841" y="2351"/>
                  </a:cubicBezTo>
                  <a:cubicBezTo>
                    <a:pt x="1817" y="2307"/>
                    <a:pt x="1797" y="2266"/>
                    <a:pt x="1773" y="2227"/>
                  </a:cubicBezTo>
                  <a:cubicBezTo>
                    <a:pt x="1750" y="2189"/>
                    <a:pt x="1712" y="2166"/>
                    <a:pt x="1668" y="2166"/>
                  </a:cubicBezTo>
                  <a:cubicBezTo>
                    <a:pt x="1647" y="2165"/>
                    <a:pt x="1618" y="2175"/>
                    <a:pt x="1609" y="2191"/>
                  </a:cubicBezTo>
                  <a:cubicBezTo>
                    <a:pt x="1582" y="2234"/>
                    <a:pt x="1556" y="2281"/>
                    <a:pt x="1584" y="2336"/>
                  </a:cubicBezTo>
                  <a:cubicBezTo>
                    <a:pt x="1599" y="2363"/>
                    <a:pt x="1610" y="2393"/>
                    <a:pt x="1623" y="2423"/>
                  </a:cubicBezTo>
                  <a:cubicBezTo>
                    <a:pt x="1585" y="2456"/>
                    <a:pt x="1561" y="2497"/>
                    <a:pt x="1553" y="2550"/>
                  </a:cubicBezTo>
                  <a:cubicBezTo>
                    <a:pt x="1549" y="2575"/>
                    <a:pt x="1530" y="2598"/>
                    <a:pt x="1521" y="2623"/>
                  </a:cubicBezTo>
                  <a:cubicBezTo>
                    <a:pt x="1506" y="2661"/>
                    <a:pt x="1489" y="2698"/>
                    <a:pt x="1481" y="2737"/>
                  </a:cubicBezTo>
                  <a:cubicBezTo>
                    <a:pt x="1472" y="2781"/>
                    <a:pt x="1494" y="2817"/>
                    <a:pt x="1530" y="2845"/>
                  </a:cubicBezTo>
                  <a:cubicBezTo>
                    <a:pt x="1475" y="2829"/>
                    <a:pt x="1410" y="2873"/>
                    <a:pt x="1376" y="2949"/>
                  </a:cubicBezTo>
                  <a:cubicBezTo>
                    <a:pt x="1347" y="3015"/>
                    <a:pt x="1379" y="3087"/>
                    <a:pt x="1458" y="3133"/>
                  </a:cubicBezTo>
                  <a:cubicBezTo>
                    <a:pt x="1435" y="3166"/>
                    <a:pt x="1405" y="3195"/>
                    <a:pt x="1390" y="3231"/>
                  </a:cubicBezTo>
                  <a:cubicBezTo>
                    <a:pt x="1376" y="3267"/>
                    <a:pt x="1378" y="3310"/>
                    <a:pt x="1372" y="3351"/>
                  </a:cubicBezTo>
                  <a:cubicBezTo>
                    <a:pt x="1324" y="3376"/>
                    <a:pt x="1278" y="3415"/>
                    <a:pt x="1256" y="3471"/>
                  </a:cubicBezTo>
                  <a:cubicBezTo>
                    <a:pt x="1232" y="3530"/>
                    <a:pt x="1243" y="3589"/>
                    <a:pt x="1287" y="3640"/>
                  </a:cubicBezTo>
                  <a:cubicBezTo>
                    <a:pt x="1274" y="3647"/>
                    <a:pt x="1263" y="3652"/>
                    <a:pt x="1249" y="3659"/>
                  </a:cubicBezTo>
                  <a:cubicBezTo>
                    <a:pt x="1247" y="3619"/>
                    <a:pt x="1222" y="3600"/>
                    <a:pt x="1191" y="3589"/>
                  </a:cubicBezTo>
                  <a:cubicBezTo>
                    <a:pt x="1170" y="3581"/>
                    <a:pt x="1168" y="3569"/>
                    <a:pt x="1166" y="3550"/>
                  </a:cubicBezTo>
                  <a:cubicBezTo>
                    <a:pt x="1158" y="3493"/>
                    <a:pt x="1157" y="3434"/>
                    <a:pt x="1139" y="3380"/>
                  </a:cubicBezTo>
                  <a:cubicBezTo>
                    <a:pt x="1098" y="3260"/>
                    <a:pt x="1081" y="3137"/>
                    <a:pt x="1089" y="3011"/>
                  </a:cubicBezTo>
                  <a:cubicBezTo>
                    <a:pt x="1093" y="2944"/>
                    <a:pt x="1101" y="2878"/>
                    <a:pt x="1107" y="2811"/>
                  </a:cubicBezTo>
                  <a:cubicBezTo>
                    <a:pt x="1162" y="2806"/>
                    <a:pt x="1188" y="2768"/>
                    <a:pt x="1220" y="2723"/>
                  </a:cubicBezTo>
                  <a:cubicBezTo>
                    <a:pt x="1217" y="2741"/>
                    <a:pt x="1213" y="2751"/>
                    <a:pt x="1215" y="2759"/>
                  </a:cubicBezTo>
                  <a:cubicBezTo>
                    <a:pt x="1219" y="2793"/>
                    <a:pt x="1218" y="2830"/>
                    <a:pt x="1231" y="2860"/>
                  </a:cubicBezTo>
                  <a:cubicBezTo>
                    <a:pt x="1256" y="2917"/>
                    <a:pt x="1309" y="2932"/>
                    <a:pt x="1364" y="2903"/>
                  </a:cubicBezTo>
                  <a:cubicBezTo>
                    <a:pt x="1444" y="2862"/>
                    <a:pt x="1494" y="2739"/>
                    <a:pt x="1470" y="2650"/>
                  </a:cubicBezTo>
                  <a:cubicBezTo>
                    <a:pt x="1459" y="2610"/>
                    <a:pt x="1437" y="2583"/>
                    <a:pt x="1394" y="2575"/>
                  </a:cubicBezTo>
                  <a:cubicBezTo>
                    <a:pt x="1374" y="2571"/>
                    <a:pt x="1354" y="2565"/>
                    <a:pt x="1334" y="2565"/>
                  </a:cubicBezTo>
                  <a:cubicBezTo>
                    <a:pt x="1320" y="2565"/>
                    <a:pt x="1301" y="2569"/>
                    <a:pt x="1292" y="2579"/>
                  </a:cubicBezTo>
                  <a:cubicBezTo>
                    <a:pt x="1273" y="2601"/>
                    <a:pt x="1258" y="2628"/>
                    <a:pt x="1239" y="2655"/>
                  </a:cubicBezTo>
                  <a:cubicBezTo>
                    <a:pt x="1231" y="2565"/>
                    <a:pt x="1199" y="2499"/>
                    <a:pt x="1097" y="2505"/>
                  </a:cubicBezTo>
                  <a:cubicBezTo>
                    <a:pt x="1094" y="2480"/>
                    <a:pt x="1092" y="2458"/>
                    <a:pt x="1090" y="2437"/>
                  </a:cubicBezTo>
                  <a:cubicBezTo>
                    <a:pt x="1087" y="2412"/>
                    <a:pt x="1089" y="2391"/>
                    <a:pt x="1106" y="2370"/>
                  </a:cubicBezTo>
                  <a:cubicBezTo>
                    <a:pt x="1142" y="2323"/>
                    <a:pt x="1145" y="2269"/>
                    <a:pt x="1115" y="2220"/>
                  </a:cubicBezTo>
                  <a:cubicBezTo>
                    <a:pt x="1083" y="2167"/>
                    <a:pt x="1110" y="2117"/>
                    <a:pt x="1103" y="2072"/>
                  </a:cubicBezTo>
                  <a:cubicBezTo>
                    <a:pt x="1133" y="2073"/>
                    <a:pt x="1162" y="2082"/>
                    <a:pt x="1185" y="2074"/>
                  </a:cubicBezTo>
                  <a:cubicBezTo>
                    <a:pt x="1213" y="2065"/>
                    <a:pt x="1237" y="2043"/>
                    <a:pt x="1263" y="2026"/>
                  </a:cubicBezTo>
                  <a:cubicBezTo>
                    <a:pt x="1269" y="2016"/>
                    <a:pt x="1276" y="2006"/>
                    <a:pt x="1281" y="1996"/>
                  </a:cubicBezTo>
                  <a:cubicBezTo>
                    <a:pt x="1303" y="1953"/>
                    <a:pt x="1312" y="1906"/>
                    <a:pt x="1293" y="1861"/>
                  </a:cubicBezTo>
                  <a:cubicBezTo>
                    <a:pt x="1266" y="1801"/>
                    <a:pt x="1215" y="1763"/>
                    <a:pt x="1154" y="1737"/>
                  </a:cubicBezTo>
                  <a:cubicBezTo>
                    <a:pt x="1155" y="1727"/>
                    <a:pt x="1156" y="1717"/>
                    <a:pt x="1157" y="1705"/>
                  </a:cubicBezTo>
                  <a:cubicBezTo>
                    <a:pt x="1165" y="1710"/>
                    <a:pt x="1169" y="1713"/>
                    <a:pt x="1174" y="1716"/>
                  </a:cubicBezTo>
                  <a:cubicBezTo>
                    <a:pt x="1251" y="1764"/>
                    <a:pt x="1327" y="1735"/>
                    <a:pt x="1351" y="1647"/>
                  </a:cubicBezTo>
                  <a:cubicBezTo>
                    <a:pt x="1361" y="1607"/>
                    <a:pt x="1365" y="1566"/>
                    <a:pt x="1348" y="1526"/>
                  </a:cubicBezTo>
                  <a:cubicBezTo>
                    <a:pt x="1333" y="1488"/>
                    <a:pt x="1305" y="1463"/>
                    <a:pt x="1264" y="1449"/>
                  </a:cubicBezTo>
                  <a:cubicBezTo>
                    <a:pt x="1297" y="1413"/>
                    <a:pt x="1290" y="1374"/>
                    <a:pt x="1284" y="1334"/>
                  </a:cubicBezTo>
                  <a:cubicBezTo>
                    <a:pt x="1289" y="1339"/>
                    <a:pt x="1294" y="1344"/>
                    <a:pt x="1299" y="1349"/>
                  </a:cubicBezTo>
                  <a:cubicBezTo>
                    <a:pt x="1357" y="1425"/>
                    <a:pt x="1430" y="1421"/>
                    <a:pt x="1479" y="1340"/>
                  </a:cubicBezTo>
                  <a:cubicBezTo>
                    <a:pt x="1481" y="1337"/>
                    <a:pt x="1481" y="1334"/>
                    <a:pt x="1485" y="1324"/>
                  </a:cubicBezTo>
                  <a:cubicBezTo>
                    <a:pt x="1490" y="1340"/>
                    <a:pt x="1492" y="1346"/>
                    <a:pt x="1494" y="1352"/>
                  </a:cubicBezTo>
                  <a:cubicBezTo>
                    <a:pt x="1510" y="1394"/>
                    <a:pt x="1568" y="1427"/>
                    <a:pt x="1617" y="1423"/>
                  </a:cubicBezTo>
                  <a:cubicBezTo>
                    <a:pt x="1661" y="1419"/>
                    <a:pt x="1699" y="1385"/>
                    <a:pt x="1706" y="1337"/>
                  </a:cubicBezTo>
                  <a:cubicBezTo>
                    <a:pt x="1715" y="1283"/>
                    <a:pt x="1710" y="1230"/>
                    <a:pt x="1680" y="1183"/>
                  </a:cubicBezTo>
                  <a:cubicBezTo>
                    <a:pt x="1669" y="1166"/>
                    <a:pt x="1654" y="1149"/>
                    <a:pt x="1637" y="1140"/>
                  </a:cubicBezTo>
                  <a:cubicBezTo>
                    <a:pt x="1578" y="1110"/>
                    <a:pt x="1549" y="1119"/>
                    <a:pt x="1515" y="1177"/>
                  </a:cubicBezTo>
                  <a:cubicBezTo>
                    <a:pt x="1507" y="1146"/>
                    <a:pt x="1499" y="1116"/>
                    <a:pt x="1491" y="1087"/>
                  </a:cubicBezTo>
                  <a:cubicBezTo>
                    <a:pt x="1611" y="1036"/>
                    <a:pt x="1640" y="882"/>
                    <a:pt x="1603" y="793"/>
                  </a:cubicBezTo>
                  <a:cubicBezTo>
                    <a:pt x="1577" y="733"/>
                    <a:pt x="1506" y="716"/>
                    <a:pt x="1463" y="766"/>
                  </a:cubicBezTo>
                  <a:cubicBezTo>
                    <a:pt x="1427" y="809"/>
                    <a:pt x="1395" y="856"/>
                    <a:pt x="1364" y="898"/>
                  </a:cubicBezTo>
                  <a:cubicBezTo>
                    <a:pt x="1361" y="885"/>
                    <a:pt x="1358" y="866"/>
                    <a:pt x="1352" y="849"/>
                  </a:cubicBezTo>
                  <a:cubicBezTo>
                    <a:pt x="1347" y="831"/>
                    <a:pt x="1338" y="813"/>
                    <a:pt x="1331" y="795"/>
                  </a:cubicBezTo>
                  <a:cubicBezTo>
                    <a:pt x="1400" y="797"/>
                    <a:pt x="1459" y="763"/>
                    <a:pt x="1495" y="696"/>
                  </a:cubicBezTo>
                  <a:cubicBezTo>
                    <a:pt x="1533" y="626"/>
                    <a:pt x="1537" y="534"/>
                    <a:pt x="1428" y="511"/>
                  </a:cubicBezTo>
                  <a:cubicBezTo>
                    <a:pt x="1427" y="511"/>
                    <a:pt x="1427" y="509"/>
                    <a:pt x="1425" y="507"/>
                  </a:cubicBezTo>
                  <a:cubicBezTo>
                    <a:pt x="1472" y="468"/>
                    <a:pt x="1503" y="420"/>
                    <a:pt x="1499" y="356"/>
                  </a:cubicBezTo>
                  <a:cubicBezTo>
                    <a:pt x="1498" y="340"/>
                    <a:pt x="1488" y="318"/>
                    <a:pt x="1475" y="311"/>
                  </a:cubicBezTo>
                  <a:cubicBezTo>
                    <a:pt x="1420" y="277"/>
                    <a:pt x="1391" y="281"/>
                    <a:pt x="1340" y="325"/>
                  </a:cubicBezTo>
                  <a:cubicBezTo>
                    <a:pt x="1331" y="332"/>
                    <a:pt x="1323" y="340"/>
                    <a:pt x="1314" y="348"/>
                  </a:cubicBezTo>
                  <a:cubicBezTo>
                    <a:pt x="1309" y="320"/>
                    <a:pt x="1305" y="295"/>
                    <a:pt x="1301" y="271"/>
                  </a:cubicBezTo>
                  <a:cubicBezTo>
                    <a:pt x="1328" y="254"/>
                    <a:pt x="1357" y="238"/>
                    <a:pt x="1382" y="218"/>
                  </a:cubicBezTo>
                  <a:cubicBezTo>
                    <a:pt x="1433" y="178"/>
                    <a:pt x="1446" y="135"/>
                    <a:pt x="1425" y="80"/>
                  </a:cubicBezTo>
                  <a:cubicBezTo>
                    <a:pt x="1410" y="39"/>
                    <a:pt x="1348" y="0"/>
                    <a:pt x="1300" y="0"/>
                  </a:cubicBezTo>
                  <a:cubicBezTo>
                    <a:pt x="1268" y="0"/>
                    <a:pt x="1242" y="12"/>
                    <a:pt x="1226" y="40"/>
                  </a:cubicBezTo>
                  <a:cubicBezTo>
                    <a:pt x="1200" y="85"/>
                    <a:pt x="1177" y="131"/>
                    <a:pt x="1177" y="186"/>
                  </a:cubicBezTo>
                  <a:cubicBezTo>
                    <a:pt x="1177" y="201"/>
                    <a:pt x="1166" y="217"/>
                    <a:pt x="1156" y="230"/>
                  </a:cubicBezTo>
                  <a:cubicBezTo>
                    <a:pt x="1133" y="262"/>
                    <a:pt x="1102" y="288"/>
                    <a:pt x="1084" y="322"/>
                  </a:cubicBezTo>
                  <a:cubicBezTo>
                    <a:pt x="1055" y="379"/>
                    <a:pt x="1034" y="439"/>
                    <a:pt x="1094" y="494"/>
                  </a:cubicBezTo>
                  <a:cubicBezTo>
                    <a:pt x="1035" y="510"/>
                    <a:pt x="997" y="576"/>
                    <a:pt x="1003" y="645"/>
                  </a:cubicBezTo>
                  <a:cubicBezTo>
                    <a:pt x="1010" y="717"/>
                    <a:pt x="1065" y="773"/>
                    <a:pt x="1140" y="780"/>
                  </a:cubicBezTo>
                  <a:cubicBezTo>
                    <a:pt x="1085" y="851"/>
                    <a:pt x="1085" y="922"/>
                    <a:pt x="1142" y="993"/>
                  </a:cubicBezTo>
                  <a:cubicBezTo>
                    <a:pt x="1111" y="1023"/>
                    <a:pt x="1121" y="1058"/>
                    <a:pt x="1128" y="1092"/>
                  </a:cubicBezTo>
                  <a:cubicBezTo>
                    <a:pt x="1134" y="1125"/>
                    <a:pt x="1141" y="1159"/>
                    <a:pt x="1149" y="1194"/>
                  </a:cubicBezTo>
                  <a:cubicBezTo>
                    <a:pt x="1084" y="1193"/>
                    <a:pt x="1044" y="1221"/>
                    <a:pt x="1032" y="1278"/>
                  </a:cubicBezTo>
                  <a:cubicBezTo>
                    <a:pt x="1026" y="1310"/>
                    <a:pt x="1028" y="1344"/>
                    <a:pt x="1029" y="1377"/>
                  </a:cubicBezTo>
                  <a:cubicBezTo>
                    <a:pt x="1030" y="1429"/>
                    <a:pt x="1053" y="1461"/>
                    <a:pt x="1103" y="1480"/>
                  </a:cubicBezTo>
                  <a:cubicBezTo>
                    <a:pt x="1111" y="1483"/>
                    <a:pt x="1120" y="1487"/>
                    <a:pt x="1128" y="1490"/>
                  </a:cubicBezTo>
                  <a:cubicBezTo>
                    <a:pt x="1125" y="1508"/>
                    <a:pt x="1121" y="1524"/>
                    <a:pt x="1120" y="1540"/>
                  </a:cubicBezTo>
                  <a:cubicBezTo>
                    <a:pt x="1117" y="1610"/>
                    <a:pt x="1116" y="1679"/>
                    <a:pt x="1113" y="1749"/>
                  </a:cubicBezTo>
                  <a:cubicBezTo>
                    <a:pt x="1112" y="1763"/>
                    <a:pt x="1108" y="1781"/>
                    <a:pt x="1099" y="1790"/>
                  </a:cubicBezTo>
                  <a:cubicBezTo>
                    <a:pt x="1048" y="1842"/>
                    <a:pt x="1036" y="1906"/>
                    <a:pt x="1058" y="1971"/>
                  </a:cubicBezTo>
                  <a:cubicBezTo>
                    <a:pt x="1072" y="2014"/>
                    <a:pt x="1066" y="2053"/>
                    <a:pt x="1061" y="2093"/>
                  </a:cubicBezTo>
                  <a:cubicBezTo>
                    <a:pt x="1057" y="2131"/>
                    <a:pt x="1040" y="2138"/>
                    <a:pt x="1007" y="2119"/>
                  </a:cubicBezTo>
                  <a:cubicBezTo>
                    <a:pt x="1001" y="2115"/>
                    <a:pt x="994" y="2111"/>
                    <a:pt x="987" y="2110"/>
                  </a:cubicBezTo>
                  <a:cubicBezTo>
                    <a:pt x="919" y="2103"/>
                    <a:pt x="851" y="2159"/>
                    <a:pt x="850" y="2227"/>
                  </a:cubicBezTo>
                  <a:cubicBezTo>
                    <a:pt x="849" y="2246"/>
                    <a:pt x="852" y="2266"/>
                    <a:pt x="857" y="2285"/>
                  </a:cubicBezTo>
                  <a:cubicBezTo>
                    <a:pt x="874" y="2357"/>
                    <a:pt x="915" y="2407"/>
                    <a:pt x="986" y="2426"/>
                  </a:cubicBezTo>
                  <a:cubicBezTo>
                    <a:pt x="990" y="2452"/>
                    <a:pt x="992" y="2475"/>
                    <a:pt x="998" y="2497"/>
                  </a:cubicBezTo>
                  <a:cubicBezTo>
                    <a:pt x="1005" y="2521"/>
                    <a:pt x="1003" y="2539"/>
                    <a:pt x="987" y="2560"/>
                  </a:cubicBezTo>
                  <a:cubicBezTo>
                    <a:pt x="950" y="2610"/>
                    <a:pt x="950" y="2667"/>
                    <a:pt x="966" y="2724"/>
                  </a:cubicBezTo>
                  <a:cubicBezTo>
                    <a:pt x="972" y="2751"/>
                    <a:pt x="975" y="2780"/>
                    <a:pt x="980" y="2807"/>
                  </a:cubicBezTo>
                  <a:cubicBezTo>
                    <a:pt x="938" y="2738"/>
                    <a:pt x="923" y="2654"/>
                    <a:pt x="838" y="2620"/>
                  </a:cubicBezTo>
                  <a:cubicBezTo>
                    <a:pt x="872" y="2575"/>
                    <a:pt x="879" y="2562"/>
                    <a:pt x="873" y="2526"/>
                  </a:cubicBezTo>
                  <a:cubicBezTo>
                    <a:pt x="863" y="2462"/>
                    <a:pt x="825" y="2415"/>
                    <a:pt x="768" y="2389"/>
                  </a:cubicBezTo>
                  <a:cubicBezTo>
                    <a:pt x="708" y="2362"/>
                    <a:pt x="689" y="2372"/>
                    <a:pt x="672" y="2442"/>
                  </a:cubicBezTo>
                  <a:cubicBezTo>
                    <a:pt x="666" y="2471"/>
                    <a:pt x="666" y="2502"/>
                    <a:pt x="664" y="2532"/>
                  </a:cubicBezTo>
                  <a:cubicBezTo>
                    <a:pt x="639" y="2520"/>
                    <a:pt x="612" y="2506"/>
                    <a:pt x="584" y="2492"/>
                  </a:cubicBezTo>
                  <a:cubicBezTo>
                    <a:pt x="631" y="2437"/>
                    <a:pt x="638" y="2388"/>
                    <a:pt x="605" y="2330"/>
                  </a:cubicBezTo>
                  <a:cubicBezTo>
                    <a:pt x="580" y="2286"/>
                    <a:pt x="544" y="2263"/>
                    <a:pt x="509" y="2269"/>
                  </a:cubicBezTo>
                  <a:cubicBezTo>
                    <a:pt x="472" y="2275"/>
                    <a:pt x="434" y="2281"/>
                    <a:pt x="415" y="2319"/>
                  </a:cubicBezTo>
                  <a:cubicBezTo>
                    <a:pt x="399" y="2351"/>
                    <a:pt x="387" y="2386"/>
                    <a:pt x="372" y="2422"/>
                  </a:cubicBezTo>
                  <a:cubicBezTo>
                    <a:pt x="348" y="2417"/>
                    <a:pt x="317" y="2412"/>
                    <a:pt x="287" y="2403"/>
                  </a:cubicBezTo>
                  <a:cubicBezTo>
                    <a:pt x="259" y="2395"/>
                    <a:pt x="242" y="2406"/>
                    <a:pt x="224" y="2425"/>
                  </a:cubicBezTo>
                  <a:cubicBezTo>
                    <a:pt x="154" y="2495"/>
                    <a:pt x="164" y="2605"/>
                    <a:pt x="199" y="2668"/>
                  </a:cubicBezTo>
                  <a:cubicBezTo>
                    <a:pt x="219" y="2705"/>
                    <a:pt x="252" y="2720"/>
                    <a:pt x="294" y="2718"/>
                  </a:cubicBezTo>
                  <a:cubicBezTo>
                    <a:pt x="346" y="2715"/>
                    <a:pt x="421" y="2654"/>
                    <a:pt x="433" y="2595"/>
                  </a:cubicBezTo>
                  <a:cubicBezTo>
                    <a:pt x="440" y="2562"/>
                    <a:pt x="435" y="2526"/>
                    <a:pt x="435" y="2494"/>
                  </a:cubicBezTo>
                  <a:cubicBezTo>
                    <a:pt x="459" y="2502"/>
                    <a:pt x="488" y="2511"/>
                    <a:pt x="521" y="2522"/>
                  </a:cubicBezTo>
                  <a:cubicBezTo>
                    <a:pt x="450" y="2568"/>
                    <a:pt x="446" y="2636"/>
                    <a:pt x="455" y="2708"/>
                  </a:cubicBezTo>
                  <a:cubicBezTo>
                    <a:pt x="462" y="2767"/>
                    <a:pt x="511" y="2817"/>
                    <a:pt x="578" y="2830"/>
                  </a:cubicBezTo>
                  <a:cubicBezTo>
                    <a:pt x="632" y="2841"/>
                    <a:pt x="662" y="2805"/>
                    <a:pt x="689" y="2766"/>
                  </a:cubicBezTo>
                  <a:cubicBezTo>
                    <a:pt x="692" y="2762"/>
                    <a:pt x="695" y="2757"/>
                    <a:pt x="701" y="2748"/>
                  </a:cubicBezTo>
                  <a:cubicBezTo>
                    <a:pt x="712" y="2775"/>
                    <a:pt x="721" y="2798"/>
                    <a:pt x="730" y="2821"/>
                  </a:cubicBezTo>
                  <a:cubicBezTo>
                    <a:pt x="748" y="2867"/>
                    <a:pt x="747" y="2866"/>
                    <a:pt x="699" y="2874"/>
                  </a:cubicBezTo>
                  <a:cubicBezTo>
                    <a:pt x="661" y="2880"/>
                    <a:pt x="627" y="2897"/>
                    <a:pt x="610" y="2933"/>
                  </a:cubicBezTo>
                  <a:cubicBezTo>
                    <a:pt x="593" y="2968"/>
                    <a:pt x="608" y="3001"/>
                    <a:pt x="633" y="3025"/>
                  </a:cubicBezTo>
                  <a:cubicBezTo>
                    <a:pt x="664" y="3055"/>
                    <a:pt x="698" y="3083"/>
                    <a:pt x="734" y="3106"/>
                  </a:cubicBezTo>
                  <a:cubicBezTo>
                    <a:pt x="768" y="3128"/>
                    <a:pt x="803" y="3119"/>
                    <a:pt x="833" y="3092"/>
                  </a:cubicBezTo>
                  <a:cubicBezTo>
                    <a:pt x="843" y="3083"/>
                    <a:pt x="852" y="3072"/>
                    <a:pt x="866" y="3058"/>
                  </a:cubicBezTo>
                  <a:cubicBezTo>
                    <a:pt x="886" y="3117"/>
                    <a:pt x="905" y="3173"/>
                    <a:pt x="926" y="3235"/>
                  </a:cubicBezTo>
                  <a:cubicBezTo>
                    <a:pt x="875" y="3213"/>
                    <a:pt x="812" y="3207"/>
                    <a:pt x="765" y="3218"/>
                  </a:cubicBezTo>
                  <a:cubicBezTo>
                    <a:pt x="750" y="3222"/>
                    <a:pt x="732" y="3226"/>
                    <a:pt x="721" y="3236"/>
                  </a:cubicBezTo>
                  <a:cubicBezTo>
                    <a:pt x="678" y="3279"/>
                    <a:pt x="666" y="3364"/>
                    <a:pt x="695" y="3418"/>
                  </a:cubicBezTo>
                  <a:cubicBezTo>
                    <a:pt x="729" y="3483"/>
                    <a:pt x="797" y="3502"/>
                    <a:pt x="860" y="3466"/>
                  </a:cubicBezTo>
                  <a:cubicBezTo>
                    <a:pt x="904" y="3441"/>
                    <a:pt x="928" y="3401"/>
                    <a:pt x="949" y="3355"/>
                  </a:cubicBezTo>
                  <a:cubicBezTo>
                    <a:pt x="952" y="3360"/>
                    <a:pt x="955" y="3362"/>
                    <a:pt x="955" y="3365"/>
                  </a:cubicBezTo>
                  <a:cubicBezTo>
                    <a:pt x="975" y="3448"/>
                    <a:pt x="995" y="3530"/>
                    <a:pt x="1013" y="3613"/>
                  </a:cubicBezTo>
                  <a:cubicBezTo>
                    <a:pt x="1017" y="3628"/>
                    <a:pt x="1011" y="3646"/>
                    <a:pt x="1008" y="3672"/>
                  </a:cubicBezTo>
                  <a:cubicBezTo>
                    <a:pt x="931" y="3594"/>
                    <a:pt x="869" y="3621"/>
                    <a:pt x="813" y="3684"/>
                  </a:cubicBezTo>
                  <a:cubicBezTo>
                    <a:pt x="772" y="3606"/>
                    <a:pt x="746" y="3574"/>
                    <a:pt x="705" y="3546"/>
                  </a:cubicBezTo>
                  <a:cubicBezTo>
                    <a:pt x="657" y="3514"/>
                    <a:pt x="599" y="3534"/>
                    <a:pt x="587" y="3590"/>
                  </a:cubicBezTo>
                  <a:cubicBezTo>
                    <a:pt x="575" y="3642"/>
                    <a:pt x="572" y="3694"/>
                    <a:pt x="590" y="3745"/>
                  </a:cubicBezTo>
                  <a:cubicBezTo>
                    <a:pt x="596" y="3763"/>
                    <a:pt x="601" y="3781"/>
                    <a:pt x="607" y="3799"/>
                  </a:cubicBezTo>
                  <a:cubicBezTo>
                    <a:pt x="582" y="3806"/>
                    <a:pt x="580" y="3795"/>
                    <a:pt x="578" y="3776"/>
                  </a:cubicBezTo>
                  <a:cubicBezTo>
                    <a:pt x="571" y="3726"/>
                    <a:pt x="563" y="3675"/>
                    <a:pt x="551" y="3626"/>
                  </a:cubicBezTo>
                  <a:cubicBezTo>
                    <a:pt x="541" y="3580"/>
                    <a:pt x="501" y="3557"/>
                    <a:pt x="464" y="3540"/>
                  </a:cubicBezTo>
                  <a:cubicBezTo>
                    <a:pt x="427" y="3524"/>
                    <a:pt x="391" y="3538"/>
                    <a:pt x="369" y="3572"/>
                  </a:cubicBezTo>
                  <a:cubicBezTo>
                    <a:pt x="338" y="3551"/>
                    <a:pt x="310" y="3530"/>
                    <a:pt x="280" y="3512"/>
                  </a:cubicBezTo>
                  <a:cubicBezTo>
                    <a:pt x="228" y="3480"/>
                    <a:pt x="185" y="3493"/>
                    <a:pt x="161" y="3550"/>
                  </a:cubicBezTo>
                  <a:cubicBezTo>
                    <a:pt x="137" y="3608"/>
                    <a:pt x="130" y="3669"/>
                    <a:pt x="161" y="3726"/>
                  </a:cubicBezTo>
                  <a:cubicBezTo>
                    <a:pt x="176" y="3753"/>
                    <a:pt x="198" y="3779"/>
                    <a:pt x="224" y="3793"/>
                  </a:cubicBezTo>
                  <a:cubicBezTo>
                    <a:pt x="242" y="3802"/>
                    <a:pt x="272" y="3790"/>
                    <a:pt x="295" y="3788"/>
                  </a:cubicBezTo>
                  <a:lnTo>
                    <a:pt x="295" y="3886"/>
                  </a:lnTo>
                  <a:cubicBezTo>
                    <a:pt x="265" y="3836"/>
                    <a:pt x="228" y="3798"/>
                    <a:pt x="166" y="3801"/>
                  </a:cubicBezTo>
                  <a:cubicBezTo>
                    <a:pt x="89" y="3804"/>
                    <a:pt x="13" y="3884"/>
                    <a:pt x="18" y="3961"/>
                  </a:cubicBezTo>
                  <a:cubicBezTo>
                    <a:pt x="19" y="3976"/>
                    <a:pt x="29" y="3995"/>
                    <a:pt x="42" y="4003"/>
                  </a:cubicBezTo>
                  <a:cubicBezTo>
                    <a:pt x="59" y="4015"/>
                    <a:pt x="82" y="4021"/>
                    <a:pt x="103" y="4023"/>
                  </a:cubicBezTo>
                  <a:cubicBezTo>
                    <a:pt x="131" y="4027"/>
                    <a:pt x="160" y="4024"/>
                    <a:pt x="193" y="4024"/>
                  </a:cubicBezTo>
                  <a:cubicBezTo>
                    <a:pt x="185" y="4050"/>
                    <a:pt x="179" y="4071"/>
                    <a:pt x="172" y="4093"/>
                  </a:cubicBezTo>
                  <a:cubicBezTo>
                    <a:pt x="104" y="4034"/>
                    <a:pt x="43" y="4049"/>
                    <a:pt x="14" y="4129"/>
                  </a:cubicBezTo>
                  <a:cubicBezTo>
                    <a:pt x="8" y="4146"/>
                    <a:pt x="5" y="4165"/>
                    <a:pt x="2" y="4183"/>
                  </a:cubicBezTo>
                  <a:cubicBezTo>
                    <a:pt x="-6" y="4243"/>
                    <a:pt x="17" y="4284"/>
                    <a:pt x="71" y="4294"/>
                  </a:cubicBezTo>
                  <a:cubicBezTo>
                    <a:pt x="124" y="4305"/>
                    <a:pt x="160" y="4308"/>
                    <a:pt x="184" y="4237"/>
                  </a:cubicBezTo>
                  <a:cubicBezTo>
                    <a:pt x="225" y="4312"/>
                    <a:pt x="246" y="4326"/>
                    <a:pt x="301" y="4318"/>
                  </a:cubicBezTo>
                  <a:cubicBezTo>
                    <a:pt x="350" y="4310"/>
                    <a:pt x="373" y="4278"/>
                    <a:pt x="384" y="4209"/>
                  </a:cubicBezTo>
                  <a:cubicBezTo>
                    <a:pt x="422" y="4201"/>
                    <a:pt x="457" y="4194"/>
                    <a:pt x="492" y="4186"/>
                  </a:cubicBezTo>
                  <a:cubicBezTo>
                    <a:pt x="491" y="4237"/>
                    <a:pt x="479" y="4302"/>
                    <a:pt x="548" y="4326"/>
                  </a:cubicBezTo>
                  <a:cubicBezTo>
                    <a:pt x="625" y="4352"/>
                    <a:pt x="675" y="4304"/>
                    <a:pt x="719" y="4251"/>
                  </a:cubicBezTo>
                  <a:cubicBezTo>
                    <a:pt x="727" y="4267"/>
                    <a:pt x="730" y="4287"/>
                    <a:pt x="742" y="4300"/>
                  </a:cubicBezTo>
                  <a:cubicBezTo>
                    <a:pt x="795" y="4355"/>
                    <a:pt x="861" y="4383"/>
                    <a:pt x="938" y="4378"/>
                  </a:cubicBezTo>
                  <a:cubicBezTo>
                    <a:pt x="957" y="4377"/>
                    <a:pt x="964" y="4381"/>
                    <a:pt x="972" y="4398"/>
                  </a:cubicBezTo>
                  <a:cubicBezTo>
                    <a:pt x="1020" y="4499"/>
                    <a:pt x="1042" y="4605"/>
                    <a:pt x="1045" y="4716"/>
                  </a:cubicBezTo>
                  <a:cubicBezTo>
                    <a:pt x="1048" y="4825"/>
                    <a:pt x="1052" y="4934"/>
                    <a:pt x="1055" y="5043"/>
                  </a:cubicBezTo>
                  <a:cubicBezTo>
                    <a:pt x="1056" y="5076"/>
                    <a:pt x="1055" y="5110"/>
                    <a:pt x="1055" y="5135"/>
                  </a:cubicBezTo>
                  <a:cubicBezTo>
                    <a:pt x="1028" y="5117"/>
                    <a:pt x="1002" y="5090"/>
                    <a:pt x="972" y="5081"/>
                  </a:cubicBezTo>
                  <a:cubicBezTo>
                    <a:pt x="940" y="5071"/>
                    <a:pt x="903" y="5079"/>
                    <a:pt x="870" y="5079"/>
                  </a:cubicBezTo>
                  <a:cubicBezTo>
                    <a:pt x="906" y="5001"/>
                    <a:pt x="922" y="4916"/>
                    <a:pt x="884" y="4826"/>
                  </a:cubicBezTo>
                  <a:cubicBezTo>
                    <a:pt x="950" y="4829"/>
                    <a:pt x="984" y="4804"/>
                    <a:pt x="996" y="4745"/>
                  </a:cubicBezTo>
                  <a:cubicBezTo>
                    <a:pt x="1007" y="4691"/>
                    <a:pt x="984" y="4646"/>
                    <a:pt x="937" y="4628"/>
                  </a:cubicBezTo>
                  <a:cubicBezTo>
                    <a:pt x="859" y="4599"/>
                    <a:pt x="831" y="4614"/>
                    <a:pt x="780" y="4707"/>
                  </a:cubicBezTo>
                  <a:cubicBezTo>
                    <a:pt x="759" y="4687"/>
                    <a:pt x="736" y="4667"/>
                    <a:pt x="714" y="4648"/>
                  </a:cubicBezTo>
                  <a:cubicBezTo>
                    <a:pt x="745" y="4591"/>
                    <a:pt x="749" y="4580"/>
                    <a:pt x="751" y="4520"/>
                  </a:cubicBezTo>
                  <a:cubicBezTo>
                    <a:pt x="754" y="4434"/>
                    <a:pt x="699" y="4375"/>
                    <a:pt x="613" y="4371"/>
                  </a:cubicBezTo>
                  <a:cubicBezTo>
                    <a:pt x="570" y="4369"/>
                    <a:pt x="517" y="4407"/>
                    <a:pt x="508" y="4449"/>
                  </a:cubicBezTo>
                  <a:cubicBezTo>
                    <a:pt x="500" y="4484"/>
                    <a:pt x="495" y="4519"/>
                    <a:pt x="489" y="4555"/>
                  </a:cubicBezTo>
                  <a:cubicBezTo>
                    <a:pt x="479" y="4554"/>
                    <a:pt x="467" y="4553"/>
                    <a:pt x="454" y="4552"/>
                  </a:cubicBezTo>
                  <a:cubicBezTo>
                    <a:pt x="440" y="4551"/>
                    <a:pt x="426" y="4550"/>
                    <a:pt x="412" y="4550"/>
                  </a:cubicBezTo>
                  <a:cubicBezTo>
                    <a:pt x="368" y="4550"/>
                    <a:pt x="346" y="4564"/>
                    <a:pt x="337" y="4607"/>
                  </a:cubicBezTo>
                  <a:cubicBezTo>
                    <a:pt x="331" y="4641"/>
                    <a:pt x="330" y="4676"/>
                    <a:pt x="330" y="4710"/>
                  </a:cubicBezTo>
                  <a:cubicBezTo>
                    <a:pt x="330" y="4749"/>
                    <a:pt x="355" y="4781"/>
                    <a:pt x="395" y="4795"/>
                  </a:cubicBezTo>
                  <a:cubicBezTo>
                    <a:pt x="435" y="4809"/>
                    <a:pt x="466" y="4804"/>
                    <a:pt x="491" y="4769"/>
                  </a:cubicBezTo>
                  <a:cubicBezTo>
                    <a:pt x="514" y="4737"/>
                    <a:pt x="528" y="4699"/>
                    <a:pt x="546" y="4664"/>
                  </a:cubicBezTo>
                  <a:cubicBezTo>
                    <a:pt x="547" y="4661"/>
                    <a:pt x="549" y="4659"/>
                    <a:pt x="553" y="4652"/>
                  </a:cubicBezTo>
                  <a:cubicBezTo>
                    <a:pt x="561" y="4661"/>
                    <a:pt x="568" y="4667"/>
                    <a:pt x="574" y="4674"/>
                  </a:cubicBezTo>
                  <a:cubicBezTo>
                    <a:pt x="500" y="4756"/>
                    <a:pt x="489" y="4890"/>
                    <a:pt x="605" y="4929"/>
                  </a:cubicBezTo>
                  <a:cubicBezTo>
                    <a:pt x="549" y="4937"/>
                    <a:pt x="514" y="4964"/>
                    <a:pt x="507" y="5008"/>
                  </a:cubicBezTo>
                  <a:cubicBezTo>
                    <a:pt x="496" y="5070"/>
                    <a:pt x="523" y="5113"/>
                    <a:pt x="602" y="5154"/>
                  </a:cubicBezTo>
                  <a:cubicBezTo>
                    <a:pt x="592" y="5154"/>
                    <a:pt x="585" y="5152"/>
                    <a:pt x="579" y="5154"/>
                  </a:cubicBezTo>
                  <a:cubicBezTo>
                    <a:pt x="553" y="5161"/>
                    <a:pt x="519" y="5161"/>
                    <a:pt x="503" y="5178"/>
                  </a:cubicBezTo>
                  <a:cubicBezTo>
                    <a:pt x="434" y="5249"/>
                    <a:pt x="443" y="5386"/>
                    <a:pt x="515" y="5454"/>
                  </a:cubicBezTo>
                  <a:cubicBezTo>
                    <a:pt x="563" y="5499"/>
                    <a:pt x="624" y="5499"/>
                    <a:pt x="663" y="5446"/>
                  </a:cubicBezTo>
                  <a:cubicBezTo>
                    <a:pt x="687" y="5414"/>
                    <a:pt x="702" y="5374"/>
                    <a:pt x="720" y="5337"/>
                  </a:cubicBezTo>
                  <a:cubicBezTo>
                    <a:pt x="725" y="5327"/>
                    <a:pt x="727" y="5316"/>
                    <a:pt x="730" y="5303"/>
                  </a:cubicBezTo>
                  <a:cubicBezTo>
                    <a:pt x="814" y="5375"/>
                    <a:pt x="875" y="5459"/>
                    <a:pt x="925" y="5551"/>
                  </a:cubicBezTo>
                  <a:cubicBezTo>
                    <a:pt x="969" y="5634"/>
                    <a:pt x="1015" y="5717"/>
                    <a:pt x="1027" y="5811"/>
                  </a:cubicBezTo>
                  <a:cubicBezTo>
                    <a:pt x="1036" y="5876"/>
                    <a:pt x="1041" y="5941"/>
                    <a:pt x="1045" y="6006"/>
                  </a:cubicBezTo>
                  <a:cubicBezTo>
                    <a:pt x="1051" y="6113"/>
                    <a:pt x="1058" y="6221"/>
                    <a:pt x="1058" y="6328"/>
                  </a:cubicBezTo>
                  <a:cubicBezTo>
                    <a:pt x="1058" y="6498"/>
                    <a:pt x="1054" y="6667"/>
                    <a:pt x="1051" y="6837"/>
                  </a:cubicBezTo>
                  <a:cubicBezTo>
                    <a:pt x="1050" y="6941"/>
                    <a:pt x="1048" y="7044"/>
                    <a:pt x="1046" y="7147"/>
                  </a:cubicBezTo>
                  <a:cubicBezTo>
                    <a:pt x="1045" y="7223"/>
                    <a:pt x="1042" y="7300"/>
                    <a:pt x="1045" y="7375"/>
                  </a:cubicBezTo>
                  <a:cubicBezTo>
                    <a:pt x="1050" y="7488"/>
                    <a:pt x="1065" y="7601"/>
                    <a:pt x="1067" y="7714"/>
                  </a:cubicBezTo>
                  <a:cubicBezTo>
                    <a:pt x="1071" y="7893"/>
                    <a:pt x="1070" y="8073"/>
                    <a:pt x="1067" y="8253"/>
                  </a:cubicBezTo>
                  <a:cubicBezTo>
                    <a:pt x="1066" y="8342"/>
                    <a:pt x="1056" y="8431"/>
                    <a:pt x="1050" y="8520"/>
                  </a:cubicBezTo>
                  <a:lnTo>
                    <a:pt x="1095" y="8453"/>
                  </a:lnTo>
                  <a:cubicBezTo>
                    <a:pt x="1107" y="8346"/>
                    <a:pt x="1113" y="8238"/>
                    <a:pt x="1112" y="8130"/>
                  </a:cubicBezTo>
                  <a:cubicBezTo>
                    <a:pt x="1111" y="7944"/>
                    <a:pt x="1106" y="7758"/>
                    <a:pt x="1101" y="7572"/>
                  </a:cubicBezTo>
                  <a:cubicBezTo>
                    <a:pt x="1099" y="7513"/>
                    <a:pt x="1092" y="7453"/>
                    <a:pt x="1089" y="7393"/>
                  </a:cubicBezTo>
                  <a:cubicBezTo>
                    <a:pt x="1086" y="7333"/>
                    <a:pt x="1082" y="7272"/>
                    <a:pt x="1083" y="7211"/>
                  </a:cubicBezTo>
                  <a:cubicBezTo>
                    <a:pt x="1085" y="7075"/>
                    <a:pt x="1091" y="6939"/>
                    <a:pt x="1093" y="6803"/>
                  </a:cubicBezTo>
                  <a:cubicBezTo>
                    <a:pt x="1094" y="6749"/>
                    <a:pt x="1088" y="6694"/>
                    <a:pt x="1090" y="6640"/>
                  </a:cubicBezTo>
                  <a:cubicBezTo>
                    <a:pt x="1092" y="6529"/>
                    <a:pt x="1102" y="6418"/>
                    <a:pt x="1101" y="6307"/>
                  </a:cubicBezTo>
                  <a:cubicBezTo>
                    <a:pt x="1099" y="6187"/>
                    <a:pt x="1085" y="6066"/>
                    <a:pt x="1083" y="5946"/>
                  </a:cubicBezTo>
                  <a:cubicBezTo>
                    <a:pt x="1081" y="5808"/>
                    <a:pt x="1047" y="5679"/>
                    <a:pt x="978" y="5560"/>
                  </a:cubicBezTo>
                  <a:cubicBezTo>
                    <a:pt x="973" y="5550"/>
                    <a:pt x="969" y="5540"/>
                    <a:pt x="964" y="5530"/>
                  </a:cubicBezTo>
                  <a:cubicBezTo>
                    <a:pt x="967" y="5528"/>
                    <a:pt x="970" y="5526"/>
                    <a:pt x="972" y="5524"/>
                  </a:cubicBezTo>
                  <a:cubicBezTo>
                    <a:pt x="1002" y="5559"/>
                    <a:pt x="1030" y="5594"/>
                    <a:pt x="1061" y="5628"/>
                  </a:cubicBezTo>
                  <a:cubicBezTo>
                    <a:pt x="1068" y="5636"/>
                    <a:pt x="1083" y="5643"/>
                    <a:pt x="1093" y="5642"/>
                  </a:cubicBezTo>
                  <a:cubicBezTo>
                    <a:pt x="1101" y="5641"/>
                    <a:pt x="1108" y="5625"/>
                    <a:pt x="1112" y="5615"/>
                  </a:cubicBezTo>
                  <a:cubicBezTo>
                    <a:pt x="1114" y="5608"/>
                    <a:pt x="1112" y="5598"/>
                    <a:pt x="1111" y="5589"/>
                  </a:cubicBezTo>
                  <a:cubicBezTo>
                    <a:pt x="1107" y="5563"/>
                    <a:pt x="1104" y="5536"/>
                    <a:pt x="1100" y="5511"/>
                  </a:cubicBezTo>
                  <a:cubicBezTo>
                    <a:pt x="1137" y="5515"/>
                    <a:pt x="1170" y="5518"/>
                    <a:pt x="1206" y="5521"/>
                  </a:cubicBezTo>
                  <a:cubicBezTo>
                    <a:pt x="1206" y="5535"/>
                    <a:pt x="1207" y="5552"/>
                    <a:pt x="1206" y="5569"/>
                  </a:cubicBezTo>
                  <a:cubicBezTo>
                    <a:pt x="1198" y="5674"/>
                    <a:pt x="1185" y="5779"/>
                    <a:pt x="1184" y="5884"/>
                  </a:cubicBezTo>
                  <a:cubicBezTo>
                    <a:pt x="1182" y="6058"/>
                    <a:pt x="1188" y="6233"/>
                    <a:pt x="1192" y="6407"/>
                  </a:cubicBezTo>
                  <a:cubicBezTo>
                    <a:pt x="1193" y="6452"/>
                    <a:pt x="1196" y="6498"/>
                    <a:pt x="1200" y="6543"/>
                  </a:cubicBezTo>
                  <a:cubicBezTo>
                    <a:pt x="1200" y="6553"/>
                    <a:pt x="1207" y="6563"/>
                    <a:pt x="1210" y="6572"/>
                  </a:cubicBezTo>
                  <a:cubicBezTo>
                    <a:pt x="1221" y="6567"/>
                    <a:pt x="1235" y="6565"/>
                    <a:pt x="1243" y="6556"/>
                  </a:cubicBezTo>
                  <a:cubicBezTo>
                    <a:pt x="1268" y="6530"/>
                    <a:pt x="1294" y="6505"/>
                    <a:pt x="1313" y="6475"/>
                  </a:cubicBezTo>
                  <a:cubicBezTo>
                    <a:pt x="1395" y="6344"/>
                    <a:pt x="1476" y="6212"/>
                    <a:pt x="1555" y="6080"/>
                  </a:cubicBezTo>
                  <a:cubicBezTo>
                    <a:pt x="1579" y="6038"/>
                    <a:pt x="1596" y="5993"/>
                    <a:pt x="1617" y="5949"/>
                  </a:cubicBezTo>
                  <a:cubicBezTo>
                    <a:pt x="1647" y="5881"/>
                    <a:pt x="1672" y="5811"/>
                    <a:pt x="1710" y="5748"/>
                  </a:cubicBezTo>
                  <a:cubicBezTo>
                    <a:pt x="1766" y="5655"/>
                    <a:pt x="1800" y="5555"/>
                    <a:pt x="1823" y="5451"/>
                  </a:cubicBezTo>
                  <a:cubicBezTo>
                    <a:pt x="1844" y="5361"/>
                    <a:pt x="1852" y="5270"/>
                    <a:pt x="1821" y="5180"/>
                  </a:cubicBezTo>
                  <a:cubicBezTo>
                    <a:pt x="1800" y="5122"/>
                    <a:pt x="1781" y="5063"/>
                    <a:pt x="1762" y="5004"/>
                  </a:cubicBezTo>
                  <a:cubicBezTo>
                    <a:pt x="1742" y="4940"/>
                    <a:pt x="1723" y="4875"/>
                    <a:pt x="1767" y="4812"/>
                  </a:cubicBezTo>
                  <a:cubicBezTo>
                    <a:pt x="1774" y="4803"/>
                    <a:pt x="1777" y="4791"/>
                    <a:pt x="1781" y="4779"/>
                  </a:cubicBezTo>
                  <a:cubicBezTo>
                    <a:pt x="1811" y="4674"/>
                    <a:pt x="1884" y="4603"/>
                    <a:pt x="1969" y="4541"/>
                  </a:cubicBezTo>
                  <a:cubicBezTo>
                    <a:pt x="2018" y="4505"/>
                    <a:pt x="2071" y="4495"/>
                    <a:pt x="2130" y="4504"/>
                  </a:cubicBezTo>
                  <a:cubicBezTo>
                    <a:pt x="2143" y="4571"/>
                    <a:pt x="2156" y="4638"/>
                    <a:pt x="2167" y="4706"/>
                  </a:cubicBezTo>
                  <a:cubicBezTo>
                    <a:pt x="2170" y="4725"/>
                    <a:pt x="2172" y="4745"/>
                    <a:pt x="2168" y="4764"/>
                  </a:cubicBezTo>
                  <a:cubicBezTo>
                    <a:pt x="2148" y="4863"/>
                    <a:pt x="2132" y="4963"/>
                    <a:pt x="2103" y="5059"/>
                  </a:cubicBezTo>
                  <a:cubicBezTo>
                    <a:pt x="2078" y="5139"/>
                    <a:pt x="2043" y="5216"/>
                    <a:pt x="2002" y="5288"/>
                  </a:cubicBezTo>
                  <a:cubicBezTo>
                    <a:pt x="1890" y="5483"/>
                    <a:pt x="1763" y="5669"/>
                    <a:pt x="1672" y="5875"/>
                  </a:cubicBezTo>
                  <a:cubicBezTo>
                    <a:pt x="1634" y="5963"/>
                    <a:pt x="1588" y="6047"/>
                    <a:pt x="1547" y="6133"/>
                  </a:cubicBezTo>
                  <a:cubicBezTo>
                    <a:pt x="1526" y="6178"/>
                    <a:pt x="1508" y="6225"/>
                    <a:pt x="1487" y="6270"/>
                  </a:cubicBezTo>
                  <a:cubicBezTo>
                    <a:pt x="1450" y="6349"/>
                    <a:pt x="1425" y="6434"/>
                    <a:pt x="1372" y="6507"/>
                  </a:cubicBezTo>
                  <a:cubicBezTo>
                    <a:pt x="1345" y="6542"/>
                    <a:pt x="1331" y="6588"/>
                    <a:pt x="1315" y="6630"/>
                  </a:cubicBezTo>
                  <a:cubicBezTo>
                    <a:pt x="1297" y="6679"/>
                    <a:pt x="1282" y="6729"/>
                    <a:pt x="1268" y="6779"/>
                  </a:cubicBezTo>
                  <a:cubicBezTo>
                    <a:pt x="1260" y="6806"/>
                    <a:pt x="1253" y="6834"/>
                    <a:pt x="1252" y="6861"/>
                  </a:cubicBezTo>
                  <a:cubicBezTo>
                    <a:pt x="1246" y="6962"/>
                    <a:pt x="1244" y="7063"/>
                    <a:pt x="1238" y="7164"/>
                  </a:cubicBezTo>
                  <a:cubicBezTo>
                    <a:pt x="1230" y="7287"/>
                    <a:pt x="1218" y="7409"/>
                    <a:pt x="1213" y="7532"/>
                  </a:cubicBezTo>
                  <a:cubicBezTo>
                    <a:pt x="1209" y="7621"/>
                    <a:pt x="1208" y="7710"/>
                    <a:pt x="1214" y="7799"/>
                  </a:cubicBezTo>
                  <a:cubicBezTo>
                    <a:pt x="1226" y="7968"/>
                    <a:pt x="1218" y="8136"/>
                    <a:pt x="1195" y="8303"/>
                  </a:cubicBezTo>
                  <a:lnTo>
                    <a:pt x="1248" y="8224"/>
                  </a:lnTo>
                  <a:cubicBezTo>
                    <a:pt x="1262" y="8098"/>
                    <a:pt x="1265" y="7972"/>
                    <a:pt x="1261" y="7846"/>
                  </a:cubicBezTo>
                  <a:cubicBezTo>
                    <a:pt x="1256" y="7687"/>
                    <a:pt x="1257" y="7528"/>
                    <a:pt x="1263" y="7370"/>
                  </a:cubicBezTo>
                  <a:cubicBezTo>
                    <a:pt x="1270" y="7195"/>
                    <a:pt x="1305" y="7022"/>
                    <a:pt x="1296" y="6846"/>
                  </a:cubicBezTo>
                  <a:cubicBezTo>
                    <a:pt x="1296" y="6835"/>
                    <a:pt x="1298" y="6822"/>
                    <a:pt x="1302" y="6811"/>
                  </a:cubicBezTo>
                  <a:cubicBezTo>
                    <a:pt x="1318" y="6761"/>
                    <a:pt x="1334" y="6712"/>
                    <a:pt x="1350" y="6662"/>
                  </a:cubicBezTo>
                  <a:cubicBezTo>
                    <a:pt x="1354" y="6652"/>
                    <a:pt x="1357" y="6641"/>
                    <a:pt x="1362" y="6632"/>
                  </a:cubicBezTo>
                  <a:cubicBezTo>
                    <a:pt x="1385" y="6592"/>
                    <a:pt x="1411" y="6553"/>
                    <a:pt x="1433" y="6512"/>
                  </a:cubicBezTo>
                  <a:cubicBezTo>
                    <a:pt x="1480" y="6426"/>
                    <a:pt x="1520" y="6334"/>
                    <a:pt x="1573" y="6252"/>
                  </a:cubicBezTo>
                  <a:cubicBezTo>
                    <a:pt x="1621" y="6179"/>
                    <a:pt x="1683" y="6114"/>
                    <a:pt x="1740" y="6047"/>
                  </a:cubicBezTo>
                  <a:cubicBezTo>
                    <a:pt x="1769" y="6013"/>
                    <a:pt x="1800" y="5981"/>
                    <a:pt x="1833" y="5952"/>
                  </a:cubicBezTo>
                  <a:cubicBezTo>
                    <a:pt x="1850" y="5938"/>
                    <a:pt x="1877" y="5927"/>
                    <a:pt x="1899" y="5927"/>
                  </a:cubicBezTo>
                  <a:cubicBezTo>
                    <a:pt x="1952" y="5928"/>
                    <a:pt x="2006" y="5930"/>
                    <a:pt x="2057" y="5942"/>
                  </a:cubicBezTo>
                  <a:cubicBezTo>
                    <a:pt x="2137" y="5959"/>
                    <a:pt x="2207" y="5937"/>
                    <a:pt x="2277" y="5904"/>
                  </a:cubicBezTo>
                  <a:cubicBezTo>
                    <a:pt x="2338" y="5877"/>
                    <a:pt x="2400" y="5845"/>
                    <a:pt x="2465" y="5831"/>
                  </a:cubicBezTo>
                  <a:cubicBezTo>
                    <a:pt x="2642" y="5792"/>
                    <a:pt x="2741" y="5601"/>
                    <a:pt x="2768" y="5453"/>
                  </a:cubicBezTo>
                  <a:cubicBezTo>
                    <a:pt x="2776" y="5406"/>
                    <a:pt x="2777" y="5360"/>
                    <a:pt x="2804" y="5316"/>
                  </a:cubicBezTo>
                  <a:cubicBezTo>
                    <a:pt x="2828" y="5276"/>
                    <a:pt x="2857" y="5232"/>
                    <a:pt x="2841" y="5176"/>
                  </a:cubicBezTo>
                  <a:cubicBezTo>
                    <a:pt x="2834" y="5152"/>
                    <a:pt x="2843" y="5121"/>
                    <a:pt x="2850" y="5095"/>
                  </a:cubicBezTo>
                  <a:cubicBezTo>
                    <a:pt x="2856" y="5076"/>
                    <a:pt x="2870" y="5059"/>
                    <a:pt x="2880" y="5041"/>
                  </a:cubicBezTo>
                  <a:cubicBezTo>
                    <a:pt x="2929" y="4955"/>
                    <a:pt x="2916" y="4839"/>
                    <a:pt x="2825" y="4794"/>
                  </a:cubicBezTo>
                  <a:lnTo>
                    <a:pt x="2825" y="4793"/>
                  </a:lnTo>
                  <a:moveTo>
                    <a:pt x="1903" y="4074"/>
                  </a:moveTo>
                  <a:cubicBezTo>
                    <a:pt x="1904" y="4069"/>
                    <a:pt x="1904" y="4063"/>
                    <a:pt x="1905" y="4058"/>
                  </a:cubicBezTo>
                  <a:cubicBezTo>
                    <a:pt x="1914" y="4020"/>
                    <a:pt x="1942" y="3990"/>
                    <a:pt x="1968" y="3992"/>
                  </a:cubicBezTo>
                  <a:cubicBezTo>
                    <a:pt x="2000" y="3994"/>
                    <a:pt x="2036" y="4039"/>
                    <a:pt x="2037" y="4077"/>
                  </a:cubicBezTo>
                  <a:cubicBezTo>
                    <a:pt x="2038" y="4105"/>
                    <a:pt x="2003" y="4150"/>
                    <a:pt x="1977" y="4155"/>
                  </a:cubicBezTo>
                  <a:cubicBezTo>
                    <a:pt x="1975" y="4155"/>
                    <a:pt x="1973" y="4155"/>
                    <a:pt x="1971" y="4155"/>
                  </a:cubicBezTo>
                  <a:cubicBezTo>
                    <a:pt x="1929" y="4155"/>
                    <a:pt x="1896" y="4116"/>
                    <a:pt x="1903" y="4074"/>
                  </a:cubicBezTo>
                  <a:moveTo>
                    <a:pt x="1432" y="3829"/>
                  </a:moveTo>
                  <a:cubicBezTo>
                    <a:pt x="1409" y="3850"/>
                    <a:pt x="1379" y="3862"/>
                    <a:pt x="1351" y="3877"/>
                  </a:cubicBezTo>
                  <a:cubicBezTo>
                    <a:pt x="1350" y="3875"/>
                    <a:pt x="1348" y="3873"/>
                    <a:pt x="1347" y="3871"/>
                  </a:cubicBezTo>
                  <a:cubicBezTo>
                    <a:pt x="1334" y="3868"/>
                    <a:pt x="1321" y="3867"/>
                    <a:pt x="1309" y="3862"/>
                  </a:cubicBezTo>
                  <a:cubicBezTo>
                    <a:pt x="1290" y="3855"/>
                    <a:pt x="1283" y="3842"/>
                    <a:pt x="1293" y="3821"/>
                  </a:cubicBezTo>
                  <a:cubicBezTo>
                    <a:pt x="1303" y="3802"/>
                    <a:pt x="1308" y="3781"/>
                    <a:pt x="1317" y="3761"/>
                  </a:cubicBezTo>
                  <a:cubicBezTo>
                    <a:pt x="1329" y="3737"/>
                    <a:pt x="1347" y="3717"/>
                    <a:pt x="1376" y="3717"/>
                  </a:cubicBezTo>
                  <a:cubicBezTo>
                    <a:pt x="1403" y="3717"/>
                    <a:pt x="1449" y="3747"/>
                    <a:pt x="1451" y="3771"/>
                  </a:cubicBezTo>
                  <a:cubicBezTo>
                    <a:pt x="1453" y="3790"/>
                    <a:pt x="1446" y="3817"/>
                    <a:pt x="1432" y="3829"/>
                  </a:cubicBezTo>
                  <a:moveTo>
                    <a:pt x="1598" y="3833"/>
                  </a:moveTo>
                  <a:cubicBezTo>
                    <a:pt x="1573" y="3885"/>
                    <a:pt x="1535" y="3924"/>
                    <a:pt x="1482" y="3943"/>
                  </a:cubicBezTo>
                  <a:cubicBezTo>
                    <a:pt x="1480" y="3921"/>
                    <a:pt x="1478" y="3901"/>
                    <a:pt x="1476" y="3881"/>
                  </a:cubicBezTo>
                  <a:cubicBezTo>
                    <a:pt x="1471" y="3848"/>
                    <a:pt x="1511" y="3765"/>
                    <a:pt x="1541" y="3749"/>
                  </a:cubicBezTo>
                  <a:cubicBezTo>
                    <a:pt x="1547" y="3746"/>
                    <a:pt x="1556" y="3744"/>
                    <a:pt x="1562" y="3746"/>
                  </a:cubicBezTo>
                  <a:cubicBezTo>
                    <a:pt x="1583" y="3753"/>
                    <a:pt x="1608" y="3811"/>
                    <a:pt x="1598" y="3833"/>
                  </a:cubicBezTo>
                  <a:moveTo>
                    <a:pt x="1472" y="4114"/>
                  </a:moveTo>
                  <a:cubicBezTo>
                    <a:pt x="1466" y="4163"/>
                    <a:pt x="1427" y="4189"/>
                    <a:pt x="1363" y="4188"/>
                  </a:cubicBezTo>
                  <a:cubicBezTo>
                    <a:pt x="1361" y="4190"/>
                    <a:pt x="1360" y="4193"/>
                    <a:pt x="1358" y="4196"/>
                  </a:cubicBezTo>
                  <a:cubicBezTo>
                    <a:pt x="1335" y="4184"/>
                    <a:pt x="1297" y="4175"/>
                    <a:pt x="1292" y="4158"/>
                  </a:cubicBezTo>
                  <a:cubicBezTo>
                    <a:pt x="1286" y="4133"/>
                    <a:pt x="1303" y="4101"/>
                    <a:pt x="1312" y="4073"/>
                  </a:cubicBezTo>
                  <a:cubicBezTo>
                    <a:pt x="1315" y="4065"/>
                    <a:pt x="1325" y="4059"/>
                    <a:pt x="1328" y="4050"/>
                  </a:cubicBezTo>
                  <a:cubicBezTo>
                    <a:pt x="1344" y="4007"/>
                    <a:pt x="1363" y="3998"/>
                    <a:pt x="1404" y="4016"/>
                  </a:cubicBezTo>
                  <a:cubicBezTo>
                    <a:pt x="1444" y="4034"/>
                    <a:pt x="1476" y="4079"/>
                    <a:pt x="1472" y="4114"/>
                  </a:cubicBezTo>
                  <a:moveTo>
                    <a:pt x="1789" y="2874"/>
                  </a:moveTo>
                  <a:cubicBezTo>
                    <a:pt x="1834" y="2878"/>
                    <a:pt x="1862" y="2911"/>
                    <a:pt x="1857" y="2958"/>
                  </a:cubicBezTo>
                  <a:cubicBezTo>
                    <a:pt x="1852" y="3007"/>
                    <a:pt x="1834" y="3052"/>
                    <a:pt x="1795" y="3084"/>
                  </a:cubicBezTo>
                  <a:cubicBezTo>
                    <a:pt x="1782" y="3096"/>
                    <a:pt x="1761" y="3100"/>
                    <a:pt x="1737" y="3111"/>
                  </a:cubicBezTo>
                  <a:cubicBezTo>
                    <a:pt x="1719" y="3097"/>
                    <a:pt x="1693" y="3087"/>
                    <a:pt x="1686" y="3069"/>
                  </a:cubicBezTo>
                  <a:cubicBezTo>
                    <a:pt x="1672" y="3037"/>
                    <a:pt x="1663" y="3001"/>
                    <a:pt x="1663" y="2966"/>
                  </a:cubicBezTo>
                  <a:cubicBezTo>
                    <a:pt x="1662" y="2910"/>
                    <a:pt x="1709" y="2867"/>
                    <a:pt x="1789" y="2874"/>
                  </a:cubicBezTo>
                  <a:moveTo>
                    <a:pt x="2048" y="2682"/>
                  </a:moveTo>
                  <a:cubicBezTo>
                    <a:pt x="2039" y="2702"/>
                    <a:pt x="2024" y="2741"/>
                    <a:pt x="2000" y="2774"/>
                  </a:cubicBezTo>
                  <a:cubicBezTo>
                    <a:pt x="1974" y="2809"/>
                    <a:pt x="1895" y="2787"/>
                    <a:pt x="1879" y="2743"/>
                  </a:cubicBezTo>
                  <a:cubicBezTo>
                    <a:pt x="1856" y="2678"/>
                    <a:pt x="1901" y="2596"/>
                    <a:pt x="1970" y="2580"/>
                  </a:cubicBezTo>
                  <a:cubicBezTo>
                    <a:pt x="2013" y="2571"/>
                    <a:pt x="2048" y="2607"/>
                    <a:pt x="2048" y="2682"/>
                  </a:cubicBezTo>
                  <a:moveTo>
                    <a:pt x="1866" y="2392"/>
                  </a:moveTo>
                  <a:cubicBezTo>
                    <a:pt x="1880" y="2368"/>
                    <a:pt x="1908" y="2356"/>
                    <a:pt x="1934" y="2367"/>
                  </a:cubicBezTo>
                  <a:cubicBezTo>
                    <a:pt x="1950" y="2374"/>
                    <a:pt x="1964" y="2397"/>
                    <a:pt x="1970" y="2416"/>
                  </a:cubicBezTo>
                  <a:cubicBezTo>
                    <a:pt x="1992" y="2483"/>
                    <a:pt x="1941" y="2549"/>
                    <a:pt x="1870" y="2548"/>
                  </a:cubicBezTo>
                  <a:cubicBezTo>
                    <a:pt x="1830" y="2547"/>
                    <a:pt x="1821" y="2537"/>
                    <a:pt x="1825" y="2499"/>
                  </a:cubicBezTo>
                  <a:cubicBezTo>
                    <a:pt x="1822" y="2498"/>
                    <a:pt x="1820" y="2496"/>
                    <a:pt x="1817" y="2495"/>
                  </a:cubicBezTo>
                  <a:cubicBezTo>
                    <a:pt x="1833" y="2460"/>
                    <a:pt x="1846" y="2424"/>
                    <a:pt x="1866" y="2392"/>
                  </a:cubicBezTo>
                  <a:moveTo>
                    <a:pt x="1620" y="2336"/>
                  </a:moveTo>
                  <a:cubicBezTo>
                    <a:pt x="1599" y="2305"/>
                    <a:pt x="1619" y="2235"/>
                    <a:pt x="1650" y="2213"/>
                  </a:cubicBezTo>
                  <a:cubicBezTo>
                    <a:pt x="1655" y="2209"/>
                    <a:pt x="1665" y="2208"/>
                    <a:pt x="1671" y="2210"/>
                  </a:cubicBezTo>
                  <a:cubicBezTo>
                    <a:pt x="1687" y="2215"/>
                    <a:pt x="1705" y="2220"/>
                    <a:pt x="1717" y="2231"/>
                  </a:cubicBezTo>
                  <a:cubicBezTo>
                    <a:pt x="1760" y="2271"/>
                    <a:pt x="1783" y="2322"/>
                    <a:pt x="1793" y="2373"/>
                  </a:cubicBezTo>
                  <a:cubicBezTo>
                    <a:pt x="1792" y="2430"/>
                    <a:pt x="1771" y="2439"/>
                    <a:pt x="1721" y="2429"/>
                  </a:cubicBezTo>
                  <a:cubicBezTo>
                    <a:pt x="1665" y="2417"/>
                    <a:pt x="1645" y="2374"/>
                    <a:pt x="1620" y="2336"/>
                  </a:cubicBezTo>
                  <a:moveTo>
                    <a:pt x="1599" y="2541"/>
                  </a:moveTo>
                  <a:cubicBezTo>
                    <a:pt x="1611" y="2514"/>
                    <a:pt x="1626" y="2488"/>
                    <a:pt x="1643" y="2463"/>
                  </a:cubicBezTo>
                  <a:cubicBezTo>
                    <a:pt x="1646" y="2458"/>
                    <a:pt x="1663" y="2457"/>
                    <a:pt x="1671" y="2460"/>
                  </a:cubicBezTo>
                  <a:cubicBezTo>
                    <a:pt x="1695" y="2468"/>
                    <a:pt x="1718" y="2480"/>
                    <a:pt x="1741" y="2490"/>
                  </a:cubicBezTo>
                  <a:cubicBezTo>
                    <a:pt x="1745" y="2492"/>
                    <a:pt x="1749" y="2496"/>
                    <a:pt x="1750" y="2500"/>
                  </a:cubicBezTo>
                  <a:cubicBezTo>
                    <a:pt x="1757" y="2556"/>
                    <a:pt x="1780" y="2614"/>
                    <a:pt x="1747" y="2669"/>
                  </a:cubicBezTo>
                  <a:cubicBezTo>
                    <a:pt x="1736" y="2687"/>
                    <a:pt x="1720" y="2702"/>
                    <a:pt x="1703" y="2723"/>
                  </a:cubicBezTo>
                  <a:cubicBezTo>
                    <a:pt x="1680" y="2658"/>
                    <a:pt x="1660" y="2603"/>
                    <a:pt x="1606" y="2569"/>
                  </a:cubicBezTo>
                  <a:cubicBezTo>
                    <a:pt x="1600" y="2565"/>
                    <a:pt x="1595" y="2548"/>
                    <a:pt x="1599" y="2541"/>
                  </a:cubicBezTo>
                  <a:moveTo>
                    <a:pt x="1522" y="2749"/>
                  </a:moveTo>
                  <a:cubicBezTo>
                    <a:pt x="1526" y="2711"/>
                    <a:pt x="1540" y="2672"/>
                    <a:pt x="1556" y="2636"/>
                  </a:cubicBezTo>
                  <a:cubicBezTo>
                    <a:pt x="1571" y="2604"/>
                    <a:pt x="1603" y="2604"/>
                    <a:pt x="1622" y="2635"/>
                  </a:cubicBezTo>
                  <a:cubicBezTo>
                    <a:pt x="1637" y="2660"/>
                    <a:pt x="1647" y="2688"/>
                    <a:pt x="1660" y="2715"/>
                  </a:cubicBezTo>
                  <a:cubicBezTo>
                    <a:pt x="1653" y="2753"/>
                    <a:pt x="1651" y="2789"/>
                    <a:pt x="1610" y="2807"/>
                  </a:cubicBezTo>
                  <a:cubicBezTo>
                    <a:pt x="1565" y="2826"/>
                    <a:pt x="1516" y="2797"/>
                    <a:pt x="1522" y="2749"/>
                  </a:cubicBezTo>
                  <a:moveTo>
                    <a:pt x="1441" y="3073"/>
                  </a:moveTo>
                  <a:cubicBezTo>
                    <a:pt x="1413" y="3048"/>
                    <a:pt x="1400" y="3000"/>
                    <a:pt x="1412" y="2969"/>
                  </a:cubicBezTo>
                  <a:cubicBezTo>
                    <a:pt x="1427" y="2931"/>
                    <a:pt x="1476" y="2893"/>
                    <a:pt x="1510" y="2893"/>
                  </a:cubicBezTo>
                  <a:cubicBezTo>
                    <a:pt x="1552" y="2893"/>
                    <a:pt x="1585" y="2932"/>
                    <a:pt x="1580" y="2974"/>
                  </a:cubicBezTo>
                  <a:cubicBezTo>
                    <a:pt x="1575" y="3017"/>
                    <a:pt x="1554" y="3051"/>
                    <a:pt x="1520" y="3077"/>
                  </a:cubicBezTo>
                  <a:cubicBezTo>
                    <a:pt x="1492" y="3098"/>
                    <a:pt x="1466" y="3096"/>
                    <a:pt x="1441" y="3073"/>
                  </a:cubicBezTo>
                  <a:moveTo>
                    <a:pt x="1446" y="3230"/>
                  </a:moveTo>
                  <a:cubicBezTo>
                    <a:pt x="1451" y="3222"/>
                    <a:pt x="1458" y="3215"/>
                    <a:pt x="1463" y="3207"/>
                  </a:cubicBezTo>
                  <a:cubicBezTo>
                    <a:pt x="1477" y="3181"/>
                    <a:pt x="1494" y="3164"/>
                    <a:pt x="1527" y="3168"/>
                  </a:cubicBezTo>
                  <a:cubicBezTo>
                    <a:pt x="1569" y="3174"/>
                    <a:pt x="1599" y="3195"/>
                    <a:pt x="1613" y="3234"/>
                  </a:cubicBezTo>
                  <a:cubicBezTo>
                    <a:pt x="1624" y="3263"/>
                    <a:pt x="1615" y="3291"/>
                    <a:pt x="1591" y="3310"/>
                  </a:cubicBezTo>
                  <a:cubicBezTo>
                    <a:pt x="1567" y="3330"/>
                    <a:pt x="1541" y="3349"/>
                    <a:pt x="1513" y="3361"/>
                  </a:cubicBezTo>
                  <a:cubicBezTo>
                    <a:pt x="1459" y="3386"/>
                    <a:pt x="1415" y="3354"/>
                    <a:pt x="1407" y="3288"/>
                  </a:cubicBezTo>
                  <a:cubicBezTo>
                    <a:pt x="1420" y="3269"/>
                    <a:pt x="1433" y="3250"/>
                    <a:pt x="1446" y="3230"/>
                  </a:cubicBezTo>
                  <a:moveTo>
                    <a:pt x="1325" y="3437"/>
                  </a:moveTo>
                  <a:cubicBezTo>
                    <a:pt x="1345" y="3417"/>
                    <a:pt x="1359" y="3389"/>
                    <a:pt x="1396" y="3392"/>
                  </a:cubicBezTo>
                  <a:cubicBezTo>
                    <a:pt x="1410" y="3398"/>
                    <a:pt x="1425" y="3401"/>
                    <a:pt x="1436" y="3410"/>
                  </a:cubicBezTo>
                  <a:cubicBezTo>
                    <a:pt x="1480" y="3448"/>
                    <a:pt x="1479" y="3535"/>
                    <a:pt x="1433" y="3569"/>
                  </a:cubicBezTo>
                  <a:cubicBezTo>
                    <a:pt x="1411" y="3586"/>
                    <a:pt x="1384" y="3597"/>
                    <a:pt x="1358" y="3606"/>
                  </a:cubicBezTo>
                  <a:cubicBezTo>
                    <a:pt x="1321" y="3618"/>
                    <a:pt x="1301" y="3604"/>
                    <a:pt x="1291" y="3566"/>
                  </a:cubicBezTo>
                  <a:cubicBezTo>
                    <a:pt x="1279" y="3517"/>
                    <a:pt x="1289" y="3473"/>
                    <a:pt x="1325" y="3437"/>
                  </a:cubicBezTo>
                  <a:moveTo>
                    <a:pt x="1317" y="2623"/>
                  </a:moveTo>
                  <a:cubicBezTo>
                    <a:pt x="1346" y="2596"/>
                    <a:pt x="1409" y="2613"/>
                    <a:pt x="1423" y="2650"/>
                  </a:cubicBezTo>
                  <a:cubicBezTo>
                    <a:pt x="1430" y="2667"/>
                    <a:pt x="1433" y="2686"/>
                    <a:pt x="1435" y="2696"/>
                  </a:cubicBezTo>
                  <a:cubicBezTo>
                    <a:pt x="1432" y="2756"/>
                    <a:pt x="1412" y="2804"/>
                    <a:pt x="1374" y="2840"/>
                  </a:cubicBezTo>
                  <a:cubicBezTo>
                    <a:pt x="1356" y="2857"/>
                    <a:pt x="1328" y="2872"/>
                    <a:pt x="1304" y="2872"/>
                  </a:cubicBezTo>
                  <a:cubicBezTo>
                    <a:pt x="1273" y="2871"/>
                    <a:pt x="1259" y="2838"/>
                    <a:pt x="1257" y="2809"/>
                  </a:cubicBezTo>
                  <a:cubicBezTo>
                    <a:pt x="1252" y="2740"/>
                    <a:pt x="1263" y="2673"/>
                    <a:pt x="1317" y="2623"/>
                  </a:cubicBezTo>
                  <a:moveTo>
                    <a:pt x="1529" y="1305"/>
                  </a:moveTo>
                  <a:cubicBezTo>
                    <a:pt x="1536" y="1273"/>
                    <a:pt x="1540" y="1241"/>
                    <a:pt x="1551" y="1210"/>
                  </a:cubicBezTo>
                  <a:cubicBezTo>
                    <a:pt x="1556" y="1196"/>
                    <a:pt x="1572" y="1177"/>
                    <a:pt x="1586" y="1175"/>
                  </a:cubicBezTo>
                  <a:cubicBezTo>
                    <a:pt x="1600" y="1172"/>
                    <a:pt x="1624" y="1181"/>
                    <a:pt x="1634" y="1193"/>
                  </a:cubicBezTo>
                  <a:cubicBezTo>
                    <a:pt x="1668" y="1238"/>
                    <a:pt x="1675" y="1291"/>
                    <a:pt x="1659" y="1345"/>
                  </a:cubicBezTo>
                  <a:cubicBezTo>
                    <a:pt x="1651" y="1374"/>
                    <a:pt x="1620" y="1387"/>
                    <a:pt x="1587" y="1377"/>
                  </a:cubicBezTo>
                  <a:cubicBezTo>
                    <a:pt x="1552" y="1367"/>
                    <a:pt x="1525" y="1350"/>
                    <a:pt x="1529" y="1305"/>
                  </a:cubicBezTo>
                  <a:moveTo>
                    <a:pt x="1319" y="1590"/>
                  </a:moveTo>
                  <a:cubicBezTo>
                    <a:pt x="1315" y="1609"/>
                    <a:pt x="1312" y="1629"/>
                    <a:pt x="1306" y="1647"/>
                  </a:cubicBezTo>
                  <a:cubicBezTo>
                    <a:pt x="1296" y="1675"/>
                    <a:pt x="1278" y="1696"/>
                    <a:pt x="1246" y="1698"/>
                  </a:cubicBezTo>
                  <a:cubicBezTo>
                    <a:pt x="1215" y="1699"/>
                    <a:pt x="1182" y="1674"/>
                    <a:pt x="1172" y="1644"/>
                  </a:cubicBezTo>
                  <a:cubicBezTo>
                    <a:pt x="1154" y="1591"/>
                    <a:pt x="1173" y="1538"/>
                    <a:pt x="1218" y="1516"/>
                  </a:cubicBezTo>
                  <a:cubicBezTo>
                    <a:pt x="1274" y="1489"/>
                    <a:pt x="1318" y="1522"/>
                    <a:pt x="1319" y="1590"/>
                  </a:cubicBezTo>
                  <a:moveTo>
                    <a:pt x="1436" y="1327"/>
                  </a:moveTo>
                  <a:cubicBezTo>
                    <a:pt x="1418" y="1366"/>
                    <a:pt x="1390" y="1373"/>
                    <a:pt x="1357" y="1345"/>
                  </a:cubicBezTo>
                  <a:cubicBezTo>
                    <a:pt x="1339" y="1330"/>
                    <a:pt x="1319" y="1303"/>
                    <a:pt x="1320" y="1282"/>
                  </a:cubicBezTo>
                  <a:cubicBezTo>
                    <a:pt x="1322" y="1235"/>
                    <a:pt x="1334" y="1188"/>
                    <a:pt x="1346" y="1142"/>
                  </a:cubicBezTo>
                  <a:cubicBezTo>
                    <a:pt x="1354" y="1109"/>
                    <a:pt x="1382" y="1095"/>
                    <a:pt x="1413" y="1094"/>
                  </a:cubicBezTo>
                  <a:cubicBezTo>
                    <a:pt x="1442" y="1093"/>
                    <a:pt x="1459" y="1117"/>
                    <a:pt x="1466" y="1158"/>
                  </a:cubicBezTo>
                  <a:cubicBezTo>
                    <a:pt x="1469" y="1173"/>
                    <a:pt x="1469" y="1188"/>
                    <a:pt x="1471" y="1203"/>
                  </a:cubicBezTo>
                  <a:cubicBezTo>
                    <a:pt x="1473" y="1204"/>
                    <a:pt x="1475" y="1205"/>
                    <a:pt x="1477" y="1206"/>
                  </a:cubicBezTo>
                  <a:cubicBezTo>
                    <a:pt x="1464" y="1246"/>
                    <a:pt x="1453" y="1288"/>
                    <a:pt x="1436" y="1327"/>
                  </a:cubicBezTo>
                  <a:moveTo>
                    <a:pt x="1473" y="823"/>
                  </a:moveTo>
                  <a:cubicBezTo>
                    <a:pt x="1489" y="808"/>
                    <a:pt x="1525" y="800"/>
                    <a:pt x="1544" y="807"/>
                  </a:cubicBezTo>
                  <a:cubicBezTo>
                    <a:pt x="1562" y="815"/>
                    <a:pt x="1571" y="847"/>
                    <a:pt x="1583" y="869"/>
                  </a:cubicBezTo>
                  <a:cubicBezTo>
                    <a:pt x="1572" y="927"/>
                    <a:pt x="1562" y="981"/>
                    <a:pt x="1517" y="1019"/>
                  </a:cubicBezTo>
                  <a:cubicBezTo>
                    <a:pt x="1496" y="1037"/>
                    <a:pt x="1473" y="1059"/>
                    <a:pt x="1442" y="1046"/>
                  </a:cubicBezTo>
                  <a:cubicBezTo>
                    <a:pt x="1410" y="1032"/>
                    <a:pt x="1402" y="1000"/>
                    <a:pt x="1402" y="967"/>
                  </a:cubicBezTo>
                  <a:cubicBezTo>
                    <a:pt x="1401" y="907"/>
                    <a:pt x="1432" y="861"/>
                    <a:pt x="1473" y="823"/>
                  </a:cubicBezTo>
                  <a:moveTo>
                    <a:pt x="1357" y="983"/>
                  </a:moveTo>
                  <a:cubicBezTo>
                    <a:pt x="1364" y="1007"/>
                    <a:pt x="1370" y="1025"/>
                    <a:pt x="1376" y="1044"/>
                  </a:cubicBezTo>
                  <a:cubicBezTo>
                    <a:pt x="1328" y="1073"/>
                    <a:pt x="1303" y="1120"/>
                    <a:pt x="1294" y="1170"/>
                  </a:cubicBezTo>
                  <a:cubicBezTo>
                    <a:pt x="1284" y="1223"/>
                    <a:pt x="1287" y="1278"/>
                    <a:pt x="1284" y="1333"/>
                  </a:cubicBezTo>
                  <a:cubicBezTo>
                    <a:pt x="1255" y="1296"/>
                    <a:pt x="1225" y="1260"/>
                    <a:pt x="1196" y="1223"/>
                  </a:cubicBezTo>
                  <a:cubicBezTo>
                    <a:pt x="1192" y="1218"/>
                    <a:pt x="1189" y="1212"/>
                    <a:pt x="1188" y="1206"/>
                  </a:cubicBezTo>
                  <a:cubicBezTo>
                    <a:pt x="1179" y="1160"/>
                    <a:pt x="1171" y="1113"/>
                    <a:pt x="1164" y="1066"/>
                  </a:cubicBezTo>
                  <a:cubicBezTo>
                    <a:pt x="1162" y="1053"/>
                    <a:pt x="1163" y="1039"/>
                    <a:pt x="1163" y="1029"/>
                  </a:cubicBezTo>
                  <a:cubicBezTo>
                    <a:pt x="1201" y="1037"/>
                    <a:pt x="1237" y="1050"/>
                    <a:pt x="1273" y="1052"/>
                  </a:cubicBezTo>
                  <a:cubicBezTo>
                    <a:pt x="1315" y="1054"/>
                    <a:pt x="1338" y="1023"/>
                    <a:pt x="1357" y="983"/>
                  </a:cubicBezTo>
                  <a:moveTo>
                    <a:pt x="1465" y="660"/>
                  </a:moveTo>
                  <a:cubicBezTo>
                    <a:pt x="1446" y="691"/>
                    <a:pt x="1419" y="717"/>
                    <a:pt x="1391" y="740"/>
                  </a:cubicBezTo>
                  <a:cubicBezTo>
                    <a:pt x="1373" y="756"/>
                    <a:pt x="1348" y="761"/>
                    <a:pt x="1327" y="740"/>
                  </a:cubicBezTo>
                  <a:cubicBezTo>
                    <a:pt x="1306" y="718"/>
                    <a:pt x="1299" y="675"/>
                    <a:pt x="1315" y="655"/>
                  </a:cubicBezTo>
                  <a:cubicBezTo>
                    <a:pt x="1343" y="621"/>
                    <a:pt x="1378" y="599"/>
                    <a:pt x="1417" y="596"/>
                  </a:cubicBezTo>
                  <a:cubicBezTo>
                    <a:pt x="1462" y="596"/>
                    <a:pt x="1485" y="628"/>
                    <a:pt x="1465" y="660"/>
                  </a:cubicBezTo>
                  <a:moveTo>
                    <a:pt x="1324" y="434"/>
                  </a:moveTo>
                  <a:cubicBezTo>
                    <a:pt x="1334" y="402"/>
                    <a:pt x="1351" y="370"/>
                    <a:pt x="1374" y="345"/>
                  </a:cubicBezTo>
                  <a:cubicBezTo>
                    <a:pt x="1385" y="333"/>
                    <a:pt x="1414" y="333"/>
                    <a:pt x="1435" y="335"/>
                  </a:cubicBezTo>
                  <a:cubicBezTo>
                    <a:pt x="1445" y="336"/>
                    <a:pt x="1453" y="354"/>
                    <a:pt x="1457" y="359"/>
                  </a:cubicBezTo>
                  <a:cubicBezTo>
                    <a:pt x="1453" y="431"/>
                    <a:pt x="1413" y="468"/>
                    <a:pt x="1366" y="500"/>
                  </a:cubicBezTo>
                  <a:cubicBezTo>
                    <a:pt x="1361" y="504"/>
                    <a:pt x="1342" y="499"/>
                    <a:pt x="1340" y="493"/>
                  </a:cubicBezTo>
                  <a:cubicBezTo>
                    <a:pt x="1331" y="474"/>
                    <a:pt x="1318" y="451"/>
                    <a:pt x="1324" y="434"/>
                  </a:cubicBezTo>
                  <a:moveTo>
                    <a:pt x="1339" y="548"/>
                  </a:moveTo>
                  <a:cubicBezTo>
                    <a:pt x="1280" y="618"/>
                    <a:pt x="1256" y="621"/>
                    <a:pt x="1273" y="742"/>
                  </a:cubicBezTo>
                  <a:cubicBezTo>
                    <a:pt x="1246" y="738"/>
                    <a:pt x="1219" y="734"/>
                    <a:pt x="1190" y="730"/>
                  </a:cubicBezTo>
                  <a:cubicBezTo>
                    <a:pt x="1211" y="646"/>
                    <a:pt x="1202" y="566"/>
                    <a:pt x="1141" y="503"/>
                  </a:cubicBezTo>
                  <a:cubicBezTo>
                    <a:pt x="1184" y="481"/>
                    <a:pt x="1230" y="457"/>
                    <a:pt x="1277" y="433"/>
                  </a:cubicBezTo>
                  <a:cubicBezTo>
                    <a:pt x="1280" y="476"/>
                    <a:pt x="1292" y="522"/>
                    <a:pt x="1339" y="548"/>
                  </a:cubicBezTo>
                  <a:moveTo>
                    <a:pt x="1220" y="163"/>
                  </a:moveTo>
                  <a:cubicBezTo>
                    <a:pt x="1224" y="120"/>
                    <a:pt x="1247" y="76"/>
                    <a:pt x="1300" y="50"/>
                  </a:cubicBezTo>
                  <a:cubicBezTo>
                    <a:pt x="1326" y="38"/>
                    <a:pt x="1379" y="70"/>
                    <a:pt x="1387" y="104"/>
                  </a:cubicBezTo>
                  <a:cubicBezTo>
                    <a:pt x="1394" y="131"/>
                    <a:pt x="1392" y="158"/>
                    <a:pt x="1368" y="175"/>
                  </a:cubicBezTo>
                  <a:cubicBezTo>
                    <a:pt x="1343" y="193"/>
                    <a:pt x="1318" y="213"/>
                    <a:pt x="1289" y="224"/>
                  </a:cubicBezTo>
                  <a:cubicBezTo>
                    <a:pt x="1251" y="240"/>
                    <a:pt x="1217" y="214"/>
                    <a:pt x="1220" y="163"/>
                  </a:cubicBezTo>
                  <a:moveTo>
                    <a:pt x="1174" y="274"/>
                  </a:moveTo>
                  <a:cubicBezTo>
                    <a:pt x="1187" y="263"/>
                    <a:pt x="1220" y="263"/>
                    <a:pt x="1237" y="271"/>
                  </a:cubicBezTo>
                  <a:cubicBezTo>
                    <a:pt x="1254" y="279"/>
                    <a:pt x="1262" y="305"/>
                    <a:pt x="1274" y="323"/>
                  </a:cubicBezTo>
                  <a:cubicBezTo>
                    <a:pt x="1267" y="388"/>
                    <a:pt x="1189" y="459"/>
                    <a:pt x="1128" y="451"/>
                  </a:cubicBezTo>
                  <a:cubicBezTo>
                    <a:pt x="1118" y="450"/>
                    <a:pt x="1103" y="436"/>
                    <a:pt x="1102" y="427"/>
                  </a:cubicBezTo>
                  <a:cubicBezTo>
                    <a:pt x="1096" y="363"/>
                    <a:pt x="1129" y="313"/>
                    <a:pt x="1174" y="274"/>
                  </a:cubicBezTo>
                  <a:moveTo>
                    <a:pt x="1092" y="724"/>
                  </a:moveTo>
                  <a:cubicBezTo>
                    <a:pt x="1064" y="700"/>
                    <a:pt x="1047" y="668"/>
                    <a:pt x="1042" y="621"/>
                  </a:cubicBezTo>
                  <a:cubicBezTo>
                    <a:pt x="1049" y="604"/>
                    <a:pt x="1056" y="578"/>
                    <a:pt x="1070" y="555"/>
                  </a:cubicBezTo>
                  <a:cubicBezTo>
                    <a:pt x="1083" y="531"/>
                    <a:pt x="1112" y="530"/>
                    <a:pt x="1126" y="553"/>
                  </a:cubicBezTo>
                  <a:cubicBezTo>
                    <a:pt x="1154" y="601"/>
                    <a:pt x="1169" y="653"/>
                    <a:pt x="1149" y="709"/>
                  </a:cubicBezTo>
                  <a:cubicBezTo>
                    <a:pt x="1138" y="737"/>
                    <a:pt x="1114" y="743"/>
                    <a:pt x="1092" y="724"/>
                  </a:cubicBezTo>
                  <a:moveTo>
                    <a:pt x="1173" y="807"/>
                  </a:moveTo>
                  <a:cubicBezTo>
                    <a:pt x="1208" y="768"/>
                    <a:pt x="1252" y="766"/>
                    <a:pt x="1282" y="810"/>
                  </a:cubicBezTo>
                  <a:cubicBezTo>
                    <a:pt x="1304" y="841"/>
                    <a:pt x="1315" y="881"/>
                    <a:pt x="1331" y="917"/>
                  </a:cubicBezTo>
                  <a:cubicBezTo>
                    <a:pt x="1328" y="918"/>
                    <a:pt x="1326" y="919"/>
                    <a:pt x="1323" y="920"/>
                  </a:cubicBezTo>
                  <a:cubicBezTo>
                    <a:pt x="1323" y="922"/>
                    <a:pt x="1323" y="925"/>
                    <a:pt x="1323" y="927"/>
                  </a:cubicBezTo>
                  <a:cubicBezTo>
                    <a:pt x="1316" y="959"/>
                    <a:pt x="1316" y="998"/>
                    <a:pt x="1276" y="1009"/>
                  </a:cubicBezTo>
                  <a:cubicBezTo>
                    <a:pt x="1237" y="1020"/>
                    <a:pt x="1207" y="1000"/>
                    <a:pt x="1181" y="973"/>
                  </a:cubicBezTo>
                  <a:cubicBezTo>
                    <a:pt x="1129" y="918"/>
                    <a:pt x="1127" y="858"/>
                    <a:pt x="1173" y="807"/>
                  </a:cubicBezTo>
                  <a:moveTo>
                    <a:pt x="1096" y="1415"/>
                  </a:moveTo>
                  <a:cubicBezTo>
                    <a:pt x="1069" y="1373"/>
                    <a:pt x="1069" y="1325"/>
                    <a:pt x="1097" y="1284"/>
                  </a:cubicBezTo>
                  <a:cubicBezTo>
                    <a:pt x="1115" y="1257"/>
                    <a:pt x="1144" y="1249"/>
                    <a:pt x="1171" y="1263"/>
                  </a:cubicBezTo>
                  <a:cubicBezTo>
                    <a:pt x="1202" y="1280"/>
                    <a:pt x="1245" y="1346"/>
                    <a:pt x="1246" y="1379"/>
                  </a:cubicBezTo>
                  <a:cubicBezTo>
                    <a:pt x="1247" y="1413"/>
                    <a:pt x="1229" y="1433"/>
                    <a:pt x="1187" y="1446"/>
                  </a:cubicBezTo>
                  <a:cubicBezTo>
                    <a:pt x="1151" y="1457"/>
                    <a:pt x="1116" y="1445"/>
                    <a:pt x="1096" y="1414"/>
                  </a:cubicBezTo>
                  <a:lnTo>
                    <a:pt x="1096" y="1415"/>
                  </a:lnTo>
                  <a:moveTo>
                    <a:pt x="1106" y="1849"/>
                  </a:moveTo>
                  <a:cubicBezTo>
                    <a:pt x="1113" y="1837"/>
                    <a:pt x="1130" y="1831"/>
                    <a:pt x="1142" y="1822"/>
                  </a:cubicBezTo>
                  <a:cubicBezTo>
                    <a:pt x="1151" y="1815"/>
                    <a:pt x="1159" y="1808"/>
                    <a:pt x="1169" y="1801"/>
                  </a:cubicBezTo>
                  <a:cubicBezTo>
                    <a:pt x="1222" y="1817"/>
                    <a:pt x="1238" y="1861"/>
                    <a:pt x="1240" y="1911"/>
                  </a:cubicBezTo>
                  <a:cubicBezTo>
                    <a:pt x="1242" y="1966"/>
                    <a:pt x="1212" y="2004"/>
                    <a:pt x="1166" y="2028"/>
                  </a:cubicBezTo>
                  <a:cubicBezTo>
                    <a:pt x="1157" y="2033"/>
                    <a:pt x="1132" y="2024"/>
                    <a:pt x="1123" y="2014"/>
                  </a:cubicBezTo>
                  <a:cubicBezTo>
                    <a:pt x="1087" y="1977"/>
                    <a:pt x="1079" y="1894"/>
                    <a:pt x="1106" y="1849"/>
                  </a:cubicBezTo>
                  <a:moveTo>
                    <a:pt x="371" y="2620"/>
                  </a:moveTo>
                  <a:cubicBezTo>
                    <a:pt x="354" y="2640"/>
                    <a:pt x="332" y="2657"/>
                    <a:pt x="309" y="2671"/>
                  </a:cubicBezTo>
                  <a:cubicBezTo>
                    <a:pt x="284" y="2686"/>
                    <a:pt x="260" y="2676"/>
                    <a:pt x="242" y="2655"/>
                  </a:cubicBezTo>
                  <a:cubicBezTo>
                    <a:pt x="188" y="2592"/>
                    <a:pt x="209" y="2476"/>
                    <a:pt x="280" y="2433"/>
                  </a:cubicBezTo>
                  <a:cubicBezTo>
                    <a:pt x="292" y="2439"/>
                    <a:pt x="303" y="2446"/>
                    <a:pt x="315" y="2449"/>
                  </a:cubicBezTo>
                  <a:cubicBezTo>
                    <a:pt x="394" y="2471"/>
                    <a:pt x="424" y="2557"/>
                    <a:pt x="371" y="2620"/>
                  </a:cubicBezTo>
                  <a:moveTo>
                    <a:pt x="502" y="2472"/>
                  </a:moveTo>
                  <a:cubicBezTo>
                    <a:pt x="464" y="2471"/>
                    <a:pt x="421" y="2430"/>
                    <a:pt x="421" y="2396"/>
                  </a:cubicBezTo>
                  <a:cubicBezTo>
                    <a:pt x="421" y="2351"/>
                    <a:pt x="464" y="2313"/>
                    <a:pt x="516" y="2313"/>
                  </a:cubicBezTo>
                  <a:cubicBezTo>
                    <a:pt x="550" y="2313"/>
                    <a:pt x="582" y="2359"/>
                    <a:pt x="582" y="2408"/>
                  </a:cubicBezTo>
                  <a:cubicBezTo>
                    <a:pt x="582" y="2445"/>
                    <a:pt x="547" y="2473"/>
                    <a:pt x="502" y="2472"/>
                  </a:cubicBezTo>
                  <a:moveTo>
                    <a:pt x="641" y="2759"/>
                  </a:moveTo>
                  <a:cubicBezTo>
                    <a:pt x="615" y="2794"/>
                    <a:pt x="597" y="2797"/>
                    <a:pt x="557" y="2778"/>
                  </a:cubicBezTo>
                  <a:cubicBezTo>
                    <a:pt x="505" y="2754"/>
                    <a:pt x="489" y="2713"/>
                    <a:pt x="494" y="2654"/>
                  </a:cubicBezTo>
                  <a:cubicBezTo>
                    <a:pt x="479" y="2601"/>
                    <a:pt x="530" y="2580"/>
                    <a:pt x="559" y="2547"/>
                  </a:cubicBezTo>
                  <a:cubicBezTo>
                    <a:pt x="563" y="2543"/>
                    <a:pt x="573" y="2541"/>
                    <a:pt x="580" y="2541"/>
                  </a:cubicBezTo>
                  <a:cubicBezTo>
                    <a:pt x="618" y="2542"/>
                    <a:pt x="676" y="2593"/>
                    <a:pt x="677" y="2630"/>
                  </a:cubicBezTo>
                  <a:cubicBezTo>
                    <a:pt x="678" y="2676"/>
                    <a:pt x="669" y="2720"/>
                    <a:pt x="641" y="2758"/>
                  </a:cubicBezTo>
                  <a:lnTo>
                    <a:pt x="641" y="2759"/>
                  </a:lnTo>
                  <a:moveTo>
                    <a:pt x="903" y="3345"/>
                  </a:moveTo>
                  <a:cubicBezTo>
                    <a:pt x="891" y="3375"/>
                    <a:pt x="869" y="3404"/>
                    <a:pt x="844" y="3424"/>
                  </a:cubicBezTo>
                  <a:cubicBezTo>
                    <a:pt x="796" y="3461"/>
                    <a:pt x="737" y="3436"/>
                    <a:pt x="723" y="3375"/>
                  </a:cubicBezTo>
                  <a:cubicBezTo>
                    <a:pt x="709" y="3319"/>
                    <a:pt x="748" y="3273"/>
                    <a:pt x="816" y="3267"/>
                  </a:cubicBezTo>
                  <a:cubicBezTo>
                    <a:pt x="827" y="3266"/>
                    <a:pt x="838" y="3267"/>
                    <a:pt x="849" y="3267"/>
                  </a:cubicBezTo>
                  <a:cubicBezTo>
                    <a:pt x="907" y="3267"/>
                    <a:pt x="926" y="3292"/>
                    <a:pt x="903" y="3345"/>
                  </a:cubicBezTo>
                  <a:moveTo>
                    <a:pt x="126" y="4250"/>
                  </a:moveTo>
                  <a:cubicBezTo>
                    <a:pt x="115" y="4259"/>
                    <a:pt x="85" y="4256"/>
                    <a:pt x="69" y="4248"/>
                  </a:cubicBezTo>
                  <a:cubicBezTo>
                    <a:pt x="54" y="4240"/>
                    <a:pt x="46" y="4219"/>
                    <a:pt x="36" y="4204"/>
                  </a:cubicBezTo>
                  <a:cubicBezTo>
                    <a:pt x="47" y="4171"/>
                    <a:pt x="53" y="4145"/>
                    <a:pt x="64" y="4121"/>
                  </a:cubicBezTo>
                  <a:cubicBezTo>
                    <a:pt x="72" y="4102"/>
                    <a:pt x="87" y="4095"/>
                    <a:pt x="109" y="4100"/>
                  </a:cubicBezTo>
                  <a:cubicBezTo>
                    <a:pt x="133" y="4105"/>
                    <a:pt x="126" y="4120"/>
                    <a:pt x="128" y="4134"/>
                  </a:cubicBezTo>
                  <a:cubicBezTo>
                    <a:pt x="131" y="4153"/>
                    <a:pt x="141" y="4172"/>
                    <a:pt x="141" y="4191"/>
                  </a:cubicBezTo>
                  <a:cubicBezTo>
                    <a:pt x="141" y="4211"/>
                    <a:pt x="138" y="4238"/>
                    <a:pt x="126" y="4250"/>
                  </a:cubicBezTo>
                  <a:moveTo>
                    <a:pt x="500" y="4663"/>
                  </a:moveTo>
                  <a:cubicBezTo>
                    <a:pt x="497" y="4688"/>
                    <a:pt x="481" y="4712"/>
                    <a:pt x="467" y="4735"/>
                  </a:cubicBezTo>
                  <a:cubicBezTo>
                    <a:pt x="455" y="4753"/>
                    <a:pt x="439" y="4767"/>
                    <a:pt x="412" y="4757"/>
                  </a:cubicBezTo>
                  <a:cubicBezTo>
                    <a:pt x="385" y="4746"/>
                    <a:pt x="369" y="4729"/>
                    <a:pt x="370" y="4699"/>
                  </a:cubicBezTo>
                  <a:cubicBezTo>
                    <a:pt x="370" y="4694"/>
                    <a:pt x="370" y="4688"/>
                    <a:pt x="370" y="4683"/>
                  </a:cubicBezTo>
                  <a:cubicBezTo>
                    <a:pt x="367" y="4682"/>
                    <a:pt x="365" y="4681"/>
                    <a:pt x="363" y="4679"/>
                  </a:cubicBezTo>
                  <a:cubicBezTo>
                    <a:pt x="375" y="4652"/>
                    <a:pt x="381" y="4616"/>
                    <a:pt x="402" y="4599"/>
                  </a:cubicBezTo>
                  <a:cubicBezTo>
                    <a:pt x="417" y="4587"/>
                    <a:pt x="456" y="4593"/>
                    <a:pt x="478" y="4604"/>
                  </a:cubicBezTo>
                  <a:cubicBezTo>
                    <a:pt x="492" y="4612"/>
                    <a:pt x="503" y="4644"/>
                    <a:pt x="500" y="4663"/>
                  </a:cubicBezTo>
                  <a:moveTo>
                    <a:pt x="1563" y="4766"/>
                  </a:moveTo>
                  <a:cubicBezTo>
                    <a:pt x="1595" y="4778"/>
                    <a:pt x="1601" y="4808"/>
                    <a:pt x="1600" y="4851"/>
                  </a:cubicBezTo>
                  <a:cubicBezTo>
                    <a:pt x="1595" y="4901"/>
                    <a:pt x="1567" y="4953"/>
                    <a:pt x="1521" y="4995"/>
                  </a:cubicBezTo>
                  <a:cubicBezTo>
                    <a:pt x="1504" y="5011"/>
                    <a:pt x="1489" y="5001"/>
                    <a:pt x="1482" y="4984"/>
                  </a:cubicBezTo>
                  <a:cubicBezTo>
                    <a:pt x="1467" y="4943"/>
                    <a:pt x="1450" y="4901"/>
                    <a:pt x="1442" y="4858"/>
                  </a:cubicBezTo>
                  <a:cubicBezTo>
                    <a:pt x="1434" y="4814"/>
                    <a:pt x="1521" y="4749"/>
                    <a:pt x="1563" y="4766"/>
                  </a:cubicBezTo>
                  <a:moveTo>
                    <a:pt x="1296" y="4973"/>
                  </a:moveTo>
                  <a:cubicBezTo>
                    <a:pt x="1298" y="4958"/>
                    <a:pt x="1299" y="4943"/>
                    <a:pt x="1302" y="4928"/>
                  </a:cubicBezTo>
                  <a:cubicBezTo>
                    <a:pt x="1309" y="4900"/>
                    <a:pt x="1327" y="4889"/>
                    <a:pt x="1355" y="4895"/>
                  </a:cubicBezTo>
                  <a:cubicBezTo>
                    <a:pt x="1394" y="4903"/>
                    <a:pt x="1426" y="4946"/>
                    <a:pt x="1434" y="5001"/>
                  </a:cubicBezTo>
                  <a:cubicBezTo>
                    <a:pt x="1439" y="5040"/>
                    <a:pt x="1420" y="5077"/>
                    <a:pt x="1384" y="5095"/>
                  </a:cubicBezTo>
                  <a:cubicBezTo>
                    <a:pt x="1348" y="5112"/>
                    <a:pt x="1335" y="5104"/>
                    <a:pt x="1331" y="5065"/>
                  </a:cubicBezTo>
                  <a:cubicBezTo>
                    <a:pt x="1329" y="5052"/>
                    <a:pt x="1322" y="5039"/>
                    <a:pt x="1316" y="5027"/>
                  </a:cubicBezTo>
                  <a:cubicBezTo>
                    <a:pt x="1308" y="5010"/>
                    <a:pt x="1298" y="4994"/>
                    <a:pt x="1289" y="4978"/>
                  </a:cubicBezTo>
                  <a:cubicBezTo>
                    <a:pt x="1291" y="4976"/>
                    <a:pt x="1294" y="4975"/>
                    <a:pt x="1296" y="4973"/>
                  </a:cubicBezTo>
                  <a:moveTo>
                    <a:pt x="1303" y="5181"/>
                  </a:moveTo>
                  <a:cubicBezTo>
                    <a:pt x="1306" y="5180"/>
                    <a:pt x="1310" y="5180"/>
                    <a:pt x="1313" y="5181"/>
                  </a:cubicBezTo>
                  <a:cubicBezTo>
                    <a:pt x="1333" y="5187"/>
                    <a:pt x="1373" y="5249"/>
                    <a:pt x="1371" y="5274"/>
                  </a:cubicBezTo>
                  <a:cubicBezTo>
                    <a:pt x="1368" y="5314"/>
                    <a:pt x="1337" y="5352"/>
                    <a:pt x="1310" y="5355"/>
                  </a:cubicBezTo>
                  <a:cubicBezTo>
                    <a:pt x="1295" y="5321"/>
                    <a:pt x="1281" y="5289"/>
                    <a:pt x="1267" y="5258"/>
                  </a:cubicBezTo>
                  <a:cubicBezTo>
                    <a:pt x="1260" y="5242"/>
                    <a:pt x="1286" y="5184"/>
                    <a:pt x="1303" y="5181"/>
                  </a:cubicBezTo>
                  <a:moveTo>
                    <a:pt x="1232" y="5044"/>
                  </a:moveTo>
                  <a:cubicBezTo>
                    <a:pt x="1240" y="5043"/>
                    <a:pt x="1254" y="5054"/>
                    <a:pt x="1257" y="5062"/>
                  </a:cubicBezTo>
                  <a:cubicBezTo>
                    <a:pt x="1265" y="5081"/>
                    <a:pt x="1268" y="5102"/>
                    <a:pt x="1272" y="5122"/>
                  </a:cubicBezTo>
                  <a:cubicBezTo>
                    <a:pt x="1278" y="5160"/>
                    <a:pt x="1202" y="5222"/>
                    <a:pt x="1165" y="5209"/>
                  </a:cubicBezTo>
                  <a:cubicBezTo>
                    <a:pt x="1139" y="5200"/>
                    <a:pt x="1132" y="5180"/>
                    <a:pt x="1134" y="5156"/>
                  </a:cubicBezTo>
                  <a:cubicBezTo>
                    <a:pt x="1129" y="5109"/>
                    <a:pt x="1171" y="5052"/>
                    <a:pt x="1232" y="5044"/>
                  </a:cubicBezTo>
                  <a:moveTo>
                    <a:pt x="1412" y="4649"/>
                  </a:moveTo>
                  <a:cubicBezTo>
                    <a:pt x="1363" y="4658"/>
                    <a:pt x="1322" y="4627"/>
                    <a:pt x="1321" y="4563"/>
                  </a:cubicBezTo>
                  <a:cubicBezTo>
                    <a:pt x="1336" y="4537"/>
                    <a:pt x="1357" y="4496"/>
                    <a:pt x="1384" y="4459"/>
                  </a:cubicBezTo>
                  <a:cubicBezTo>
                    <a:pt x="1389" y="4451"/>
                    <a:pt x="1414" y="4452"/>
                    <a:pt x="1428" y="4457"/>
                  </a:cubicBezTo>
                  <a:cubicBezTo>
                    <a:pt x="1462" y="4467"/>
                    <a:pt x="1502" y="4528"/>
                    <a:pt x="1499" y="4559"/>
                  </a:cubicBezTo>
                  <a:cubicBezTo>
                    <a:pt x="1496" y="4600"/>
                    <a:pt x="1457" y="4640"/>
                    <a:pt x="1412" y="4649"/>
                  </a:cubicBezTo>
                  <a:moveTo>
                    <a:pt x="1850" y="3571"/>
                  </a:moveTo>
                  <a:cubicBezTo>
                    <a:pt x="1858" y="3540"/>
                    <a:pt x="1883" y="3521"/>
                    <a:pt x="1916" y="3522"/>
                  </a:cubicBezTo>
                  <a:cubicBezTo>
                    <a:pt x="1948" y="3524"/>
                    <a:pt x="1964" y="3549"/>
                    <a:pt x="1971" y="3578"/>
                  </a:cubicBezTo>
                  <a:cubicBezTo>
                    <a:pt x="1976" y="3597"/>
                    <a:pt x="1977" y="3618"/>
                    <a:pt x="1979" y="3636"/>
                  </a:cubicBezTo>
                  <a:cubicBezTo>
                    <a:pt x="1976" y="3657"/>
                    <a:pt x="1976" y="3676"/>
                    <a:pt x="1972" y="3694"/>
                  </a:cubicBezTo>
                  <a:cubicBezTo>
                    <a:pt x="1964" y="3732"/>
                    <a:pt x="1933" y="3759"/>
                    <a:pt x="1901" y="3756"/>
                  </a:cubicBezTo>
                  <a:cubicBezTo>
                    <a:pt x="1871" y="3754"/>
                    <a:pt x="1835" y="3720"/>
                    <a:pt x="1835" y="3686"/>
                  </a:cubicBezTo>
                  <a:cubicBezTo>
                    <a:pt x="1836" y="3647"/>
                    <a:pt x="1842" y="3608"/>
                    <a:pt x="1850" y="3571"/>
                  </a:cubicBezTo>
                  <a:moveTo>
                    <a:pt x="1749" y="3357"/>
                  </a:moveTo>
                  <a:cubicBezTo>
                    <a:pt x="1751" y="3308"/>
                    <a:pt x="1773" y="3272"/>
                    <a:pt x="1801" y="3272"/>
                  </a:cubicBezTo>
                  <a:cubicBezTo>
                    <a:pt x="1843" y="3272"/>
                    <a:pt x="1898" y="3304"/>
                    <a:pt x="1898" y="3329"/>
                  </a:cubicBezTo>
                  <a:cubicBezTo>
                    <a:pt x="1898" y="3372"/>
                    <a:pt x="1848" y="3429"/>
                    <a:pt x="1811" y="3427"/>
                  </a:cubicBezTo>
                  <a:cubicBezTo>
                    <a:pt x="1777" y="3425"/>
                    <a:pt x="1748" y="3393"/>
                    <a:pt x="1749" y="3357"/>
                  </a:cubicBezTo>
                  <a:moveTo>
                    <a:pt x="1834" y="3820"/>
                  </a:moveTo>
                  <a:cubicBezTo>
                    <a:pt x="1855" y="3837"/>
                    <a:pt x="1857" y="3864"/>
                    <a:pt x="1844" y="3889"/>
                  </a:cubicBezTo>
                  <a:cubicBezTo>
                    <a:pt x="1830" y="3915"/>
                    <a:pt x="1811" y="3928"/>
                    <a:pt x="1781" y="3924"/>
                  </a:cubicBezTo>
                  <a:cubicBezTo>
                    <a:pt x="1762" y="3921"/>
                    <a:pt x="1742" y="3919"/>
                    <a:pt x="1724" y="3913"/>
                  </a:cubicBezTo>
                  <a:cubicBezTo>
                    <a:pt x="1691" y="3901"/>
                    <a:pt x="1669" y="3861"/>
                    <a:pt x="1675" y="3830"/>
                  </a:cubicBezTo>
                  <a:cubicBezTo>
                    <a:pt x="1680" y="3806"/>
                    <a:pt x="1718" y="3782"/>
                    <a:pt x="1752" y="3782"/>
                  </a:cubicBezTo>
                  <a:cubicBezTo>
                    <a:pt x="1753" y="3779"/>
                    <a:pt x="1755" y="3776"/>
                    <a:pt x="1756" y="3774"/>
                  </a:cubicBezTo>
                  <a:cubicBezTo>
                    <a:pt x="1783" y="3789"/>
                    <a:pt x="1811" y="3801"/>
                    <a:pt x="1834" y="3820"/>
                  </a:cubicBezTo>
                  <a:moveTo>
                    <a:pt x="1624" y="3687"/>
                  </a:moveTo>
                  <a:cubicBezTo>
                    <a:pt x="1632" y="3666"/>
                    <a:pt x="1646" y="3628"/>
                    <a:pt x="1662" y="3590"/>
                  </a:cubicBezTo>
                  <a:cubicBezTo>
                    <a:pt x="1671" y="3569"/>
                    <a:pt x="1680" y="3547"/>
                    <a:pt x="1694" y="3528"/>
                  </a:cubicBezTo>
                  <a:cubicBezTo>
                    <a:pt x="1700" y="3521"/>
                    <a:pt x="1720" y="3515"/>
                    <a:pt x="1728" y="3519"/>
                  </a:cubicBezTo>
                  <a:cubicBezTo>
                    <a:pt x="1742" y="3526"/>
                    <a:pt x="1758" y="3540"/>
                    <a:pt x="1760" y="3554"/>
                  </a:cubicBezTo>
                  <a:cubicBezTo>
                    <a:pt x="1770" y="3602"/>
                    <a:pt x="1777" y="3650"/>
                    <a:pt x="1758" y="3698"/>
                  </a:cubicBezTo>
                  <a:cubicBezTo>
                    <a:pt x="1743" y="3733"/>
                    <a:pt x="1710" y="3734"/>
                    <a:pt x="1682" y="3746"/>
                  </a:cubicBezTo>
                  <a:cubicBezTo>
                    <a:pt x="1642" y="3763"/>
                    <a:pt x="1624" y="3752"/>
                    <a:pt x="1624" y="3687"/>
                  </a:cubicBezTo>
                  <a:moveTo>
                    <a:pt x="1663" y="4115"/>
                  </a:moveTo>
                  <a:cubicBezTo>
                    <a:pt x="1669" y="4083"/>
                    <a:pt x="1677" y="4050"/>
                    <a:pt x="1695" y="4024"/>
                  </a:cubicBezTo>
                  <a:cubicBezTo>
                    <a:pt x="1707" y="4005"/>
                    <a:pt x="1736" y="3997"/>
                    <a:pt x="1759" y="3988"/>
                  </a:cubicBezTo>
                  <a:cubicBezTo>
                    <a:pt x="1762" y="3987"/>
                    <a:pt x="1774" y="4007"/>
                    <a:pt x="1778" y="4012"/>
                  </a:cubicBezTo>
                  <a:cubicBezTo>
                    <a:pt x="1772" y="4069"/>
                    <a:pt x="1761" y="4115"/>
                    <a:pt x="1726" y="4151"/>
                  </a:cubicBezTo>
                  <a:cubicBezTo>
                    <a:pt x="1711" y="4166"/>
                    <a:pt x="1692" y="4174"/>
                    <a:pt x="1677" y="4159"/>
                  </a:cubicBezTo>
                  <a:cubicBezTo>
                    <a:pt x="1667" y="4149"/>
                    <a:pt x="1660" y="4128"/>
                    <a:pt x="1663" y="4115"/>
                  </a:cubicBezTo>
                  <a:moveTo>
                    <a:pt x="1729" y="4333"/>
                  </a:moveTo>
                  <a:cubicBezTo>
                    <a:pt x="1754" y="4328"/>
                    <a:pt x="1774" y="4347"/>
                    <a:pt x="1767" y="4371"/>
                  </a:cubicBezTo>
                  <a:cubicBezTo>
                    <a:pt x="1746" y="4438"/>
                    <a:pt x="1723" y="4505"/>
                    <a:pt x="1695" y="4569"/>
                  </a:cubicBezTo>
                  <a:cubicBezTo>
                    <a:pt x="1683" y="4597"/>
                    <a:pt x="1653" y="4608"/>
                    <a:pt x="1620" y="4605"/>
                  </a:cubicBezTo>
                  <a:cubicBezTo>
                    <a:pt x="1580" y="4602"/>
                    <a:pt x="1569" y="4590"/>
                    <a:pt x="1571" y="4550"/>
                  </a:cubicBezTo>
                  <a:cubicBezTo>
                    <a:pt x="1568" y="4548"/>
                    <a:pt x="1565" y="4547"/>
                    <a:pt x="1562" y="4546"/>
                  </a:cubicBezTo>
                  <a:cubicBezTo>
                    <a:pt x="1582" y="4495"/>
                    <a:pt x="1599" y="4443"/>
                    <a:pt x="1623" y="4394"/>
                  </a:cubicBezTo>
                  <a:cubicBezTo>
                    <a:pt x="1643" y="4351"/>
                    <a:pt x="1687" y="4340"/>
                    <a:pt x="1729" y="4333"/>
                  </a:cubicBezTo>
                  <a:moveTo>
                    <a:pt x="1626" y="4081"/>
                  </a:moveTo>
                  <a:cubicBezTo>
                    <a:pt x="1621" y="4107"/>
                    <a:pt x="1618" y="4124"/>
                    <a:pt x="1615" y="4141"/>
                  </a:cubicBezTo>
                  <a:lnTo>
                    <a:pt x="1578" y="4141"/>
                  </a:lnTo>
                  <a:cubicBezTo>
                    <a:pt x="1594" y="4121"/>
                    <a:pt x="1607" y="4104"/>
                    <a:pt x="1626" y="4081"/>
                  </a:cubicBezTo>
                  <a:moveTo>
                    <a:pt x="1604" y="4189"/>
                  </a:moveTo>
                  <a:cubicBezTo>
                    <a:pt x="1634" y="4183"/>
                    <a:pt x="1655" y="4202"/>
                    <a:pt x="1650" y="4232"/>
                  </a:cubicBezTo>
                  <a:cubicBezTo>
                    <a:pt x="1643" y="4272"/>
                    <a:pt x="1616" y="4297"/>
                    <a:pt x="1581" y="4312"/>
                  </a:cubicBezTo>
                  <a:cubicBezTo>
                    <a:pt x="1558" y="4322"/>
                    <a:pt x="1534" y="4304"/>
                    <a:pt x="1535" y="4279"/>
                  </a:cubicBezTo>
                  <a:cubicBezTo>
                    <a:pt x="1535" y="4240"/>
                    <a:pt x="1569" y="4197"/>
                    <a:pt x="1604" y="4189"/>
                  </a:cubicBezTo>
                  <a:moveTo>
                    <a:pt x="1455" y="4314"/>
                  </a:moveTo>
                  <a:cubicBezTo>
                    <a:pt x="1457" y="4300"/>
                    <a:pt x="1477" y="4289"/>
                    <a:pt x="1492" y="4272"/>
                  </a:cubicBezTo>
                  <a:cubicBezTo>
                    <a:pt x="1497" y="4332"/>
                    <a:pt x="1530" y="4356"/>
                    <a:pt x="1579" y="4358"/>
                  </a:cubicBezTo>
                  <a:cubicBezTo>
                    <a:pt x="1563" y="4404"/>
                    <a:pt x="1547" y="4449"/>
                    <a:pt x="1530" y="4496"/>
                  </a:cubicBezTo>
                  <a:cubicBezTo>
                    <a:pt x="1494" y="4457"/>
                    <a:pt x="1469" y="4407"/>
                    <a:pt x="1401" y="4409"/>
                  </a:cubicBezTo>
                  <a:cubicBezTo>
                    <a:pt x="1438" y="4382"/>
                    <a:pt x="1452" y="4352"/>
                    <a:pt x="1455" y="4314"/>
                  </a:cubicBezTo>
                  <a:moveTo>
                    <a:pt x="1304" y="4347"/>
                  </a:moveTo>
                  <a:cubicBezTo>
                    <a:pt x="1308" y="4314"/>
                    <a:pt x="1362" y="4288"/>
                    <a:pt x="1390" y="4306"/>
                  </a:cubicBezTo>
                  <a:cubicBezTo>
                    <a:pt x="1398" y="4311"/>
                    <a:pt x="1402" y="4321"/>
                    <a:pt x="1413" y="4337"/>
                  </a:cubicBezTo>
                  <a:cubicBezTo>
                    <a:pt x="1397" y="4350"/>
                    <a:pt x="1385" y="4369"/>
                    <a:pt x="1370" y="4371"/>
                  </a:cubicBezTo>
                  <a:cubicBezTo>
                    <a:pt x="1350" y="4375"/>
                    <a:pt x="1327" y="4366"/>
                    <a:pt x="1306" y="4361"/>
                  </a:cubicBezTo>
                  <a:cubicBezTo>
                    <a:pt x="1304" y="4361"/>
                    <a:pt x="1303" y="4352"/>
                    <a:pt x="1304" y="4347"/>
                  </a:cubicBezTo>
                  <a:moveTo>
                    <a:pt x="1156" y="3608"/>
                  </a:moveTo>
                  <a:cubicBezTo>
                    <a:pt x="1158" y="3608"/>
                    <a:pt x="1159" y="3611"/>
                    <a:pt x="1161" y="3612"/>
                  </a:cubicBezTo>
                  <a:cubicBezTo>
                    <a:pt x="1241" y="3664"/>
                    <a:pt x="1205" y="3682"/>
                    <a:pt x="1160" y="3727"/>
                  </a:cubicBezTo>
                  <a:cubicBezTo>
                    <a:pt x="1156" y="3731"/>
                    <a:pt x="1151" y="3736"/>
                    <a:pt x="1145" y="3739"/>
                  </a:cubicBezTo>
                  <a:cubicBezTo>
                    <a:pt x="1127" y="3746"/>
                    <a:pt x="1109" y="3752"/>
                    <a:pt x="1092" y="3758"/>
                  </a:cubicBezTo>
                  <a:cubicBezTo>
                    <a:pt x="1087" y="3741"/>
                    <a:pt x="1081" y="3725"/>
                    <a:pt x="1077" y="3708"/>
                  </a:cubicBezTo>
                  <a:cubicBezTo>
                    <a:pt x="1073" y="3687"/>
                    <a:pt x="1070" y="3667"/>
                    <a:pt x="1067" y="3647"/>
                  </a:cubicBezTo>
                  <a:cubicBezTo>
                    <a:pt x="1065" y="3645"/>
                    <a:pt x="1063" y="3644"/>
                    <a:pt x="1061" y="3642"/>
                  </a:cubicBezTo>
                  <a:cubicBezTo>
                    <a:pt x="1073" y="3625"/>
                    <a:pt x="1083" y="3600"/>
                    <a:pt x="1099" y="3593"/>
                  </a:cubicBezTo>
                  <a:cubicBezTo>
                    <a:pt x="1114" y="3587"/>
                    <a:pt x="1137" y="3602"/>
                    <a:pt x="1156" y="3608"/>
                  </a:cubicBezTo>
                  <a:moveTo>
                    <a:pt x="934" y="2346"/>
                  </a:moveTo>
                  <a:cubicBezTo>
                    <a:pt x="905" y="2314"/>
                    <a:pt x="893" y="2275"/>
                    <a:pt x="892" y="2243"/>
                  </a:cubicBezTo>
                  <a:cubicBezTo>
                    <a:pt x="892" y="2176"/>
                    <a:pt x="922" y="2153"/>
                    <a:pt x="976" y="2169"/>
                  </a:cubicBezTo>
                  <a:cubicBezTo>
                    <a:pt x="1025" y="2184"/>
                    <a:pt x="1073" y="2202"/>
                    <a:pt x="1085" y="2260"/>
                  </a:cubicBezTo>
                  <a:cubicBezTo>
                    <a:pt x="1088" y="2278"/>
                    <a:pt x="1090" y="2299"/>
                    <a:pt x="1085" y="2317"/>
                  </a:cubicBezTo>
                  <a:cubicBezTo>
                    <a:pt x="1076" y="2350"/>
                    <a:pt x="1055" y="2377"/>
                    <a:pt x="1020" y="2383"/>
                  </a:cubicBezTo>
                  <a:cubicBezTo>
                    <a:pt x="985" y="2388"/>
                    <a:pt x="956" y="2372"/>
                    <a:pt x="933" y="2346"/>
                  </a:cubicBezTo>
                  <a:lnTo>
                    <a:pt x="934" y="2346"/>
                  </a:lnTo>
                  <a:moveTo>
                    <a:pt x="1114" y="2550"/>
                  </a:moveTo>
                  <a:cubicBezTo>
                    <a:pt x="1159" y="2546"/>
                    <a:pt x="1194" y="2589"/>
                    <a:pt x="1193" y="2645"/>
                  </a:cubicBezTo>
                  <a:cubicBezTo>
                    <a:pt x="1192" y="2707"/>
                    <a:pt x="1146" y="2768"/>
                    <a:pt x="1100" y="2769"/>
                  </a:cubicBezTo>
                  <a:cubicBezTo>
                    <a:pt x="1036" y="2770"/>
                    <a:pt x="997" y="2728"/>
                    <a:pt x="997" y="2659"/>
                  </a:cubicBezTo>
                  <a:cubicBezTo>
                    <a:pt x="996" y="2587"/>
                    <a:pt x="1048" y="2556"/>
                    <a:pt x="1114" y="2550"/>
                  </a:cubicBezTo>
                  <a:moveTo>
                    <a:pt x="696" y="2481"/>
                  </a:moveTo>
                  <a:cubicBezTo>
                    <a:pt x="708" y="2463"/>
                    <a:pt x="715" y="2437"/>
                    <a:pt x="730" y="2431"/>
                  </a:cubicBezTo>
                  <a:cubicBezTo>
                    <a:pt x="743" y="2426"/>
                    <a:pt x="768" y="2439"/>
                    <a:pt x="781" y="2451"/>
                  </a:cubicBezTo>
                  <a:cubicBezTo>
                    <a:pt x="800" y="2467"/>
                    <a:pt x="814" y="2489"/>
                    <a:pt x="826" y="2510"/>
                  </a:cubicBezTo>
                  <a:cubicBezTo>
                    <a:pt x="842" y="2540"/>
                    <a:pt x="828" y="2578"/>
                    <a:pt x="801" y="2592"/>
                  </a:cubicBezTo>
                  <a:cubicBezTo>
                    <a:pt x="778" y="2604"/>
                    <a:pt x="748" y="2593"/>
                    <a:pt x="731" y="2562"/>
                  </a:cubicBezTo>
                  <a:cubicBezTo>
                    <a:pt x="717" y="2539"/>
                    <a:pt x="709" y="2512"/>
                    <a:pt x="696" y="2481"/>
                  </a:cubicBezTo>
                  <a:moveTo>
                    <a:pt x="724" y="2626"/>
                  </a:moveTo>
                  <a:cubicBezTo>
                    <a:pt x="751" y="2631"/>
                    <a:pt x="777" y="2637"/>
                    <a:pt x="803" y="2642"/>
                  </a:cubicBezTo>
                  <a:cubicBezTo>
                    <a:pt x="785" y="2665"/>
                    <a:pt x="765" y="2691"/>
                    <a:pt x="744" y="2719"/>
                  </a:cubicBezTo>
                  <a:cubicBezTo>
                    <a:pt x="708" y="2692"/>
                    <a:pt x="721" y="2658"/>
                    <a:pt x="724" y="2626"/>
                  </a:cubicBezTo>
                  <a:moveTo>
                    <a:pt x="826" y="3032"/>
                  </a:moveTo>
                  <a:cubicBezTo>
                    <a:pt x="810" y="3070"/>
                    <a:pt x="778" y="3085"/>
                    <a:pt x="743" y="3063"/>
                  </a:cubicBezTo>
                  <a:cubicBezTo>
                    <a:pt x="714" y="3045"/>
                    <a:pt x="686" y="3021"/>
                    <a:pt x="663" y="2994"/>
                  </a:cubicBezTo>
                  <a:cubicBezTo>
                    <a:pt x="634" y="2962"/>
                    <a:pt x="640" y="2942"/>
                    <a:pt x="678" y="2924"/>
                  </a:cubicBezTo>
                  <a:cubicBezTo>
                    <a:pt x="694" y="2916"/>
                    <a:pt x="713" y="2913"/>
                    <a:pt x="730" y="2908"/>
                  </a:cubicBezTo>
                  <a:cubicBezTo>
                    <a:pt x="795" y="2914"/>
                    <a:pt x="848" y="2980"/>
                    <a:pt x="826" y="3032"/>
                  </a:cubicBezTo>
                  <a:moveTo>
                    <a:pt x="832" y="2852"/>
                  </a:moveTo>
                  <a:cubicBezTo>
                    <a:pt x="809" y="2826"/>
                    <a:pt x="789" y="2797"/>
                    <a:pt x="775" y="2766"/>
                  </a:cubicBezTo>
                  <a:cubicBezTo>
                    <a:pt x="765" y="2744"/>
                    <a:pt x="814" y="2678"/>
                    <a:pt x="840" y="2676"/>
                  </a:cubicBezTo>
                  <a:cubicBezTo>
                    <a:pt x="851" y="2676"/>
                    <a:pt x="867" y="2686"/>
                    <a:pt x="872" y="2696"/>
                  </a:cubicBezTo>
                  <a:cubicBezTo>
                    <a:pt x="891" y="2729"/>
                    <a:pt x="908" y="2764"/>
                    <a:pt x="922" y="2800"/>
                  </a:cubicBezTo>
                  <a:cubicBezTo>
                    <a:pt x="941" y="2850"/>
                    <a:pt x="931" y="2863"/>
                    <a:pt x="877" y="2863"/>
                  </a:cubicBezTo>
                  <a:cubicBezTo>
                    <a:pt x="862" y="2860"/>
                    <a:pt x="840" y="2862"/>
                    <a:pt x="832" y="2852"/>
                  </a:cubicBezTo>
                  <a:moveTo>
                    <a:pt x="870" y="2911"/>
                  </a:moveTo>
                  <a:cubicBezTo>
                    <a:pt x="902" y="2902"/>
                    <a:pt x="935" y="2893"/>
                    <a:pt x="970" y="2883"/>
                  </a:cubicBezTo>
                  <a:cubicBezTo>
                    <a:pt x="975" y="2958"/>
                    <a:pt x="981" y="3041"/>
                    <a:pt x="987" y="3130"/>
                  </a:cubicBezTo>
                  <a:cubicBezTo>
                    <a:pt x="982" y="3124"/>
                    <a:pt x="979" y="3122"/>
                    <a:pt x="978" y="3119"/>
                  </a:cubicBezTo>
                  <a:cubicBezTo>
                    <a:pt x="941" y="3048"/>
                    <a:pt x="905" y="2977"/>
                    <a:pt x="870" y="2911"/>
                  </a:cubicBezTo>
                  <a:moveTo>
                    <a:pt x="1007" y="3396"/>
                  </a:moveTo>
                  <a:cubicBezTo>
                    <a:pt x="994" y="3335"/>
                    <a:pt x="981" y="3274"/>
                    <a:pt x="968" y="3212"/>
                  </a:cubicBezTo>
                  <a:cubicBezTo>
                    <a:pt x="969" y="3212"/>
                    <a:pt x="970" y="3211"/>
                    <a:pt x="971" y="3211"/>
                  </a:cubicBezTo>
                  <a:cubicBezTo>
                    <a:pt x="982" y="3239"/>
                    <a:pt x="992" y="3267"/>
                    <a:pt x="1005" y="3293"/>
                  </a:cubicBezTo>
                  <a:cubicBezTo>
                    <a:pt x="1011" y="3306"/>
                    <a:pt x="1025" y="3325"/>
                    <a:pt x="1034" y="3324"/>
                  </a:cubicBezTo>
                  <a:cubicBezTo>
                    <a:pt x="1059" y="3322"/>
                    <a:pt x="1052" y="3299"/>
                    <a:pt x="1050" y="3283"/>
                  </a:cubicBezTo>
                  <a:cubicBezTo>
                    <a:pt x="1039" y="3155"/>
                    <a:pt x="1026" y="3028"/>
                    <a:pt x="1016" y="2900"/>
                  </a:cubicBezTo>
                  <a:cubicBezTo>
                    <a:pt x="1013" y="2865"/>
                    <a:pt x="1015" y="2831"/>
                    <a:pt x="1015" y="2795"/>
                  </a:cubicBezTo>
                  <a:cubicBezTo>
                    <a:pt x="1064" y="2802"/>
                    <a:pt x="1065" y="2806"/>
                    <a:pt x="1062" y="2856"/>
                  </a:cubicBezTo>
                  <a:cubicBezTo>
                    <a:pt x="1056" y="2937"/>
                    <a:pt x="1051" y="3019"/>
                    <a:pt x="1046" y="3100"/>
                  </a:cubicBezTo>
                  <a:cubicBezTo>
                    <a:pt x="1041" y="3185"/>
                    <a:pt x="1060" y="3267"/>
                    <a:pt x="1085" y="3347"/>
                  </a:cubicBezTo>
                  <a:cubicBezTo>
                    <a:pt x="1103" y="3408"/>
                    <a:pt x="1124" y="3469"/>
                    <a:pt x="1121" y="3532"/>
                  </a:cubicBezTo>
                  <a:cubicBezTo>
                    <a:pt x="1097" y="3547"/>
                    <a:pt x="1076" y="3561"/>
                    <a:pt x="1050" y="3577"/>
                  </a:cubicBezTo>
                  <a:cubicBezTo>
                    <a:pt x="1036" y="3517"/>
                    <a:pt x="1021" y="3457"/>
                    <a:pt x="1007" y="3396"/>
                  </a:cubicBezTo>
                  <a:moveTo>
                    <a:pt x="892" y="3676"/>
                  </a:moveTo>
                  <a:cubicBezTo>
                    <a:pt x="901" y="3670"/>
                    <a:pt x="915" y="3666"/>
                    <a:pt x="925" y="3668"/>
                  </a:cubicBezTo>
                  <a:cubicBezTo>
                    <a:pt x="977" y="3678"/>
                    <a:pt x="1018" y="3741"/>
                    <a:pt x="1003" y="3793"/>
                  </a:cubicBezTo>
                  <a:cubicBezTo>
                    <a:pt x="992" y="3828"/>
                    <a:pt x="978" y="3865"/>
                    <a:pt x="957" y="3896"/>
                  </a:cubicBezTo>
                  <a:cubicBezTo>
                    <a:pt x="922" y="3948"/>
                    <a:pt x="868" y="3942"/>
                    <a:pt x="840" y="3886"/>
                  </a:cubicBezTo>
                  <a:cubicBezTo>
                    <a:pt x="828" y="3861"/>
                    <a:pt x="823" y="3834"/>
                    <a:pt x="815" y="3808"/>
                  </a:cubicBezTo>
                  <a:cubicBezTo>
                    <a:pt x="823" y="3750"/>
                    <a:pt x="842" y="3704"/>
                    <a:pt x="892" y="3676"/>
                  </a:cubicBezTo>
                  <a:moveTo>
                    <a:pt x="440" y="3576"/>
                  </a:moveTo>
                  <a:cubicBezTo>
                    <a:pt x="446" y="3575"/>
                    <a:pt x="455" y="3575"/>
                    <a:pt x="458" y="3579"/>
                  </a:cubicBezTo>
                  <a:cubicBezTo>
                    <a:pt x="478" y="3602"/>
                    <a:pt x="503" y="3624"/>
                    <a:pt x="514" y="3652"/>
                  </a:cubicBezTo>
                  <a:cubicBezTo>
                    <a:pt x="534" y="3701"/>
                    <a:pt x="538" y="3754"/>
                    <a:pt x="533" y="3814"/>
                  </a:cubicBezTo>
                  <a:cubicBezTo>
                    <a:pt x="468" y="3776"/>
                    <a:pt x="424" y="3727"/>
                    <a:pt x="394" y="3667"/>
                  </a:cubicBezTo>
                  <a:cubicBezTo>
                    <a:pt x="376" y="3631"/>
                    <a:pt x="401" y="3584"/>
                    <a:pt x="440" y="3576"/>
                  </a:cubicBezTo>
                  <a:moveTo>
                    <a:pt x="402" y="3802"/>
                  </a:moveTo>
                  <a:cubicBezTo>
                    <a:pt x="419" y="3834"/>
                    <a:pt x="408" y="3868"/>
                    <a:pt x="397" y="3899"/>
                  </a:cubicBezTo>
                  <a:cubicBezTo>
                    <a:pt x="394" y="3908"/>
                    <a:pt x="383" y="3917"/>
                    <a:pt x="375" y="3918"/>
                  </a:cubicBezTo>
                  <a:cubicBezTo>
                    <a:pt x="368" y="3919"/>
                    <a:pt x="356" y="3910"/>
                    <a:pt x="353" y="3903"/>
                  </a:cubicBezTo>
                  <a:cubicBezTo>
                    <a:pt x="342" y="3876"/>
                    <a:pt x="333" y="3848"/>
                    <a:pt x="320" y="3812"/>
                  </a:cubicBezTo>
                  <a:cubicBezTo>
                    <a:pt x="335" y="3797"/>
                    <a:pt x="351" y="3781"/>
                    <a:pt x="367" y="3764"/>
                  </a:cubicBezTo>
                  <a:cubicBezTo>
                    <a:pt x="379" y="3777"/>
                    <a:pt x="393" y="3788"/>
                    <a:pt x="402" y="3802"/>
                  </a:cubicBezTo>
                  <a:moveTo>
                    <a:pt x="271" y="3740"/>
                  </a:moveTo>
                  <a:cubicBezTo>
                    <a:pt x="247" y="3761"/>
                    <a:pt x="231" y="3761"/>
                    <a:pt x="215" y="3734"/>
                  </a:cubicBezTo>
                  <a:cubicBezTo>
                    <a:pt x="199" y="3706"/>
                    <a:pt x="191" y="3674"/>
                    <a:pt x="180" y="3647"/>
                  </a:cubicBezTo>
                  <a:cubicBezTo>
                    <a:pt x="189" y="3613"/>
                    <a:pt x="193" y="3587"/>
                    <a:pt x="202" y="3562"/>
                  </a:cubicBezTo>
                  <a:cubicBezTo>
                    <a:pt x="211" y="3539"/>
                    <a:pt x="230" y="3531"/>
                    <a:pt x="252" y="3543"/>
                  </a:cubicBezTo>
                  <a:cubicBezTo>
                    <a:pt x="275" y="3556"/>
                    <a:pt x="297" y="3570"/>
                    <a:pt x="317" y="3585"/>
                  </a:cubicBezTo>
                  <a:cubicBezTo>
                    <a:pt x="323" y="3590"/>
                    <a:pt x="328" y="3600"/>
                    <a:pt x="328" y="3607"/>
                  </a:cubicBezTo>
                  <a:cubicBezTo>
                    <a:pt x="327" y="3659"/>
                    <a:pt x="312" y="3705"/>
                    <a:pt x="271" y="3740"/>
                  </a:cubicBezTo>
                  <a:moveTo>
                    <a:pt x="138" y="3984"/>
                  </a:moveTo>
                  <a:cubicBezTo>
                    <a:pt x="57" y="3984"/>
                    <a:pt x="46" y="3965"/>
                    <a:pt x="86" y="3893"/>
                  </a:cubicBezTo>
                  <a:cubicBezTo>
                    <a:pt x="107" y="3856"/>
                    <a:pt x="141" y="3839"/>
                    <a:pt x="180" y="3842"/>
                  </a:cubicBezTo>
                  <a:cubicBezTo>
                    <a:pt x="216" y="3845"/>
                    <a:pt x="242" y="3870"/>
                    <a:pt x="257" y="3904"/>
                  </a:cubicBezTo>
                  <a:cubicBezTo>
                    <a:pt x="264" y="3920"/>
                    <a:pt x="264" y="3932"/>
                    <a:pt x="245" y="3944"/>
                  </a:cubicBezTo>
                  <a:cubicBezTo>
                    <a:pt x="191" y="3978"/>
                    <a:pt x="179" y="3984"/>
                    <a:pt x="138" y="3984"/>
                  </a:cubicBezTo>
                  <a:moveTo>
                    <a:pt x="328" y="4252"/>
                  </a:moveTo>
                  <a:cubicBezTo>
                    <a:pt x="317" y="4266"/>
                    <a:pt x="290" y="4274"/>
                    <a:pt x="270" y="4276"/>
                  </a:cubicBezTo>
                  <a:cubicBezTo>
                    <a:pt x="245" y="4278"/>
                    <a:pt x="235" y="4257"/>
                    <a:pt x="232" y="4235"/>
                  </a:cubicBezTo>
                  <a:cubicBezTo>
                    <a:pt x="226" y="4191"/>
                    <a:pt x="221" y="4147"/>
                    <a:pt x="216" y="4103"/>
                  </a:cubicBezTo>
                  <a:cubicBezTo>
                    <a:pt x="220" y="4100"/>
                    <a:pt x="225" y="4098"/>
                    <a:pt x="229" y="4095"/>
                  </a:cubicBezTo>
                  <a:cubicBezTo>
                    <a:pt x="263" y="4127"/>
                    <a:pt x="300" y="4157"/>
                    <a:pt x="329" y="4193"/>
                  </a:cubicBezTo>
                  <a:cubicBezTo>
                    <a:pt x="339" y="4205"/>
                    <a:pt x="338" y="4238"/>
                    <a:pt x="328" y="4252"/>
                  </a:cubicBezTo>
                  <a:moveTo>
                    <a:pt x="397" y="4155"/>
                  </a:moveTo>
                  <a:cubicBezTo>
                    <a:pt x="346" y="4126"/>
                    <a:pt x="299" y="4091"/>
                    <a:pt x="252" y="4056"/>
                  </a:cubicBezTo>
                  <a:cubicBezTo>
                    <a:pt x="241" y="4047"/>
                    <a:pt x="233" y="4024"/>
                    <a:pt x="236" y="4010"/>
                  </a:cubicBezTo>
                  <a:cubicBezTo>
                    <a:pt x="239" y="3999"/>
                    <a:pt x="260" y="3989"/>
                    <a:pt x="275" y="3987"/>
                  </a:cubicBezTo>
                  <a:cubicBezTo>
                    <a:pt x="311" y="3981"/>
                    <a:pt x="348" y="3978"/>
                    <a:pt x="385" y="3978"/>
                  </a:cubicBezTo>
                  <a:cubicBezTo>
                    <a:pt x="444" y="3979"/>
                    <a:pt x="497" y="4034"/>
                    <a:pt x="497" y="4090"/>
                  </a:cubicBezTo>
                  <a:cubicBezTo>
                    <a:pt x="497" y="4131"/>
                    <a:pt x="434" y="4176"/>
                    <a:pt x="397" y="4155"/>
                  </a:cubicBezTo>
                  <a:moveTo>
                    <a:pt x="431" y="3945"/>
                  </a:moveTo>
                  <a:cubicBezTo>
                    <a:pt x="439" y="3901"/>
                    <a:pt x="447" y="3859"/>
                    <a:pt x="455" y="3813"/>
                  </a:cubicBezTo>
                  <a:cubicBezTo>
                    <a:pt x="478" y="3830"/>
                    <a:pt x="507" y="3840"/>
                    <a:pt x="490" y="3884"/>
                  </a:cubicBezTo>
                  <a:cubicBezTo>
                    <a:pt x="477" y="3918"/>
                    <a:pt x="501" y="3946"/>
                    <a:pt x="528" y="3968"/>
                  </a:cubicBezTo>
                  <a:cubicBezTo>
                    <a:pt x="549" y="3985"/>
                    <a:pt x="574" y="3999"/>
                    <a:pt x="597" y="4015"/>
                  </a:cubicBezTo>
                  <a:cubicBezTo>
                    <a:pt x="577" y="4030"/>
                    <a:pt x="557" y="4045"/>
                    <a:pt x="535" y="4061"/>
                  </a:cubicBezTo>
                  <a:cubicBezTo>
                    <a:pt x="526" y="3996"/>
                    <a:pt x="479" y="3967"/>
                    <a:pt x="431" y="3945"/>
                  </a:cubicBezTo>
                  <a:moveTo>
                    <a:pt x="597" y="4290"/>
                  </a:moveTo>
                  <a:cubicBezTo>
                    <a:pt x="566" y="4297"/>
                    <a:pt x="540" y="4281"/>
                    <a:pt x="535" y="4249"/>
                  </a:cubicBezTo>
                  <a:cubicBezTo>
                    <a:pt x="526" y="4185"/>
                    <a:pt x="547" y="4129"/>
                    <a:pt x="582" y="4077"/>
                  </a:cubicBezTo>
                  <a:cubicBezTo>
                    <a:pt x="595" y="4057"/>
                    <a:pt x="629" y="4058"/>
                    <a:pt x="652" y="4073"/>
                  </a:cubicBezTo>
                  <a:cubicBezTo>
                    <a:pt x="665" y="4081"/>
                    <a:pt x="682" y="4083"/>
                    <a:pt x="706" y="4091"/>
                  </a:cubicBezTo>
                  <a:cubicBezTo>
                    <a:pt x="734" y="4156"/>
                    <a:pt x="676" y="4272"/>
                    <a:pt x="597" y="4290"/>
                  </a:cubicBezTo>
                  <a:moveTo>
                    <a:pt x="733" y="3983"/>
                  </a:moveTo>
                  <a:cubicBezTo>
                    <a:pt x="666" y="4004"/>
                    <a:pt x="570" y="3959"/>
                    <a:pt x="541" y="3917"/>
                  </a:cubicBezTo>
                  <a:cubicBezTo>
                    <a:pt x="533" y="3907"/>
                    <a:pt x="531" y="3883"/>
                    <a:pt x="538" y="3873"/>
                  </a:cubicBezTo>
                  <a:cubicBezTo>
                    <a:pt x="550" y="3859"/>
                    <a:pt x="571" y="3842"/>
                    <a:pt x="587" y="3843"/>
                  </a:cubicBezTo>
                  <a:cubicBezTo>
                    <a:pt x="628" y="3846"/>
                    <a:pt x="666" y="3864"/>
                    <a:pt x="691" y="3901"/>
                  </a:cubicBezTo>
                  <a:cubicBezTo>
                    <a:pt x="694" y="3906"/>
                    <a:pt x="700" y="3911"/>
                    <a:pt x="705" y="3914"/>
                  </a:cubicBezTo>
                  <a:cubicBezTo>
                    <a:pt x="737" y="3938"/>
                    <a:pt x="739" y="3943"/>
                    <a:pt x="733" y="3983"/>
                  </a:cubicBezTo>
                  <a:moveTo>
                    <a:pt x="704" y="3844"/>
                  </a:moveTo>
                  <a:cubicBezTo>
                    <a:pt x="685" y="3834"/>
                    <a:pt x="665" y="3817"/>
                    <a:pt x="657" y="3798"/>
                  </a:cubicBezTo>
                  <a:cubicBezTo>
                    <a:pt x="638" y="3755"/>
                    <a:pt x="626" y="3709"/>
                    <a:pt x="611" y="3664"/>
                  </a:cubicBezTo>
                  <a:cubicBezTo>
                    <a:pt x="613" y="3663"/>
                    <a:pt x="615" y="3662"/>
                    <a:pt x="618" y="3661"/>
                  </a:cubicBezTo>
                  <a:cubicBezTo>
                    <a:pt x="620" y="3641"/>
                    <a:pt x="622" y="3620"/>
                    <a:pt x="625" y="3600"/>
                  </a:cubicBezTo>
                  <a:cubicBezTo>
                    <a:pt x="630" y="3574"/>
                    <a:pt x="649" y="3566"/>
                    <a:pt x="673" y="3578"/>
                  </a:cubicBezTo>
                  <a:cubicBezTo>
                    <a:pt x="739" y="3612"/>
                    <a:pt x="788" y="3706"/>
                    <a:pt x="777" y="3780"/>
                  </a:cubicBezTo>
                  <a:cubicBezTo>
                    <a:pt x="776" y="3788"/>
                    <a:pt x="775" y="3796"/>
                    <a:pt x="775" y="3803"/>
                  </a:cubicBezTo>
                  <a:cubicBezTo>
                    <a:pt x="771" y="3852"/>
                    <a:pt x="746" y="3868"/>
                    <a:pt x="704" y="3844"/>
                  </a:cubicBezTo>
                  <a:moveTo>
                    <a:pt x="751" y="4176"/>
                  </a:moveTo>
                  <a:cubicBezTo>
                    <a:pt x="753" y="4152"/>
                    <a:pt x="756" y="4130"/>
                    <a:pt x="759" y="4102"/>
                  </a:cubicBezTo>
                  <a:cubicBezTo>
                    <a:pt x="773" y="4117"/>
                    <a:pt x="784" y="4129"/>
                    <a:pt x="797" y="4142"/>
                  </a:cubicBezTo>
                  <a:cubicBezTo>
                    <a:pt x="780" y="4155"/>
                    <a:pt x="766" y="4165"/>
                    <a:pt x="751" y="4176"/>
                  </a:cubicBezTo>
                  <a:moveTo>
                    <a:pt x="776" y="4274"/>
                  </a:moveTo>
                  <a:cubicBezTo>
                    <a:pt x="768" y="4266"/>
                    <a:pt x="767" y="4244"/>
                    <a:pt x="772" y="4233"/>
                  </a:cubicBezTo>
                  <a:cubicBezTo>
                    <a:pt x="775" y="4226"/>
                    <a:pt x="796" y="4222"/>
                    <a:pt x="808" y="4224"/>
                  </a:cubicBezTo>
                  <a:cubicBezTo>
                    <a:pt x="872" y="4235"/>
                    <a:pt x="908" y="4278"/>
                    <a:pt x="935" y="4337"/>
                  </a:cubicBezTo>
                  <a:cubicBezTo>
                    <a:pt x="871" y="4339"/>
                    <a:pt x="819" y="4317"/>
                    <a:pt x="776" y="4274"/>
                  </a:cubicBezTo>
                  <a:moveTo>
                    <a:pt x="829" y="4045"/>
                  </a:moveTo>
                  <a:cubicBezTo>
                    <a:pt x="812" y="4023"/>
                    <a:pt x="806" y="3992"/>
                    <a:pt x="795" y="3966"/>
                  </a:cubicBezTo>
                  <a:cubicBezTo>
                    <a:pt x="786" y="3943"/>
                    <a:pt x="776" y="3921"/>
                    <a:pt x="764" y="3895"/>
                  </a:cubicBezTo>
                  <a:cubicBezTo>
                    <a:pt x="771" y="3891"/>
                    <a:pt x="779" y="3887"/>
                    <a:pt x="787" y="3883"/>
                  </a:cubicBezTo>
                  <a:cubicBezTo>
                    <a:pt x="880" y="4014"/>
                    <a:pt x="956" y="4004"/>
                    <a:pt x="1034" y="3850"/>
                  </a:cubicBezTo>
                  <a:cubicBezTo>
                    <a:pt x="1043" y="4012"/>
                    <a:pt x="1052" y="4170"/>
                    <a:pt x="1062" y="4335"/>
                  </a:cubicBezTo>
                  <a:cubicBezTo>
                    <a:pt x="1039" y="4303"/>
                    <a:pt x="1021" y="4276"/>
                    <a:pt x="999" y="4250"/>
                  </a:cubicBezTo>
                  <a:cubicBezTo>
                    <a:pt x="943" y="4181"/>
                    <a:pt x="883" y="4115"/>
                    <a:pt x="829" y="4045"/>
                  </a:cubicBezTo>
                  <a:moveTo>
                    <a:pt x="936" y="5116"/>
                  </a:moveTo>
                  <a:cubicBezTo>
                    <a:pt x="981" y="5116"/>
                    <a:pt x="1020" y="5156"/>
                    <a:pt x="1020" y="5202"/>
                  </a:cubicBezTo>
                  <a:cubicBezTo>
                    <a:pt x="1020" y="5249"/>
                    <a:pt x="983" y="5286"/>
                    <a:pt x="934" y="5286"/>
                  </a:cubicBezTo>
                  <a:cubicBezTo>
                    <a:pt x="888" y="5286"/>
                    <a:pt x="849" y="5248"/>
                    <a:pt x="848" y="5202"/>
                  </a:cubicBezTo>
                  <a:cubicBezTo>
                    <a:pt x="847" y="5156"/>
                    <a:pt x="888" y="5116"/>
                    <a:pt x="936" y="5115"/>
                  </a:cubicBezTo>
                  <a:lnTo>
                    <a:pt x="936" y="5116"/>
                  </a:lnTo>
                  <a:moveTo>
                    <a:pt x="884" y="4663"/>
                  </a:moveTo>
                  <a:cubicBezTo>
                    <a:pt x="934" y="4665"/>
                    <a:pt x="959" y="4684"/>
                    <a:pt x="958" y="4721"/>
                  </a:cubicBezTo>
                  <a:cubicBezTo>
                    <a:pt x="957" y="4753"/>
                    <a:pt x="934" y="4788"/>
                    <a:pt x="913" y="4787"/>
                  </a:cubicBezTo>
                  <a:cubicBezTo>
                    <a:pt x="864" y="4786"/>
                    <a:pt x="839" y="4762"/>
                    <a:pt x="840" y="4717"/>
                  </a:cubicBezTo>
                  <a:cubicBezTo>
                    <a:pt x="841" y="4671"/>
                    <a:pt x="848" y="4662"/>
                    <a:pt x="884" y="4663"/>
                  </a:cubicBezTo>
                  <a:moveTo>
                    <a:pt x="783" y="4735"/>
                  </a:moveTo>
                  <a:cubicBezTo>
                    <a:pt x="799" y="4758"/>
                    <a:pt x="810" y="4774"/>
                    <a:pt x="821" y="4789"/>
                  </a:cubicBezTo>
                  <a:cubicBezTo>
                    <a:pt x="803" y="4804"/>
                    <a:pt x="786" y="4818"/>
                    <a:pt x="767" y="4833"/>
                  </a:cubicBezTo>
                  <a:cubicBezTo>
                    <a:pt x="772" y="4802"/>
                    <a:pt x="777" y="4774"/>
                    <a:pt x="783" y="4735"/>
                  </a:cubicBezTo>
                  <a:moveTo>
                    <a:pt x="803" y="4853"/>
                  </a:moveTo>
                  <a:cubicBezTo>
                    <a:pt x="814" y="4833"/>
                    <a:pt x="841" y="4835"/>
                    <a:pt x="849" y="4857"/>
                  </a:cubicBezTo>
                  <a:cubicBezTo>
                    <a:pt x="858" y="4881"/>
                    <a:pt x="861" y="4907"/>
                    <a:pt x="866" y="4932"/>
                  </a:cubicBezTo>
                  <a:cubicBezTo>
                    <a:pt x="860" y="4985"/>
                    <a:pt x="852" y="5035"/>
                    <a:pt x="818" y="5077"/>
                  </a:cubicBezTo>
                  <a:cubicBezTo>
                    <a:pt x="798" y="5101"/>
                    <a:pt x="781" y="5098"/>
                    <a:pt x="772" y="5068"/>
                  </a:cubicBezTo>
                  <a:cubicBezTo>
                    <a:pt x="747" y="4992"/>
                    <a:pt x="766" y="4920"/>
                    <a:pt x="803" y="4853"/>
                  </a:cubicBezTo>
                  <a:moveTo>
                    <a:pt x="563" y="4448"/>
                  </a:moveTo>
                  <a:cubicBezTo>
                    <a:pt x="585" y="4424"/>
                    <a:pt x="607" y="4406"/>
                    <a:pt x="642" y="4420"/>
                  </a:cubicBezTo>
                  <a:cubicBezTo>
                    <a:pt x="679" y="4435"/>
                    <a:pt x="705" y="4458"/>
                    <a:pt x="709" y="4499"/>
                  </a:cubicBezTo>
                  <a:cubicBezTo>
                    <a:pt x="710" y="4506"/>
                    <a:pt x="709" y="4512"/>
                    <a:pt x="709" y="4519"/>
                  </a:cubicBezTo>
                  <a:cubicBezTo>
                    <a:pt x="708" y="4558"/>
                    <a:pt x="702" y="4596"/>
                    <a:pt x="673" y="4627"/>
                  </a:cubicBezTo>
                  <a:cubicBezTo>
                    <a:pt x="654" y="4647"/>
                    <a:pt x="631" y="4654"/>
                    <a:pt x="605" y="4642"/>
                  </a:cubicBezTo>
                  <a:cubicBezTo>
                    <a:pt x="538" y="4614"/>
                    <a:pt x="515" y="4502"/>
                    <a:pt x="563" y="4448"/>
                  </a:cubicBezTo>
                  <a:moveTo>
                    <a:pt x="560" y="4825"/>
                  </a:moveTo>
                  <a:cubicBezTo>
                    <a:pt x="553" y="4773"/>
                    <a:pt x="571" y="4738"/>
                    <a:pt x="618" y="4713"/>
                  </a:cubicBezTo>
                  <a:cubicBezTo>
                    <a:pt x="637" y="4703"/>
                    <a:pt x="659" y="4692"/>
                    <a:pt x="679" y="4692"/>
                  </a:cubicBezTo>
                  <a:cubicBezTo>
                    <a:pt x="718" y="4692"/>
                    <a:pt x="736" y="4716"/>
                    <a:pt x="736" y="4755"/>
                  </a:cubicBezTo>
                  <a:cubicBezTo>
                    <a:pt x="737" y="4816"/>
                    <a:pt x="700" y="4854"/>
                    <a:pt x="653" y="4881"/>
                  </a:cubicBezTo>
                  <a:cubicBezTo>
                    <a:pt x="616" y="4903"/>
                    <a:pt x="566" y="4871"/>
                    <a:pt x="560" y="4825"/>
                  </a:cubicBezTo>
                  <a:moveTo>
                    <a:pt x="742" y="4869"/>
                  </a:moveTo>
                  <a:cubicBezTo>
                    <a:pt x="733" y="4905"/>
                    <a:pt x="725" y="4941"/>
                    <a:pt x="716" y="4978"/>
                  </a:cubicBezTo>
                  <a:cubicBezTo>
                    <a:pt x="694" y="4962"/>
                    <a:pt x="673" y="4947"/>
                    <a:pt x="653" y="4933"/>
                  </a:cubicBezTo>
                  <a:cubicBezTo>
                    <a:pt x="681" y="4912"/>
                    <a:pt x="711" y="4891"/>
                    <a:pt x="742" y="4869"/>
                  </a:cubicBezTo>
                  <a:moveTo>
                    <a:pt x="630" y="5421"/>
                  </a:moveTo>
                  <a:cubicBezTo>
                    <a:pt x="607" y="5447"/>
                    <a:pt x="580" y="5450"/>
                    <a:pt x="552" y="5430"/>
                  </a:cubicBezTo>
                  <a:cubicBezTo>
                    <a:pt x="493" y="5389"/>
                    <a:pt x="478" y="5274"/>
                    <a:pt x="527" y="5222"/>
                  </a:cubicBezTo>
                  <a:cubicBezTo>
                    <a:pt x="553" y="5194"/>
                    <a:pt x="595" y="5189"/>
                    <a:pt x="648" y="5209"/>
                  </a:cubicBezTo>
                  <a:cubicBezTo>
                    <a:pt x="678" y="5220"/>
                    <a:pt x="685" y="5248"/>
                    <a:pt x="691" y="5274"/>
                  </a:cubicBezTo>
                  <a:cubicBezTo>
                    <a:pt x="680" y="5329"/>
                    <a:pt x="666" y="5380"/>
                    <a:pt x="630" y="5421"/>
                  </a:cubicBezTo>
                  <a:moveTo>
                    <a:pt x="629" y="5108"/>
                  </a:moveTo>
                  <a:cubicBezTo>
                    <a:pt x="586" y="5108"/>
                    <a:pt x="547" y="5071"/>
                    <a:pt x="547" y="5031"/>
                  </a:cubicBezTo>
                  <a:cubicBezTo>
                    <a:pt x="548" y="5000"/>
                    <a:pt x="579" y="4971"/>
                    <a:pt x="613" y="4972"/>
                  </a:cubicBezTo>
                  <a:cubicBezTo>
                    <a:pt x="655" y="4973"/>
                    <a:pt x="693" y="5011"/>
                    <a:pt x="692" y="5052"/>
                  </a:cubicBezTo>
                  <a:cubicBezTo>
                    <a:pt x="692" y="5085"/>
                    <a:pt x="666" y="5108"/>
                    <a:pt x="629" y="5108"/>
                  </a:cubicBezTo>
                  <a:moveTo>
                    <a:pt x="1053" y="5543"/>
                  </a:moveTo>
                  <a:cubicBezTo>
                    <a:pt x="915" y="5432"/>
                    <a:pt x="814" y="5277"/>
                    <a:pt x="696" y="5135"/>
                  </a:cubicBezTo>
                  <a:cubicBezTo>
                    <a:pt x="708" y="5120"/>
                    <a:pt x="719" y="5107"/>
                    <a:pt x="730" y="5094"/>
                  </a:cubicBezTo>
                  <a:cubicBezTo>
                    <a:pt x="754" y="5121"/>
                    <a:pt x="784" y="5136"/>
                    <a:pt x="821" y="5136"/>
                  </a:cubicBezTo>
                  <a:cubicBezTo>
                    <a:pt x="804" y="5184"/>
                    <a:pt x="795" y="5233"/>
                    <a:pt x="830" y="5274"/>
                  </a:cubicBezTo>
                  <a:cubicBezTo>
                    <a:pt x="849" y="5296"/>
                    <a:pt x="876" y="5315"/>
                    <a:pt x="903" y="5324"/>
                  </a:cubicBezTo>
                  <a:cubicBezTo>
                    <a:pt x="970" y="5346"/>
                    <a:pt x="1027" y="5310"/>
                    <a:pt x="1064" y="5227"/>
                  </a:cubicBezTo>
                  <a:cubicBezTo>
                    <a:pt x="1060" y="5336"/>
                    <a:pt x="1056" y="5441"/>
                    <a:pt x="1053" y="5543"/>
                  </a:cubicBezTo>
                  <a:moveTo>
                    <a:pt x="1090" y="4902"/>
                  </a:moveTo>
                  <a:cubicBezTo>
                    <a:pt x="1087" y="4815"/>
                    <a:pt x="1088" y="4728"/>
                    <a:pt x="1083" y="4641"/>
                  </a:cubicBezTo>
                  <a:cubicBezTo>
                    <a:pt x="1078" y="4547"/>
                    <a:pt x="1050" y="4458"/>
                    <a:pt x="1009" y="4372"/>
                  </a:cubicBezTo>
                  <a:cubicBezTo>
                    <a:pt x="1005" y="4363"/>
                    <a:pt x="1003" y="4353"/>
                    <a:pt x="1000" y="4343"/>
                  </a:cubicBezTo>
                  <a:cubicBezTo>
                    <a:pt x="1003" y="4341"/>
                    <a:pt x="1006" y="4340"/>
                    <a:pt x="1009" y="4339"/>
                  </a:cubicBezTo>
                  <a:cubicBezTo>
                    <a:pt x="1015" y="4349"/>
                    <a:pt x="1023" y="4359"/>
                    <a:pt x="1027" y="4371"/>
                  </a:cubicBezTo>
                  <a:cubicBezTo>
                    <a:pt x="1049" y="4427"/>
                    <a:pt x="1069" y="4484"/>
                    <a:pt x="1092" y="4541"/>
                  </a:cubicBezTo>
                  <a:cubicBezTo>
                    <a:pt x="1097" y="4553"/>
                    <a:pt x="1110" y="4561"/>
                    <a:pt x="1120" y="4571"/>
                  </a:cubicBezTo>
                  <a:cubicBezTo>
                    <a:pt x="1126" y="4557"/>
                    <a:pt x="1140" y="4542"/>
                    <a:pt x="1137" y="4531"/>
                  </a:cubicBezTo>
                  <a:cubicBezTo>
                    <a:pt x="1105" y="4362"/>
                    <a:pt x="1097" y="4190"/>
                    <a:pt x="1084" y="4019"/>
                  </a:cubicBezTo>
                  <a:cubicBezTo>
                    <a:pt x="1079" y="3949"/>
                    <a:pt x="1084" y="3878"/>
                    <a:pt x="1084" y="3808"/>
                  </a:cubicBezTo>
                  <a:cubicBezTo>
                    <a:pt x="1114" y="3799"/>
                    <a:pt x="1142" y="3790"/>
                    <a:pt x="1162" y="3783"/>
                  </a:cubicBezTo>
                  <a:cubicBezTo>
                    <a:pt x="1155" y="3882"/>
                    <a:pt x="1144" y="3986"/>
                    <a:pt x="1142" y="4089"/>
                  </a:cubicBezTo>
                  <a:cubicBezTo>
                    <a:pt x="1140" y="4168"/>
                    <a:pt x="1148" y="4248"/>
                    <a:pt x="1157" y="4326"/>
                  </a:cubicBezTo>
                  <a:cubicBezTo>
                    <a:pt x="1161" y="4360"/>
                    <a:pt x="1181" y="4393"/>
                    <a:pt x="1196" y="4429"/>
                  </a:cubicBezTo>
                  <a:cubicBezTo>
                    <a:pt x="1215" y="4408"/>
                    <a:pt x="1233" y="4387"/>
                    <a:pt x="1250" y="4367"/>
                  </a:cubicBezTo>
                  <a:cubicBezTo>
                    <a:pt x="1273" y="4385"/>
                    <a:pt x="1293" y="4401"/>
                    <a:pt x="1316" y="4419"/>
                  </a:cubicBezTo>
                  <a:cubicBezTo>
                    <a:pt x="1314" y="4422"/>
                    <a:pt x="1310" y="4429"/>
                    <a:pt x="1303" y="4434"/>
                  </a:cubicBezTo>
                  <a:cubicBezTo>
                    <a:pt x="1242" y="4480"/>
                    <a:pt x="1227" y="4548"/>
                    <a:pt x="1220" y="4618"/>
                  </a:cubicBezTo>
                  <a:cubicBezTo>
                    <a:pt x="1210" y="4701"/>
                    <a:pt x="1201" y="4784"/>
                    <a:pt x="1192" y="4867"/>
                  </a:cubicBezTo>
                  <a:cubicBezTo>
                    <a:pt x="1190" y="4889"/>
                    <a:pt x="1189" y="4910"/>
                    <a:pt x="1187" y="4932"/>
                  </a:cubicBezTo>
                  <a:cubicBezTo>
                    <a:pt x="1184" y="4964"/>
                    <a:pt x="1191" y="4996"/>
                    <a:pt x="1151" y="5017"/>
                  </a:cubicBezTo>
                  <a:cubicBezTo>
                    <a:pt x="1131" y="5028"/>
                    <a:pt x="1121" y="5060"/>
                    <a:pt x="1101" y="5090"/>
                  </a:cubicBezTo>
                  <a:cubicBezTo>
                    <a:pt x="1097" y="5023"/>
                    <a:pt x="1092" y="4962"/>
                    <a:pt x="1090" y="4902"/>
                  </a:cubicBezTo>
                  <a:moveTo>
                    <a:pt x="1136" y="5473"/>
                  </a:moveTo>
                  <a:cubicBezTo>
                    <a:pt x="1104" y="5461"/>
                    <a:pt x="1095" y="5442"/>
                    <a:pt x="1100" y="5396"/>
                  </a:cubicBezTo>
                  <a:cubicBezTo>
                    <a:pt x="1102" y="5374"/>
                    <a:pt x="1104" y="5351"/>
                    <a:pt x="1109" y="5329"/>
                  </a:cubicBezTo>
                  <a:cubicBezTo>
                    <a:pt x="1118" y="5289"/>
                    <a:pt x="1158" y="5262"/>
                    <a:pt x="1197" y="5266"/>
                  </a:cubicBezTo>
                  <a:cubicBezTo>
                    <a:pt x="1229" y="5271"/>
                    <a:pt x="1255" y="5305"/>
                    <a:pt x="1260" y="5345"/>
                  </a:cubicBezTo>
                  <a:cubicBezTo>
                    <a:pt x="1249" y="5376"/>
                    <a:pt x="1242" y="5409"/>
                    <a:pt x="1227" y="5439"/>
                  </a:cubicBezTo>
                  <a:cubicBezTo>
                    <a:pt x="1209" y="5476"/>
                    <a:pt x="1173" y="5486"/>
                    <a:pt x="1136" y="5473"/>
                  </a:cubicBezTo>
                  <a:moveTo>
                    <a:pt x="1558" y="5956"/>
                  </a:moveTo>
                  <a:cubicBezTo>
                    <a:pt x="1523" y="6028"/>
                    <a:pt x="1491" y="6102"/>
                    <a:pt x="1451" y="6171"/>
                  </a:cubicBezTo>
                  <a:cubicBezTo>
                    <a:pt x="1393" y="6273"/>
                    <a:pt x="1329" y="6371"/>
                    <a:pt x="1266" y="6471"/>
                  </a:cubicBezTo>
                  <a:cubicBezTo>
                    <a:pt x="1260" y="6482"/>
                    <a:pt x="1251" y="6491"/>
                    <a:pt x="1235" y="6500"/>
                  </a:cubicBezTo>
                  <a:cubicBezTo>
                    <a:pt x="1234" y="6489"/>
                    <a:pt x="1233" y="6478"/>
                    <a:pt x="1233" y="6467"/>
                  </a:cubicBezTo>
                  <a:cubicBezTo>
                    <a:pt x="1233" y="6339"/>
                    <a:pt x="1232" y="6211"/>
                    <a:pt x="1232" y="6082"/>
                  </a:cubicBezTo>
                  <a:cubicBezTo>
                    <a:pt x="1232" y="5965"/>
                    <a:pt x="1230" y="5848"/>
                    <a:pt x="1233" y="5730"/>
                  </a:cubicBezTo>
                  <a:cubicBezTo>
                    <a:pt x="1236" y="5651"/>
                    <a:pt x="1242" y="5572"/>
                    <a:pt x="1253" y="5494"/>
                  </a:cubicBezTo>
                  <a:cubicBezTo>
                    <a:pt x="1258" y="5462"/>
                    <a:pt x="1279" y="5433"/>
                    <a:pt x="1293" y="5400"/>
                  </a:cubicBezTo>
                  <a:cubicBezTo>
                    <a:pt x="1354" y="5394"/>
                    <a:pt x="1392" y="5359"/>
                    <a:pt x="1409" y="5294"/>
                  </a:cubicBezTo>
                  <a:cubicBezTo>
                    <a:pt x="1420" y="5255"/>
                    <a:pt x="1418" y="5252"/>
                    <a:pt x="1347" y="5145"/>
                  </a:cubicBezTo>
                  <a:cubicBezTo>
                    <a:pt x="1399" y="5141"/>
                    <a:pt x="1438" y="5116"/>
                    <a:pt x="1463" y="5071"/>
                  </a:cubicBezTo>
                  <a:cubicBezTo>
                    <a:pt x="1467" y="5065"/>
                    <a:pt x="1467" y="5056"/>
                    <a:pt x="1472" y="5051"/>
                  </a:cubicBezTo>
                  <a:cubicBezTo>
                    <a:pt x="1477" y="5046"/>
                    <a:pt x="1485" y="5045"/>
                    <a:pt x="1497" y="5040"/>
                  </a:cubicBezTo>
                  <a:cubicBezTo>
                    <a:pt x="1486" y="5071"/>
                    <a:pt x="1477" y="5094"/>
                    <a:pt x="1469" y="5117"/>
                  </a:cubicBezTo>
                  <a:cubicBezTo>
                    <a:pt x="1439" y="5202"/>
                    <a:pt x="1448" y="5289"/>
                    <a:pt x="1461" y="5375"/>
                  </a:cubicBezTo>
                  <a:cubicBezTo>
                    <a:pt x="1476" y="5477"/>
                    <a:pt x="1489" y="5579"/>
                    <a:pt x="1509" y="5681"/>
                  </a:cubicBezTo>
                  <a:cubicBezTo>
                    <a:pt x="1521" y="5737"/>
                    <a:pt x="1543" y="5791"/>
                    <a:pt x="1562" y="5845"/>
                  </a:cubicBezTo>
                  <a:cubicBezTo>
                    <a:pt x="1574" y="5883"/>
                    <a:pt x="1575" y="5920"/>
                    <a:pt x="1558" y="5956"/>
                  </a:cubicBezTo>
                  <a:moveTo>
                    <a:pt x="1791" y="5248"/>
                  </a:moveTo>
                  <a:cubicBezTo>
                    <a:pt x="1803" y="5315"/>
                    <a:pt x="1789" y="5389"/>
                    <a:pt x="1777" y="5457"/>
                  </a:cubicBezTo>
                  <a:cubicBezTo>
                    <a:pt x="1759" y="5560"/>
                    <a:pt x="1719" y="5655"/>
                    <a:pt x="1666" y="5745"/>
                  </a:cubicBezTo>
                  <a:cubicBezTo>
                    <a:pt x="1646" y="5778"/>
                    <a:pt x="1631" y="5814"/>
                    <a:pt x="1612" y="5852"/>
                  </a:cubicBezTo>
                  <a:cubicBezTo>
                    <a:pt x="1556" y="5704"/>
                    <a:pt x="1515" y="5558"/>
                    <a:pt x="1507" y="5403"/>
                  </a:cubicBezTo>
                  <a:cubicBezTo>
                    <a:pt x="1504" y="5351"/>
                    <a:pt x="1497" y="5299"/>
                    <a:pt x="1493" y="5247"/>
                  </a:cubicBezTo>
                  <a:cubicBezTo>
                    <a:pt x="1492" y="5227"/>
                    <a:pt x="1494" y="5206"/>
                    <a:pt x="1497" y="5186"/>
                  </a:cubicBezTo>
                  <a:cubicBezTo>
                    <a:pt x="1506" y="5115"/>
                    <a:pt x="1534" y="5060"/>
                    <a:pt x="1605" y="5029"/>
                  </a:cubicBezTo>
                  <a:cubicBezTo>
                    <a:pt x="1642" y="5013"/>
                    <a:pt x="1671" y="4978"/>
                    <a:pt x="1704" y="4952"/>
                  </a:cubicBezTo>
                  <a:cubicBezTo>
                    <a:pt x="1734" y="5049"/>
                    <a:pt x="1774" y="5147"/>
                    <a:pt x="1792" y="5248"/>
                  </a:cubicBezTo>
                  <a:lnTo>
                    <a:pt x="1791" y="5248"/>
                  </a:lnTo>
                  <a:moveTo>
                    <a:pt x="2716" y="3961"/>
                  </a:moveTo>
                  <a:cubicBezTo>
                    <a:pt x="2720" y="3964"/>
                    <a:pt x="2723" y="3966"/>
                    <a:pt x="2726" y="3969"/>
                  </a:cubicBezTo>
                  <a:cubicBezTo>
                    <a:pt x="2705" y="4028"/>
                    <a:pt x="2679" y="4085"/>
                    <a:pt x="2664" y="4146"/>
                  </a:cubicBezTo>
                  <a:cubicBezTo>
                    <a:pt x="2646" y="4218"/>
                    <a:pt x="2635" y="4293"/>
                    <a:pt x="2627" y="4367"/>
                  </a:cubicBezTo>
                  <a:cubicBezTo>
                    <a:pt x="2620" y="4423"/>
                    <a:pt x="2646" y="4454"/>
                    <a:pt x="2710" y="4481"/>
                  </a:cubicBezTo>
                  <a:cubicBezTo>
                    <a:pt x="2762" y="4503"/>
                    <a:pt x="2779" y="4530"/>
                    <a:pt x="2774" y="4584"/>
                  </a:cubicBezTo>
                  <a:cubicBezTo>
                    <a:pt x="2773" y="4592"/>
                    <a:pt x="2771" y="4602"/>
                    <a:pt x="2766" y="4608"/>
                  </a:cubicBezTo>
                  <a:cubicBezTo>
                    <a:pt x="2706" y="4681"/>
                    <a:pt x="2645" y="4753"/>
                    <a:pt x="2586" y="4827"/>
                  </a:cubicBezTo>
                  <a:cubicBezTo>
                    <a:pt x="2533" y="4894"/>
                    <a:pt x="2468" y="4941"/>
                    <a:pt x="2384" y="4962"/>
                  </a:cubicBezTo>
                  <a:cubicBezTo>
                    <a:pt x="2305" y="4981"/>
                    <a:pt x="2239" y="5025"/>
                    <a:pt x="2174" y="5075"/>
                  </a:cubicBezTo>
                  <a:cubicBezTo>
                    <a:pt x="2196" y="5027"/>
                    <a:pt x="2219" y="4979"/>
                    <a:pt x="2241" y="4930"/>
                  </a:cubicBezTo>
                  <a:cubicBezTo>
                    <a:pt x="2247" y="4919"/>
                    <a:pt x="2253" y="4907"/>
                    <a:pt x="2260" y="4896"/>
                  </a:cubicBezTo>
                  <a:cubicBezTo>
                    <a:pt x="2376" y="4733"/>
                    <a:pt x="2425" y="4543"/>
                    <a:pt x="2474" y="4354"/>
                  </a:cubicBezTo>
                  <a:cubicBezTo>
                    <a:pt x="2491" y="4287"/>
                    <a:pt x="2517" y="4224"/>
                    <a:pt x="2559" y="4168"/>
                  </a:cubicBezTo>
                  <a:cubicBezTo>
                    <a:pt x="2601" y="4114"/>
                    <a:pt x="2641" y="4059"/>
                    <a:pt x="2682" y="4004"/>
                  </a:cubicBezTo>
                  <a:cubicBezTo>
                    <a:pt x="2693" y="3989"/>
                    <a:pt x="2705" y="3975"/>
                    <a:pt x="2716" y="3961"/>
                  </a:cubicBezTo>
                  <a:moveTo>
                    <a:pt x="2171" y="4478"/>
                  </a:moveTo>
                  <a:cubicBezTo>
                    <a:pt x="2178" y="4447"/>
                    <a:pt x="2209" y="4421"/>
                    <a:pt x="2231" y="4395"/>
                  </a:cubicBezTo>
                  <a:cubicBezTo>
                    <a:pt x="2323" y="4285"/>
                    <a:pt x="2413" y="4173"/>
                    <a:pt x="2510" y="4067"/>
                  </a:cubicBezTo>
                  <a:cubicBezTo>
                    <a:pt x="2550" y="4021"/>
                    <a:pt x="2604" y="3987"/>
                    <a:pt x="2653" y="3949"/>
                  </a:cubicBezTo>
                  <a:cubicBezTo>
                    <a:pt x="2659" y="3944"/>
                    <a:pt x="2667" y="3942"/>
                    <a:pt x="2673" y="3939"/>
                  </a:cubicBezTo>
                  <a:cubicBezTo>
                    <a:pt x="2622" y="4008"/>
                    <a:pt x="2572" y="4077"/>
                    <a:pt x="2521" y="4146"/>
                  </a:cubicBezTo>
                  <a:cubicBezTo>
                    <a:pt x="2478" y="4205"/>
                    <a:pt x="2452" y="4270"/>
                    <a:pt x="2432" y="4340"/>
                  </a:cubicBezTo>
                  <a:cubicBezTo>
                    <a:pt x="2404" y="4443"/>
                    <a:pt x="2375" y="4545"/>
                    <a:pt x="2342" y="4646"/>
                  </a:cubicBezTo>
                  <a:cubicBezTo>
                    <a:pt x="2326" y="4694"/>
                    <a:pt x="2300" y="4739"/>
                    <a:pt x="2276" y="4784"/>
                  </a:cubicBezTo>
                  <a:cubicBezTo>
                    <a:pt x="2246" y="4838"/>
                    <a:pt x="2214" y="4891"/>
                    <a:pt x="2179" y="4953"/>
                  </a:cubicBezTo>
                  <a:cubicBezTo>
                    <a:pt x="2189" y="4905"/>
                    <a:pt x="2197" y="4866"/>
                    <a:pt x="2206" y="4827"/>
                  </a:cubicBezTo>
                  <a:cubicBezTo>
                    <a:pt x="2225" y="4743"/>
                    <a:pt x="2204" y="4661"/>
                    <a:pt x="2190" y="4579"/>
                  </a:cubicBezTo>
                  <a:cubicBezTo>
                    <a:pt x="2184" y="4545"/>
                    <a:pt x="2164" y="4509"/>
                    <a:pt x="2171" y="4478"/>
                  </a:cubicBezTo>
                  <a:moveTo>
                    <a:pt x="2457" y="5788"/>
                  </a:moveTo>
                  <a:cubicBezTo>
                    <a:pt x="2387" y="5807"/>
                    <a:pt x="2321" y="5838"/>
                    <a:pt x="2254" y="5867"/>
                  </a:cubicBezTo>
                  <a:cubicBezTo>
                    <a:pt x="2196" y="5893"/>
                    <a:pt x="2139" y="5913"/>
                    <a:pt x="2072" y="5900"/>
                  </a:cubicBezTo>
                  <a:cubicBezTo>
                    <a:pt x="2022" y="5890"/>
                    <a:pt x="1970" y="5891"/>
                    <a:pt x="1909" y="5886"/>
                  </a:cubicBezTo>
                  <a:cubicBezTo>
                    <a:pt x="1968" y="5844"/>
                    <a:pt x="2026" y="5835"/>
                    <a:pt x="2085" y="5828"/>
                  </a:cubicBezTo>
                  <a:cubicBezTo>
                    <a:pt x="2186" y="5815"/>
                    <a:pt x="2287" y="5799"/>
                    <a:pt x="2381" y="5756"/>
                  </a:cubicBezTo>
                  <a:cubicBezTo>
                    <a:pt x="2421" y="5738"/>
                    <a:pt x="2460" y="5720"/>
                    <a:pt x="2500" y="5703"/>
                  </a:cubicBezTo>
                  <a:cubicBezTo>
                    <a:pt x="2589" y="5664"/>
                    <a:pt x="2651" y="5599"/>
                    <a:pt x="2694" y="5513"/>
                  </a:cubicBezTo>
                  <a:cubicBezTo>
                    <a:pt x="2702" y="5498"/>
                    <a:pt x="2710" y="5483"/>
                    <a:pt x="2717" y="5467"/>
                  </a:cubicBezTo>
                  <a:cubicBezTo>
                    <a:pt x="2720" y="5469"/>
                    <a:pt x="2722" y="5470"/>
                    <a:pt x="2725" y="5472"/>
                  </a:cubicBezTo>
                  <a:cubicBezTo>
                    <a:pt x="2673" y="5608"/>
                    <a:pt x="2622" y="5743"/>
                    <a:pt x="2457" y="5788"/>
                  </a:cubicBezTo>
                  <a:moveTo>
                    <a:pt x="2790" y="5248"/>
                  </a:moveTo>
                  <a:cubicBezTo>
                    <a:pt x="2742" y="5337"/>
                    <a:pt x="2694" y="5425"/>
                    <a:pt x="2644" y="5513"/>
                  </a:cubicBezTo>
                  <a:cubicBezTo>
                    <a:pt x="2608" y="5579"/>
                    <a:pt x="2556" y="5627"/>
                    <a:pt x="2488" y="5661"/>
                  </a:cubicBezTo>
                  <a:cubicBezTo>
                    <a:pt x="2350" y="5729"/>
                    <a:pt x="2207" y="5773"/>
                    <a:pt x="2053" y="5790"/>
                  </a:cubicBezTo>
                  <a:cubicBezTo>
                    <a:pt x="1928" y="5804"/>
                    <a:pt x="1827" y="5868"/>
                    <a:pt x="1745" y="5964"/>
                  </a:cubicBezTo>
                  <a:cubicBezTo>
                    <a:pt x="1821" y="5826"/>
                    <a:pt x="1905" y="5697"/>
                    <a:pt x="2067" y="5643"/>
                  </a:cubicBezTo>
                  <a:cubicBezTo>
                    <a:pt x="2260" y="5578"/>
                    <a:pt x="2425" y="5466"/>
                    <a:pt x="2570" y="5324"/>
                  </a:cubicBezTo>
                  <a:cubicBezTo>
                    <a:pt x="2607" y="5287"/>
                    <a:pt x="2639" y="5243"/>
                    <a:pt x="2670" y="5200"/>
                  </a:cubicBezTo>
                  <a:cubicBezTo>
                    <a:pt x="2701" y="5157"/>
                    <a:pt x="2744" y="5131"/>
                    <a:pt x="2791" y="5107"/>
                  </a:cubicBezTo>
                  <a:cubicBezTo>
                    <a:pt x="2794" y="5145"/>
                    <a:pt x="2799" y="5179"/>
                    <a:pt x="2801" y="5214"/>
                  </a:cubicBezTo>
                  <a:cubicBezTo>
                    <a:pt x="2801" y="5225"/>
                    <a:pt x="2796" y="5238"/>
                    <a:pt x="2790" y="5248"/>
                  </a:cubicBezTo>
                  <a:moveTo>
                    <a:pt x="2803" y="5049"/>
                  </a:moveTo>
                  <a:cubicBezTo>
                    <a:pt x="2801" y="5050"/>
                    <a:pt x="2799" y="5051"/>
                    <a:pt x="2797" y="5052"/>
                  </a:cubicBezTo>
                  <a:cubicBezTo>
                    <a:pt x="2710" y="5101"/>
                    <a:pt x="2643" y="5168"/>
                    <a:pt x="2579" y="5246"/>
                  </a:cubicBezTo>
                  <a:cubicBezTo>
                    <a:pt x="2452" y="5401"/>
                    <a:pt x="2289" y="5517"/>
                    <a:pt x="2100" y="5581"/>
                  </a:cubicBezTo>
                  <a:cubicBezTo>
                    <a:pt x="1925" y="5641"/>
                    <a:pt x="1808" y="5755"/>
                    <a:pt x="1723" y="5911"/>
                  </a:cubicBezTo>
                  <a:cubicBezTo>
                    <a:pt x="1699" y="5956"/>
                    <a:pt x="1675" y="6001"/>
                    <a:pt x="1650" y="6046"/>
                  </a:cubicBezTo>
                  <a:cubicBezTo>
                    <a:pt x="1648" y="6045"/>
                    <a:pt x="1646" y="6044"/>
                    <a:pt x="1645" y="6044"/>
                  </a:cubicBezTo>
                  <a:cubicBezTo>
                    <a:pt x="1652" y="6025"/>
                    <a:pt x="1660" y="6006"/>
                    <a:pt x="1668" y="5988"/>
                  </a:cubicBezTo>
                  <a:cubicBezTo>
                    <a:pt x="1736" y="5850"/>
                    <a:pt x="1784" y="5702"/>
                    <a:pt x="1871" y="5573"/>
                  </a:cubicBezTo>
                  <a:cubicBezTo>
                    <a:pt x="1945" y="5463"/>
                    <a:pt x="2004" y="5342"/>
                    <a:pt x="2085" y="5238"/>
                  </a:cubicBezTo>
                  <a:cubicBezTo>
                    <a:pt x="2164" y="5135"/>
                    <a:pt x="2257" y="5037"/>
                    <a:pt x="2393" y="5004"/>
                  </a:cubicBezTo>
                  <a:cubicBezTo>
                    <a:pt x="2493" y="4979"/>
                    <a:pt x="2569" y="4923"/>
                    <a:pt x="2630" y="4842"/>
                  </a:cubicBezTo>
                  <a:cubicBezTo>
                    <a:pt x="2661" y="4800"/>
                    <a:pt x="2693" y="4758"/>
                    <a:pt x="2725" y="4717"/>
                  </a:cubicBezTo>
                  <a:cubicBezTo>
                    <a:pt x="2734" y="4705"/>
                    <a:pt x="2745" y="4693"/>
                    <a:pt x="2763" y="4673"/>
                  </a:cubicBezTo>
                  <a:cubicBezTo>
                    <a:pt x="2763" y="4710"/>
                    <a:pt x="2763" y="4738"/>
                    <a:pt x="2762" y="4765"/>
                  </a:cubicBezTo>
                  <a:cubicBezTo>
                    <a:pt x="2762" y="4794"/>
                    <a:pt x="2773" y="4817"/>
                    <a:pt x="2799" y="4829"/>
                  </a:cubicBezTo>
                  <a:cubicBezTo>
                    <a:pt x="2887" y="4871"/>
                    <a:pt x="2888" y="4989"/>
                    <a:pt x="2803" y="5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2886045" y="238799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0" y="1"/>
                    <a:pt x="0" y="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2614605" y="2151470"/>
              <a:ext cx="194760" cy="269640"/>
            </a:xfrm>
            <a:custGeom>
              <a:avLst/>
              <a:gdLst/>
              <a:ahLst/>
              <a:cxnLst/>
              <a:rect l="l" t="t" r="r" b="b"/>
              <a:pathLst>
                <a:path w="541" h="749" extrusionOk="0">
                  <a:moveTo>
                    <a:pt x="121" y="569"/>
                  </a:moveTo>
                  <a:cubicBezTo>
                    <a:pt x="139" y="561"/>
                    <a:pt x="156" y="551"/>
                    <a:pt x="174" y="542"/>
                  </a:cubicBezTo>
                  <a:cubicBezTo>
                    <a:pt x="174" y="581"/>
                    <a:pt x="171" y="619"/>
                    <a:pt x="174" y="656"/>
                  </a:cubicBezTo>
                  <a:cubicBezTo>
                    <a:pt x="178" y="696"/>
                    <a:pt x="193" y="732"/>
                    <a:pt x="235" y="745"/>
                  </a:cubicBezTo>
                  <a:cubicBezTo>
                    <a:pt x="280" y="758"/>
                    <a:pt x="319" y="744"/>
                    <a:pt x="351" y="711"/>
                  </a:cubicBezTo>
                  <a:cubicBezTo>
                    <a:pt x="396" y="663"/>
                    <a:pt x="425" y="607"/>
                    <a:pt x="431" y="540"/>
                  </a:cubicBezTo>
                  <a:cubicBezTo>
                    <a:pt x="432" y="530"/>
                    <a:pt x="442" y="518"/>
                    <a:pt x="451" y="514"/>
                  </a:cubicBezTo>
                  <a:cubicBezTo>
                    <a:pt x="496" y="494"/>
                    <a:pt x="523" y="461"/>
                    <a:pt x="533" y="415"/>
                  </a:cubicBezTo>
                  <a:cubicBezTo>
                    <a:pt x="540" y="383"/>
                    <a:pt x="540" y="350"/>
                    <a:pt x="541" y="318"/>
                  </a:cubicBezTo>
                  <a:cubicBezTo>
                    <a:pt x="542" y="245"/>
                    <a:pt x="468" y="174"/>
                    <a:pt x="398" y="176"/>
                  </a:cubicBezTo>
                  <a:cubicBezTo>
                    <a:pt x="398" y="150"/>
                    <a:pt x="401" y="124"/>
                    <a:pt x="397" y="98"/>
                  </a:cubicBezTo>
                  <a:cubicBezTo>
                    <a:pt x="385" y="15"/>
                    <a:pt x="346" y="-16"/>
                    <a:pt x="268" y="9"/>
                  </a:cubicBezTo>
                  <a:cubicBezTo>
                    <a:pt x="151" y="45"/>
                    <a:pt x="100" y="121"/>
                    <a:pt x="102" y="241"/>
                  </a:cubicBezTo>
                  <a:cubicBezTo>
                    <a:pt x="71" y="270"/>
                    <a:pt x="39" y="288"/>
                    <a:pt x="26" y="316"/>
                  </a:cubicBezTo>
                  <a:cubicBezTo>
                    <a:pt x="-4" y="382"/>
                    <a:pt x="-9" y="455"/>
                    <a:pt x="16" y="525"/>
                  </a:cubicBezTo>
                  <a:cubicBezTo>
                    <a:pt x="33" y="575"/>
                    <a:pt x="71" y="589"/>
                    <a:pt x="121" y="568"/>
                  </a:cubicBezTo>
                  <a:lnTo>
                    <a:pt x="121" y="569"/>
                  </a:lnTo>
                  <a:moveTo>
                    <a:pt x="389" y="528"/>
                  </a:moveTo>
                  <a:cubicBezTo>
                    <a:pt x="384" y="582"/>
                    <a:pt x="364" y="630"/>
                    <a:pt x="327" y="671"/>
                  </a:cubicBezTo>
                  <a:cubicBezTo>
                    <a:pt x="307" y="694"/>
                    <a:pt x="284" y="715"/>
                    <a:pt x="252" y="706"/>
                  </a:cubicBezTo>
                  <a:cubicBezTo>
                    <a:pt x="220" y="697"/>
                    <a:pt x="218" y="667"/>
                    <a:pt x="213" y="640"/>
                  </a:cubicBezTo>
                  <a:cubicBezTo>
                    <a:pt x="211" y="631"/>
                    <a:pt x="210" y="623"/>
                    <a:pt x="209" y="617"/>
                  </a:cubicBezTo>
                  <a:cubicBezTo>
                    <a:pt x="213" y="567"/>
                    <a:pt x="217" y="519"/>
                    <a:pt x="264" y="492"/>
                  </a:cubicBezTo>
                  <a:cubicBezTo>
                    <a:pt x="287" y="479"/>
                    <a:pt x="315" y="471"/>
                    <a:pt x="342" y="466"/>
                  </a:cubicBezTo>
                  <a:cubicBezTo>
                    <a:pt x="359" y="462"/>
                    <a:pt x="391" y="506"/>
                    <a:pt x="389" y="528"/>
                  </a:cubicBezTo>
                  <a:moveTo>
                    <a:pt x="421" y="220"/>
                  </a:moveTo>
                  <a:cubicBezTo>
                    <a:pt x="451" y="245"/>
                    <a:pt x="498" y="259"/>
                    <a:pt x="497" y="313"/>
                  </a:cubicBezTo>
                  <a:cubicBezTo>
                    <a:pt x="495" y="373"/>
                    <a:pt x="506" y="440"/>
                    <a:pt x="431" y="474"/>
                  </a:cubicBezTo>
                  <a:cubicBezTo>
                    <a:pt x="412" y="441"/>
                    <a:pt x="390" y="418"/>
                    <a:pt x="352" y="413"/>
                  </a:cubicBezTo>
                  <a:cubicBezTo>
                    <a:pt x="343" y="411"/>
                    <a:pt x="331" y="398"/>
                    <a:pt x="326" y="387"/>
                  </a:cubicBezTo>
                  <a:cubicBezTo>
                    <a:pt x="295" y="318"/>
                    <a:pt x="295" y="318"/>
                    <a:pt x="357" y="270"/>
                  </a:cubicBezTo>
                  <a:cubicBezTo>
                    <a:pt x="377" y="254"/>
                    <a:pt x="397" y="238"/>
                    <a:pt x="421" y="220"/>
                  </a:cubicBezTo>
                  <a:moveTo>
                    <a:pt x="247" y="62"/>
                  </a:moveTo>
                  <a:cubicBezTo>
                    <a:pt x="252" y="59"/>
                    <a:pt x="257" y="58"/>
                    <a:pt x="262" y="55"/>
                  </a:cubicBezTo>
                  <a:cubicBezTo>
                    <a:pt x="331" y="28"/>
                    <a:pt x="359" y="48"/>
                    <a:pt x="358" y="123"/>
                  </a:cubicBezTo>
                  <a:cubicBezTo>
                    <a:pt x="357" y="189"/>
                    <a:pt x="292" y="284"/>
                    <a:pt x="231" y="308"/>
                  </a:cubicBezTo>
                  <a:cubicBezTo>
                    <a:pt x="203" y="320"/>
                    <a:pt x="177" y="311"/>
                    <a:pt x="163" y="284"/>
                  </a:cubicBezTo>
                  <a:cubicBezTo>
                    <a:pt x="119" y="198"/>
                    <a:pt x="149" y="118"/>
                    <a:pt x="247" y="62"/>
                  </a:cubicBezTo>
                  <a:moveTo>
                    <a:pt x="58" y="342"/>
                  </a:moveTo>
                  <a:cubicBezTo>
                    <a:pt x="59" y="330"/>
                    <a:pt x="72" y="318"/>
                    <a:pt x="82" y="308"/>
                  </a:cubicBezTo>
                  <a:cubicBezTo>
                    <a:pt x="97" y="294"/>
                    <a:pt x="113" y="293"/>
                    <a:pt x="126" y="312"/>
                  </a:cubicBezTo>
                  <a:cubicBezTo>
                    <a:pt x="157" y="358"/>
                    <a:pt x="200" y="364"/>
                    <a:pt x="252" y="349"/>
                  </a:cubicBezTo>
                  <a:cubicBezTo>
                    <a:pt x="255" y="358"/>
                    <a:pt x="257" y="366"/>
                    <a:pt x="260" y="372"/>
                  </a:cubicBezTo>
                  <a:cubicBezTo>
                    <a:pt x="280" y="418"/>
                    <a:pt x="280" y="417"/>
                    <a:pt x="237" y="445"/>
                  </a:cubicBezTo>
                  <a:cubicBezTo>
                    <a:pt x="197" y="470"/>
                    <a:pt x="158" y="498"/>
                    <a:pt x="117" y="522"/>
                  </a:cubicBezTo>
                  <a:cubicBezTo>
                    <a:pt x="78" y="545"/>
                    <a:pt x="55" y="537"/>
                    <a:pt x="50" y="492"/>
                  </a:cubicBezTo>
                  <a:cubicBezTo>
                    <a:pt x="46" y="443"/>
                    <a:pt x="53" y="392"/>
                    <a:pt x="58" y="3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2912325" y="2199350"/>
              <a:ext cx="162360" cy="216360"/>
            </a:xfrm>
            <a:custGeom>
              <a:avLst/>
              <a:gdLst/>
              <a:ahLst/>
              <a:cxnLst/>
              <a:rect l="l" t="t" r="r" b="b"/>
              <a:pathLst>
                <a:path w="451" h="601" extrusionOk="0">
                  <a:moveTo>
                    <a:pt x="320" y="24"/>
                  </a:moveTo>
                  <a:cubicBezTo>
                    <a:pt x="285" y="65"/>
                    <a:pt x="253" y="107"/>
                    <a:pt x="221" y="147"/>
                  </a:cubicBezTo>
                  <a:cubicBezTo>
                    <a:pt x="212" y="131"/>
                    <a:pt x="200" y="107"/>
                    <a:pt x="186" y="84"/>
                  </a:cubicBezTo>
                  <a:cubicBezTo>
                    <a:pt x="181" y="77"/>
                    <a:pt x="173" y="67"/>
                    <a:pt x="165" y="67"/>
                  </a:cubicBezTo>
                  <a:cubicBezTo>
                    <a:pt x="120" y="64"/>
                    <a:pt x="78" y="73"/>
                    <a:pt x="50" y="113"/>
                  </a:cubicBezTo>
                  <a:cubicBezTo>
                    <a:pt x="10" y="172"/>
                    <a:pt x="-6" y="239"/>
                    <a:pt x="3" y="309"/>
                  </a:cubicBezTo>
                  <a:cubicBezTo>
                    <a:pt x="10" y="372"/>
                    <a:pt x="69" y="397"/>
                    <a:pt x="125" y="365"/>
                  </a:cubicBezTo>
                  <a:cubicBezTo>
                    <a:pt x="130" y="362"/>
                    <a:pt x="136" y="359"/>
                    <a:pt x="142" y="355"/>
                  </a:cubicBezTo>
                  <a:cubicBezTo>
                    <a:pt x="144" y="357"/>
                    <a:pt x="146" y="359"/>
                    <a:pt x="148" y="361"/>
                  </a:cubicBezTo>
                  <a:cubicBezTo>
                    <a:pt x="138" y="378"/>
                    <a:pt x="127" y="396"/>
                    <a:pt x="118" y="413"/>
                  </a:cubicBezTo>
                  <a:cubicBezTo>
                    <a:pt x="86" y="472"/>
                    <a:pt x="92" y="535"/>
                    <a:pt x="132" y="569"/>
                  </a:cubicBezTo>
                  <a:cubicBezTo>
                    <a:pt x="176" y="606"/>
                    <a:pt x="277" y="613"/>
                    <a:pt x="324" y="580"/>
                  </a:cubicBezTo>
                  <a:cubicBezTo>
                    <a:pt x="339" y="569"/>
                    <a:pt x="352" y="552"/>
                    <a:pt x="359" y="535"/>
                  </a:cubicBezTo>
                  <a:cubicBezTo>
                    <a:pt x="385" y="469"/>
                    <a:pt x="345" y="385"/>
                    <a:pt x="275" y="360"/>
                  </a:cubicBezTo>
                  <a:cubicBezTo>
                    <a:pt x="240" y="348"/>
                    <a:pt x="204" y="341"/>
                    <a:pt x="168" y="331"/>
                  </a:cubicBezTo>
                  <a:cubicBezTo>
                    <a:pt x="184" y="305"/>
                    <a:pt x="200" y="278"/>
                    <a:pt x="216" y="251"/>
                  </a:cubicBezTo>
                  <a:cubicBezTo>
                    <a:pt x="219" y="254"/>
                    <a:pt x="221" y="256"/>
                    <a:pt x="222" y="259"/>
                  </a:cubicBezTo>
                  <a:cubicBezTo>
                    <a:pt x="243" y="309"/>
                    <a:pt x="286" y="323"/>
                    <a:pt x="333" y="324"/>
                  </a:cubicBezTo>
                  <a:cubicBezTo>
                    <a:pt x="381" y="324"/>
                    <a:pt x="417" y="296"/>
                    <a:pt x="432" y="252"/>
                  </a:cubicBezTo>
                  <a:cubicBezTo>
                    <a:pt x="461" y="171"/>
                    <a:pt x="459" y="91"/>
                    <a:pt x="418" y="15"/>
                  </a:cubicBezTo>
                  <a:cubicBezTo>
                    <a:pt x="415" y="9"/>
                    <a:pt x="407" y="3"/>
                    <a:pt x="401" y="2"/>
                  </a:cubicBezTo>
                  <a:cubicBezTo>
                    <a:pt x="371" y="-2"/>
                    <a:pt x="341" y="-2"/>
                    <a:pt x="320" y="24"/>
                  </a:cubicBezTo>
                  <a:moveTo>
                    <a:pt x="175" y="398"/>
                  </a:moveTo>
                  <a:cubicBezTo>
                    <a:pt x="178" y="393"/>
                    <a:pt x="186" y="387"/>
                    <a:pt x="192" y="386"/>
                  </a:cubicBezTo>
                  <a:cubicBezTo>
                    <a:pt x="255" y="373"/>
                    <a:pt x="326" y="436"/>
                    <a:pt x="323" y="500"/>
                  </a:cubicBezTo>
                  <a:cubicBezTo>
                    <a:pt x="321" y="530"/>
                    <a:pt x="304" y="548"/>
                    <a:pt x="276" y="554"/>
                  </a:cubicBezTo>
                  <a:cubicBezTo>
                    <a:pt x="262" y="557"/>
                    <a:pt x="248" y="557"/>
                    <a:pt x="228" y="559"/>
                  </a:cubicBezTo>
                  <a:cubicBezTo>
                    <a:pt x="218" y="557"/>
                    <a:pt x="201" y="556"/>
                    <a:pt x="186" y="551"/>
                  </a:cubicBezTo>
                  <a:cubicBezTo>
                    <a:pt x="148" y="539"/>
                    <a:pt x="130" y="512"/>
                    <a:pt x="140" y="474"/>
                  </a:cubicBezTo>
                  <a:cubicBezTo>
                    <a:pt x="147" y="447"/>
                    <a:pt x="162" y="423"/>
                    <a:pt x="175" y="398"/>
                  </a:cubicBezTo>
                  <a:moveTo>
                    <a:pt x="181" y="192"/>
                  </a:moveTo>
                  <a:cubicBezTo>
                    <a:pt x="176" y="241"/>
                    <a:pt x="155" y="283"/>
                    <a:pt x="118" y="314"/>
                  </a:cubicBezTo>
                  <a:cubicBezTo>
                    <a:pt x="105" y="325"/>
                    <a:pt x="79" y="336"/>
                    <a:pt x="65" y="331"/>
                  </a:cubicBezTo>
                  <a:cubicBezTo>
                    <a:pt x="51" y="325"/>
                    <a:pt x="45" y="299"/>
                    <a:pt x="34" y="282"/>
                  </a:cubicBezTo>
                  <a:cubicBezTo>
                    <a:pt x="48" y="237"/>
                    <a:pt x="57" y="196"/>
                    <a:pt x="72" y="157"/>
                  </a:cubicBezTo>
                  <a:cubicBezTo>
                    <a:pt x="86" y="121"/>
                    <a:pt x="120" y="101"/>
                    <a:pt x="141" y="107"/>
                  </a:cubicBezTo>
                  <a:cubicBezTo>
                    <a:pt x="160" y="113"/>
                    <a:pt x="185" y="164"/>
                    <a:pt x="181" y="192"/>
                  </a:cubicBezTo>
                  <a:moveTo>
                    <a:pt x="398" y="81"/>
                  </a:moveTo>
                  <a:cubicBezTo>
                    <a:pt x="404" y="104"/>
                    <a:pt x="406" y="128"/>
                    <a:pt x="409" y="152"/>
                  </a:cubicBezTo>
                  <a:cubicBezTo>
                    <a:pt x="404" y="179"/>
                    <a:pt x="401" y="207"/>
                    <a:pt x="393" y="232"/>
                  </a:cubicBezTo>
                  <a:cubicBezTo>
                    <a:pt x="380" y="272"/>
                    <a:pt x="346" y="289"/>
                    <a:pt x="309" y="278"/>
                  </a:cubicBezTo>
                  <a:cubicBezTo>
                    <a:pt x="264" y="266"/>
                    <a:pt x="254" y="247"/>
                    <a:pt x="261" y="198"/>
                  </a:cubicBezTo>
                  <a:cubicBezTo>
                    <a:pt x="268" y="143"/>
                    <a:pt x="298" y="102"/>
                    <a:pt x="335" y="64"/>
                  </a:cubicBezTo>
                  <a:cubicBezTo>
                    <a:pt x="362" y="36"/>
                    <a:pt x="388" y="44"/>
                    <a:pt x="398" y="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2440725" y="2653310"/>
              <a:ext cx="182520" cy="212760"/>
            </a:xfrm>
            <a:custGeom>
              <a:avLst/>
              <a:gdLst/>
              <a:ahLst/>
              <a:cxnLst/>
              <a:rect l="l" t="t" r="r" b="b"/>
              <a:pathLst>
                <a:path w="507" h="591" extrusionOk="0">
                  <a:moveTo>
                    <a:pt x="43" y="337"/>
                  </a:moveTo>
                  <a:cubicBezTo>
                    <a:pt x="68" y="388"/>
                    <a:pt x="102" y="430"/>
                    <a:pt x="166" y="427"/>
                  </a:cubicBezTo>
                  <a:cubicBezTo>
                    <a:pt x="166" y="440"/>
                    <a:pt x="166" y="451"/>
                    <a:pt x="166" y="462"/>
                  </a:cubicBezTo>
                  <a:cubicBezTo>
                    <a:pt x="166" y="527"/>
                    <a:pt x="212" y="582"/>
                    <a:pt x="273" y="590"/>
                  </a:cubicBezTo>
                  <a:cubicBezTo>
                    <a:pt x="327" y="597"/>
                    <a:pt x="385" y="554"/>
                    <a:pt x="401" y="495"/>
                  </a:cubicBezTo>
                  <a:cubicBezTo>
                    <a:pt x="427" y="401"/>
                    <a:pt x="392" y="346"/>
                    <a:pt x="296" y="327"/>
                  </a:cubicBezTo>
                  <a:cubicBezTo>
                    <a:pt x="286" y="326"/>
                    <a:pt x="276" y="320"/>
                    <a:pt x="270" y="318"/>
                  </a:cubicBezTo>
                  <a:cubicBezTo>
                    <a:pt x="272" y="291"/>
                    <a:pt x="274" y="268"/>
                    <a:pt x="277" y="245"/>
                  </a:cubicBezTo>
                  <a:cubicBezTo>
                    <a:pt x="363" y="290"/>
                    <a:pt x="443" y="267"/>
                    <a:pt x="491" y="181"/>
                  </a:cubicBezTo>
                  <a:cubicBezTo>
                    <a:pt x="514" y="141"/>
                    <a:pt x="512" y="103"/>
                    <a:pt x="484" y="65"/>
                  </a:cubicBezTo>
                  <a:cubicBezTo>
                    <a:pt x="456" y="25"/>
                    <a:pt x="427" y="-9"/>
                    <a:pt x="370" y="1"/>
                  </a:cubicBezTo>
                  <a:cubicBezTo>
                    <a:pt x="314" y="11"/>
                    <a:pt x="248" y="75"/>
                    <a:pt x="240" y="132"/>
                  </a:cubicBezTo>
                  <a:cubicBezTo>
                    <a:pt x="236" y="159"/>
                    <a:pt x="216" y="167"/>
                    <a:pt x="194" y="151"/>
                  </a:cubicBezTo>
                  <a:cubicBezTo>
                    <a:pt x="191" y="149"/>
                    <a:pt x="188" y="145"/>
                    <a:pt x="185" y="142"/>
                  </a:cubicBezTo>
                  <a:cubicBezTo>
                    <a:pt x="144" y="106"/>
                    <a:pt x="94" y="101"/>
                    <a:pt x="49" y="126"/>
                  </a:cubicBezTo>
                  <a:cubicBezTo>
                    <a:pt x="7" y="150"/>
                    <a:pt x="-9" y="185"/>
                    <a:pt x="6" y="244"/>
                  </a:cubicBezTo>
                  <a:cubicBezTo>
                    <a:pt x="13" y="276"/>
                    <a:pt x="28" y="307"/>
                    <a:pt x="43" y="337"/>
                  </a:cubicBezTo>
                  <a:moveTo>
                    <a:pt x="325" y="77"/>
                  </a:moveTo>
                  <a:cubicBezTo>
                    <a:pt x="330" y="75"/>
                    <a:pt x="336" y="72"/>
                    <a:pt x="342" y="68"/>
                  </a:cubicBezTo>
                  <a:cubicBezTo>
                    <a:pt x="385" y="38"/>
                    <a:pt x="402" y="36"/>
                    <a:pt x="425" y="60"/>
                  </a:cubicBezTo>
                  <a:cubicBezTo>
                    <a:pt x="469" y="105"/>
                    <a:pt x="474" y="134"/>
                    <a:pt x="441" y="176"/>
                  </a:cubicBezTo>
                  <a:cubicBezTo>
                    <a:pt x="416" y="210"/>
                    <a:pt x="383" y="228"/>
                    <a:pt x="352" y="228"/>
                  </a:cubicBezTo>
                  <a:cubicBezTo>
                    <a:pt x="316" y="227"/>
                    <a:pt x="286" y="203"/>
                    <a:pt x="279" y="169"/>
                  </a:cubicBezTo>
                  <a:cubicBezTo>
                    <a:pt x="272" y="133"/>
                    <a:pt x="293" y="91"/>
                    <a:pt x="324" y="77"/>
                  </a:cubicBezTo>
                  <a:lnTo>
                    <a:pt x="325" y="77"/>
                  </a:lnTo>
                  <a:moveTo>
                    <a:pt x="311" y="372"/>
                  </a:moveTo>
                  <a:cubicBezTo>
                    <a:pt x="340" y="375"/>
                    <a:pt x="366" y="409"/>
                    <a:pt x="368" y="444"/>
                  </a:cubicBezTo>
                  <a:cubicBezTo>
                    <a:pt x="362" y="463"/>
                    <a:pt x="359" y="484"/>
                    <a:pt x="351" y="502"/>
                  </a:cubicBezTo>
                  <a:cubicBezTo>
                    <a:pt x="333" y="540"/>
                    <a:pt x="293" y="557"/>
                    <a:pt x="260" y="543"/>
                  </a:cubicBezTo>
                  <a:cubicBezTo>
                    <a:pt x="219" y="526"/>
                    <a:pt x="196" y="478"/>
                    <a:pt x="210" y="439"/>
                  </a:cubicBezTo>
                  <a:cubicBezTo>
                    <a:pt x="225" y="394"/>
                    <a:pt x="264" y="369"/>
                    <a:pt x="311" y="372"/>
                  </a:cubicBezTo>
                  <a:moveTo>
                    <a:pt x="123" y="155"/>
                  </a:moveTo>
                  <a:cubicBezTo>
                    <a:pt x="160" y="175"/>
                    <a:pt x="195" y="204"/>
                    <a:pt x="220" y="237"/>
                  </a:cubicBezTo>
                  <a:cubicBezTo>
                    <a:pt x="249" y="274"/>
                    <a:pt x="210" y="367"/>
                    <a:pt x="163" y="380"/>
                  </a:cubicBezTo>
                  <a:cubicBezTo>
                    <a:pt x="150" y="383"/>
                    <a:pt x="128" y="376"/>
                    <a:pt x="118" y="366"/>
                  </a:cubicBezTo>
                  <a:cubicBezTo>
                    <a:pt x="75" y="324"/>
                    <a:pt x="52" y="270"/>
                    <a:pt x="43" y="221"/>
                  </a:cubicBezTo>
                  <a:cubicBezTo>
                    <a:pt x="42" y="170"/>
                    <a:pt x="87" y="135"/>
                    <a:pt x="123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2482845" y="2373230"/>
              <a:ext cx="205560" cy="125280"/>
            </a:xfrm>
            <a:custGeom>
              <a:avLst/>
              <a:gdLst/>
              <a:ahLst/>
              <a:cxnLst/>
              <a:rect l="l" t="t" r="r" b="b"/>
              <a:pathLst>
                <a:path w="571" h="348" extrusionOk="0">
                  <a:moveTo>
                    <a:pt x="211" y="344"/>
                  </a:moveTo>
                  <a:cubicBezTo>
                    <a:pt x="258" y="336"/>
                    <a:pt x="294" y="313"/>
                    <a:pt x="309" y="265"/>
                  </a:cubicBezTo>
                  <a:cubicBezTo>
                    <a:pt x="317" y="241"/>
                    <a:pt x="323" y="217"/>
                    <a:pt x="332" y="189"/>
                  </a:cubicBezTo>
                  <a:cubicBezTo>
                    <a:pt x="341" y="200"/>
                    <a:pt x="346" y="208"/>
                    <a:pt x="353" y="215"/>
                  </a:cubicBezTo>
                  <a:cubicBezTo>
                    <a:pt x="395" y="261"/>
                    <a:pt x="439" y="301"/>
                    <a:pt x="508" y="297"/>
                  </a:cubicBezTo>
                  <a:cubicBezTo>
                    <a:pt x="554" y="295"/>
                    <a:pt x="584" y="252"/>
                    <a:pt x="566" y="211"/>
                  </a:cubicBezTo>
                  <a:cubicBezTo>
                    <a:pt x="537" y="146"/>
                    <a:pt x="473" y="127"/>
                    <a:pt x="415" y="106"/>
                  </a:cubicBezTo>
                  <a:cubicBezTo>
                    <a:pt x="390" y="98"/>
                    <a:pt x="358" y="112"/>
                    <a:pt x="319" y="118"/>
                  </a:cubicBezTo>
                  <a:cubicBezTo>
                    <a:pt x="305" y="97"/>
                    <a:pt x="287" y="67"/>
                    <a:pt x="267" y="39"/>
                  </a:cubicBezTo>
                  <a:cubicBezTo>
                    <a:pt x="239" y="-3"/>
                    <a:pt x="212" y="-10"/>
                    <a:pt x="168" y="16"/>
                  </a:cubicBezTo>
                  <a:cubicBezTo>
                    <a:pt x="131" y="38"/>
                    <a:pt x="95" y="60"/>
                    <a:pt x="60" y="84"/>
                  </a:cubicBezTo>
                  <a:cubicBezTo>
                    <a:pt x="-1" y="125"/>
                    <a:pt x="-16" y="186"/>
                    <a:pt x="17" y="251"/>
                  </a:cubicBezTo>
                  <a:cubicBezTo>
                    <a:pt x="55" y="325"/>
                    <a:pt x="126" y="360"/>
                    <a:pt x="211" y="345"/>
                  </a:cubicBezTo>
                  <a:lnTo>
                    <a:pt x="211" y="344"/>
                  </a:lnTo>
                  <a:moveTo>
                    <a:pt x="514" y="211"/>
                  </a:moveTo>
                  <a:cubicBezTo>
                    <a:pt x="520" y="219"/>
                    <a:pt x="521" y="232"/>
                    <a:pt x="524" y="242"/>
                  </a:cubicBezTo>
                  <a:cubicBezTo>
                    <a:pt x="513" y="246"/>
                    <a:pt x="502" y="252"/>
                    <a:pt x="490" y="252"/>
                  </a:cubicBezTo>
                  <a:cubicBezTo>
                    <a:pt x="425" y="249"/>
                    <a:pt x="405" y="200"/>
                    <a:pt x="386" y="147"/>
                  </a:cubicBezTo>
                  <a:cubicBezTo>
                    <a:pt x="433" y="162"/>
                    <a:pt x="482" y="171"/>
                    <a:pt x="514" y="211"/>
                  </a:cubicBezTo>
                  <a:moveTo>
                    <a:pt x="80" y="122"/>
                  </a:moveTo>
                  <a:cubicBezTo>
                    <a:pt x="116" y="97"/>
                    <a:pt x="153" y="75"/>
                    <a:pt x="190" y="51"/>
                  </a:cubicBezTo>
                  <a:cubicBezTo>
                    <a:pt x="210" y="38"/>
                    <a:pt x="223" y="43"/>
                    <a:pt x="235" y="63"/>
                  </a:cubicBezTo>
                  <a:cubicBezTo>
                    <a:pt x="253" y="91"/>
                    <a:pt x="273" y="119"/>
                    <a:pt x="291" y="147"/>
                  </a:cubicBezTo>
                  <a:cubicBezTo>
                    <a:pt x="294" y="150"/>
                    <a:pt x="298" y="155"/>
                    <a:pt x="297" y="158"/>
                  </a:cubicBezTo>
                  <a:cubicBezTo>
                    <a:pt x="284" y="197"/>
                    <a:pt x="276" y="238"/>
                    <a:pt x="255" y="272"/>
                  </a:cubicBezTo>
                  <a:cubicBezTo>
                    <a:pt x="243" y="291"/>
                    <a:pt x="211" y="297"/>
                    <a:pt x="188" y="309"/>
                  </a:cubicBezTo>
                  <a:cubicBezTo>
                    <a:pt x="186" y="307"/>
                    <a:pt x="185" y="304"/>
                    <a:pt x="184" y="301"/>
                  </a:cubicBezTo>
                  <a:cubicBezTo>
                    <a:pt x="128" y="301"/>
                    <a:pt x="81" y="289"/>
                    <a:pt x="56" y="231"/>
                  </a:cubicBezTo>
                  <a:cubicBezTo>
                    <a:pt x="36" y="187"/>
                    <a:pt x="41" y="150"/>
                    <a:pt x="8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2514525" y="3390230"/>
              <a:ext cx="96120" cy="221040"/>
            </a:xfrm>
            <a:custGeom>
              <a:avLst/>
              <a:gdLst/>
              <a:ahLst/>
              <a:cxnLst/>
              <a:rect l="l" t="t" r="r" b="b"/>
              <a:pathLst>
                <a:path w="267" h="614" extrusionOk="0">
                  <a:moveTo>
                    <a:pt x="251" y="92"/>
                  </a:moveTo>
                  <a:cubicBezTo>
                    <a:pt x="230" y="41"/>
                    <a:pt x="192" y="5"/>
                    <a:pt x="138" y="0"/>
                  </a:cubicBezTo>
                  <a:cubicBezTo>
                    <a:pt x="86" y="-3"/>
                    <a:pt x="52" y="35"/>
                    <a:pt x="26" y="78"/>
                  </a:cubicBezTo>
                  <a:cubicBezTo>
                    <a:pt x="1" y="121"/>
                    <a:pt x="-3" y="168"/>
                    <a:pt x="1" y="216"/>
                  </a:cubicBezTo>
                  <a:cubicBezTo>
                    <a:pt x="5" y="266"/>
                    <a:pt x="29" y="307"/>
                    <a:pt x="64" y="335"/>
                  </a:cubicBezTo>
                  <a:cubicBezTo>
                    <a:pt x="49" y="353"/>
                    <a:pt x="32" y="367"/>
                    <a:pt x="23" y="386"/>
                  </a:cubicBezTo>
                  <a:cubicBezTo>
                    <a:pt x="-6" y="449"/>
                    <a:pt x="-2" y="513"/>
                    <a:pt x="36" y="572"/>
                  </a:cubicBezTo>
                  <a:cubicBezTo>
                    <a:pt x="68" y="621"/>
                    <a:pt x="119" y="629"/>
                    <a:pt x="155" y="583"/>
                  </a:cubicBezTo>
                  <a:cubicBezTo>
                    <a:pt x="227" y="492"/>
                    <a:pt x="247" y="431"/>
                    <a:pt x="171" y="347"/>
                  </a:cubicBezTo>
                  <a:cubicBezTo>
                    <a:pt x="259" y="280"/>
                    <a:pt x="288" y="186"/>
                    <a:pt x="251" y="92"/>
                  </a:cubicBezTo>
                  <a:moveTo>
                    <a:pt x="68" y="96"/>
                  </a:moveTo>
                  <a:cubicBezTo>
                    <a:pt x="86" y="76"/>
                    <a:pt x="99" y="40"/>
                    <a:pt x="142" y="48"/>
                  </a:cubicBezTo>
                  <a:cubicBezTo>
                    <a:pt x="183" y="56"/>
                    <a:pt x="202" y="83"/>
                    <a:pt x="214" y="119"/>
                  </a:cubicBezTo>
                  <a:cubicBezTo>
                    <a:pt x="219" y="136"/>
                    <a:pt x="221" y="153"/>
                    <a:pt x="225" y="170"/>
                  </a:cubicBezTo>
                  <a:cubicBezTo>
                    <a:pt x="227" y="171"/>
                    <a:pt x="229" y="172"/>
                    <a:pt x="231" y="173"/>
                  </a:cubicBezTo>
                  <a:cubicBezTo>
                    <a:pt x="216" y="208"/>
                    <a:pt x="207" y="245"/>
                    <a:pt x="186" y="276"/>
                  </a:cubicBezTo>
                  <a:cubicBezTo>
                    <a:pt x="153" y="324"/>
                    <a:pt x="99" y="320"/>
                    <a:pt x="66" y="271"/>
                  </a:cubicBezTo>
                  <a:cubicBezTo>
                    <a:pt x="33" y="223"/>
                    <a:pt x="30" y="140"/>
                    <a:pt x="68" y="96"/>
                  </a:cubicBezTo>
                  <a:moveTo>
                    <a:pt x="174" y="459"/>
                  </a:moveTo>
                  <a:cubicBezTo>
                    <a:pt x="161" y="492"/>
                    <a:pt x="145" y="524"/>
                    <a:pt x="125" y="553"/>
                  </a:cubicBezTo>
                  <a:cubicBezTo>
                    <a:pt x="107" y="578"/>
                    <a:pt x="86" y="576"/>
                    <a:pt x="72" y="548"/>
                  </a:cubicBezTo>
                  <a:cubicBezTo>
                    <a:pt x="58" y="522"/>
                    <a:pt x="50" y="493"/>
                    <a:pt x="41" y="471"/>
                  </a:cubicBezTo>
                  <a:cubicBezTo>
                    <a:pt x="47" y="445"/>
                    <a:pt x="48" y="426"/>
                    <a:pt x="56" y="410"/>
                  </a:cubicBezTo>
                  <a:cubicBezTo>
                    <a:pt x="69" y="382"/>
                    <a:pt x="105" y="365"/>
                    <a:pt x="125" y="372"/>
                  </a:cubicBezTo>
                  <a:cubicBezTo>
                    <a:pt x="153" y="383"/>
                    <a:pt x="184" y="431"/>
                    <a:pt x="174" y="4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2705685" y="1927550"/>
              <a:ext cx="110880" cy="173160"/>
            </a:xfrm>
            <a:custGeom>
              <a:avLst/>
              <a:gdLst/>
              <a:ahLst/>
              <a:cxnLst/>
              <a:rect l="l" t="t" r="r" b="b"/>
              <a:pathLst>
                <a:path w="308" h="481" extrusionOk="0">
                  <a:moveTo>
                    <a:pt x="187" y="25"/>
                  </a:moveTo>
                  <a:cubicBezTo>
                    <a:pt x="178" y="15"/>
                    <a:pt x="162" y="7"/>
                    <a:pt x="148" y="5"/>
                  </a:cubicBezTo>
                  <a:cubicBezTo>
                    <a:pt x="70" y="-11"/>
                    <a:pt x="34" y="9"/>
                    <a:pt x="13" y="87"/>
                  </a:cubicBezTo>
                  <a:cubicBezTo>
                    <a:pt x="-7" y="165"/>
                    <a:pt x="-10" y="242"/>
                    <a:pt x="54" y="306"/>
                  </a:cubicBezTo>
                  <a:cubicBezTo>
                    <a:pt x="57" y="310"/>
                    <a:pt x="57" y="317"/>
                    <a:pt x="58" y="323"/>
                  </a:cubicBezTo>
                  <a:cubicBezTo>
                    <a:pt x="65" y="358"/>
                    <a:pt x="68" y="394"/>
                    <a:pt x="80" y="427"/>
                  </a:cubicBezTo>
                  <a:cubicBezTo>
                    <a:pt x="103" y="487"/>
                    <a:pt x="146" y="497"/>
                    <a:pt x="198" y="457"/>
                  </a:cubicBezTo>
                  <a:cubicBezTo>
                    <a:pt x="225" y="435"/>
                    <a:pt x="250" y="411"/>
                    <a:pt x="275" y="387"/>
                  </a:cubicBezTo>
                  <a:cubicBezTo>
                    <a:pt x="329" y="336"/>
                    <a:pt x="316" y="242"/>
                    <a:pt x="249" y="207"/>
                  </a:cubicBezTo>
                  <a:cubicBezTo>
                    <a:pt x="265" y="132"/>
                    <a:pt x="229" y="77"/>
                    <a:pt x="187" y="25"/>
                  </a:cubicBezTo>
                  <a:moveTo>
                    <a:pt x="70" y="263"/>
                  </a:moveTo>
                  <a:cubicBezTo>
                    <a:pt x="34" y="206"/>
                    <a:pt x="32" y="147"/>
                    <a:pt x="56" y="91"/>
                  </a:cubicBezTo>
                  <a:cubicBezTo>
                    <a:pt x="65" y="70"/>
                    <a:pt x="96" y="52"/>
                    <a:pt x="121" y="45"/>
                  </a:cubicBezTo>
                  <a:cubicBezTo>
                    <a:pt x="149" y="36"/>
                    <a:pt x="165" y="61"/>
                    <a:pt x="177" y="84"/>
                  </a:cubicBezTo>
                  <a:cubicBezTo>
                    <a:pt x="188" y="106"/>
                    <a:pt x="200" y="128"/>
                    <a:pt x="207" y="152"/>
                  </a:cubicBezTo>
                  <a:cubicBezTo>
                    <a:pt x="217" y="184"/>
                    <a:pt x="203" y="201"/>
                    <a:pt x="170" y="209"/>
                  </a:cubicBezTo>
                  <a:cubicBezTo>
                    <a:pt x="151" y="214"/>
                    <a:pt x="134" y="222"/>
                    <a:pt x="117" y="231"/>
                  </a:cubicBezTo>
                  <a:cubicBezTo>
                    <a:pt x="101" y="240"/>
                    <a:pt x="87" y="251"/>
                    <a:pt x="70" y="263"/>
                  </a:cubicBezTo>
                  <a:moveTo>
                    <a:pt x="268" y="313"/>
                  </a:moveTo>
                  <a:cubicBezTo>
                    <a:pt x="260" y="328"/>
                    <a:pt x="254" y="345"/>
                    <a:pt x="242" y="357"/>
                  </a:cubicBezTo>
                  <a:cubicBezTo>
                    <a:pt x="219" y="382"/>
                    <a:pt x="193" y="404"/>
                    <a:pt x="167" y="425"/>
                  </a:cubicBezTo>
                  <a:cubicBezTo>
                    <a:pt x="147" y="441"/>
                    <a:pt x="132" y="438"/>
                    <a:pt x="120" y="412"/>
                  </a:cubicBezTo>
                  <a:cubicBezTo>
                    <a:pt x="87" y="340"/>
                    <a:pt x="91" y="322"/>
                    <a:pt x="158" y="279"/>
                  </a:cubicBezTo>
                  <a:cubicBezTo>
                    <a:pt x="166" y="273"/>
                    <a:pt x="175" y="269"/>
                    <a:pt x="184" y="264"/>
                  </a:cubicBezTo>
                  <a:cubicBezTo>
                    <a:pt x="239" y="237"/>
                    <a:pt x="260" y="248"/>
                    <a:pt x="268" y="3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2886045" y="238799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1"/>
                  </a:lnTo>
                  <a:lnTo>
                    <a:pt x="1" y="1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2864085" y="2378990"/>
              <a:ext cx="97200" cy="167760"/>
            </a:xfrm>
            <a:custGeom>
              <a:avLst/>
              <a:gdLst/>
              <a:ahLst/>
              <a:cxnLst/>
              <a:rect l="l" t="t" r="r" b="b"/>
              <a:pathLst>
                <a:path w="270" h="466" extrusionOk="0">
                  <a:moveTo>
                    <a:pt x="42" y="235"/>
                  </a:moveTo>
                  <a:cubicBezTo>
                    <a:pt x="31" y="282"/>
                    <a:pt x="18" y="324"/>
                    <a:pt x="11" y="367"/>
                  </a:cubicBezTo>
                  <a:cubicBezTo>
                    <a:pt x="6" y="405"/>
                    <a:pt x="25" y="433"/>
                    <a:pt x="59" y="452"/>
                  </a:cubicBezTo>
                  <a:cubicBezTo>
                    <a:pt x="121" y="485"/>
                    <a:pt x="217" y="461"/>
                    <a:pt x="247" y="397"/>
                  </a:cubicBezTo>
                  <a:cubicBezTo>
                    <a:pt x="287" y="311"/>
                    <a:pt x="277" y="255"/>
                    <a:pt x="195" y="224"/>
                  </a:cubicBezTo>
                  <a:cubicBezTo>
                    <a:pt x="182" y="219"/>
                    <a:pt x="171" y="212"/>
                    <a:pt x="163" y="209"/>
                  </a:cubicBezTo>
                  <a:cubicBezTo>
                    <a:pt x="182" y="176"/>
                    <a:pt x="200" y="149"/>
                    <a:pt x="213" y="118"/>
                  </a:cubicBezTo>
                  <a:cubicBezTo>
                    <a:pt x="226" y="88"/>
                    <a:pt x="230" y="54"/>
                    <a:pt x="201" y="31"/>
                  </a:cubicBezTo>
                  <a:cubicBezTo>
                    <a:pt x="171" y="7"/>
                    <a:pt x="138" y="-14"/>
                    <a:pt x="97" y="12"/>
                  </a:cubicBezTo>
                  <a:cubicBezTo>
                    <a:pt x="87" y="19"/>
                    <a:pt x="74" y="21"/>
                    <a:pt x="62" y="26"/>
                  </a:cubicBezTo>
                  <a:cubicBezTo>
                    <a:pt x="55" y="37"/>
                    <a:pt x="49" y="49"/>
                    <a:pt x="41" y="59"/>
                  </a:cubicBezTo>
                  <a:cubicBezTo>
                    <a:pt x="-14" y="132"/>
                    <a:pt x="-12" y="187"/>
                    <a:pt x="42" y="235"/>
                  </a:cubicBezTo>
                  <a:moveTo>
                    <a:pt x="166" y="260"/>
                  </a:moveTo>
                  <a:cubicBezTo>
                    <a:pt x="191" y="273"/>
                    <a:pt x="228" y="277"/>
                    <a:pt x="225" y="319"/>
                  </a:cubicBezTo>
                  <a:cubicBezTo>
                    <a:pt x="222" y="364"/>
                    <a:pt x="204" y="401"/>
                    <a:pt x="157" y="417"/>
                  </a:cubicBezTo>
                  <a:cubicBezTo>
                    <a:pt x="144" y="421"/>
                    <a:pt x="130" y="424"/>
                    <a:pt x="123" y="426"/>
                  </a:cubicBezTo>
                  <a:cubicBezTo>
                    <a:pt x="70" y="425"/>
                    <a:pt x="46" y="395"/>
                    <a:pt x="53" y="349"/>
                  </a:cubicBezTo>
                  <a:cubicBezTo>
                    <a:pt x="58" y="312"/>
                    <a:pt x="66" y="277"/>
                    <a:pt x="98" y="255"/>
                  </a:cubicBezTo>
                  <a:cubicBezTo>
                    <a:pt x="109" y="248"/>
                    <a:pt x="125" y="247"/>
                    <a:pt x="139" y="248"/>
                  </a:cubicBezTo>
                  <a:cubicBezTo>
                    <a:pt x="148" y="248"/>
                    <a:pt x="157" y="255"/>
                    <a:pt x="166" y="260"/>
                  </a:cubicBezTo>
                  <a:moveTo>
                    <a:pt x="79" y="87"/>
                  </a:moveTo>
                  <a:cubicBezTo>
                    <a:pt x="107" y="46"/>
                    <a:pt x="120" y="46"/>
                    <a:pt x="160" y="75"/>
                  </a:cubicBezTo>
                  <a:cubicBezTo>
                    <a:pt x="176" y="86"/>
                    <a:pt x="177" y="96"/>
                    <a:pt x="171" y="113"/>
                  </a:cubicBezTo>
                  <a:cubicBezTo>
                    <a:pt x="153" y="158"/>
                    <a:pt x="109" y="196"/>
                    <a:pt x="75" y="196"/>
                  </a:cubicBezTo>
                  <a:cubicBezTo>
                    <a:pt x="46" y="195"/>
                    <a:pt x="33" y="176"/>
                    <a:pt x="44" y="150"/>
                  </a:cubicBezTo>
                  <a:cubicBezTo>
                    <a:pt x="54" y="128"/>
                    <a:pt x="66" y="107"/>
                    <a:pt x="79" y="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2700645" y="1793630"/>
              <a:ext cx="80640" cy="121320"/>
            </a:xfrm>
            <a:custGeom>
              <a:avLst/>
              <a:gdLst/>
              <a:ahLst/>
              <a:cxnLst/>
              <a:rect l="l" t="t" r="r" b="b"/>
              <a:pathLst>
                <a:path w="224" h="337" extrusionOk="0">
                  <a:moveTo>
                    <a:pt x="102" y="337"/>
                  </a:moveTo>
                  <a:cubicBezTo>
                    <a:pt x="160" y="344"/>
                    <a:pt x="217" y="305"/>
                    <a:pt x="222" y="248"/>
                  </a:cubicBezTo>
                  <a:cubicBezTo>
                    <a:pt x="226" y="186"/>
                    <a:pt x="225" y="124"/>
                    <a:pt x="222" y="61"/>
                  </a:cubicBezTo>
                  <a:cubicBezTo>
                    <a:pt x="221" y="47"/>
                    <a:pt x="209" y="29"/>
                    <a:pt x="197" y="18"/>
                  </a:cubicBezTo>
                  <a:cubicBezTo>
                    <a:pt x="165" y="-10"/>
                    <a:pt x="122" y="-5"/>
                    <a:pt x="82" y="30"/>
                  </a:cubicBezTo>
                  <a:cubicBezTo>
                    <a:pt x="26" y="79"/>
                    <a:pt x="5" y="143"/>
                    <a:pt x="0" y="204"/>
                  </a:cubicBezTo>
                  <a:cubicBezTo>
                    <a:pt x="-3" y="284"/>
                    <a:pt x="36" y="330"/>
                    <a:pt x="102" y="337"/>
                  </a:cubicBezTo>
                  <a:moveTo>
                    <a:pt x="109" y="64"/>
                  </a:moveTo>
                  <a:cubicBezTo>
                    <a:pt x="124" y="52"/>
                    <a:pt x="150" y="43"/>
                    <a:pt x="166" y="48"/>
                  </a:cubicBezTo>
                  <a:cubicBezTo>
                    <a:pt x="187" y="54"/>
                    <a:pt x="191" y="77"/>
                    <a:pt x="187" y="102"/>
                  </a:cubicBezTo>
                  <a:cubicBezTo>
                    <a:pt x="182" y="141"/>
                    <a:pt x="185" y="180"/>
                    <a:pt x="183" y="219"/>
                  </a:cubicBezTo>
                  <a:cubicBezTo>
                    <a:pt x="181" y="265"/>
                    <a:pt x="154" y="295"/>
                    <a:pt x="114" y="294"/>
                  </a:cubicBezTo>
                  <a:cubicBezTo>
                    <a:pt x="71" y="294"/>
                    <a:pt x="41" y="264"/>
                    <a:pt x="41" y="215"/>
                  </a:cubicBezTo>
                  <a:cubicBezTo>
                    <a:pt x="48" y="161"/>
                    <a:pt x="59" y="103"/>
                    <a:pt x="109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2831685" y="2763110"/>
              <a:ext cx="99000" cy="101880"/>
            </a:xfrm>
            <a:custGeom>
              <a:avLst/>
              <a:gdLst/>
              <a:ahLst/>
              <a:cxnLst/>
              <a:rect l="l" t="t" r="r" b="b"/>
              <a:pathLst>
                <a:path w="275" h="283" extrusionOk="0">
                  <a:moveTo>
                    <a:pt x="125" y="10"/>
                  </a:moveTo>
                  <a:cubicBezTo>
                    <a:pt x="93" y="28"/>
                    <a:pt x="62" y="50"/>
                    <a:pt x="36" y="75"/>
                  </a:cubicBezTo>
                  <a:cubicBezTo>
                    <a:pt x="-30" y="143"/>
                    <a:pt x="-2" y="247"/>
                    <a:pt x="89" y="276"/>
                  </a:cubicBezTo>
                  <a:cubicBezTo>
                    <a:pt x="178" y="305"/>
                    <a:pt x="271" y="229"/>
                    <a:pt x="275" y="126"/>
                  </a:cubicBezTo>
                  <a:cubicBezTo>
                    <a:pt x="269" y="107"/>
                    <a:pt x="267" y="85"/>
                    <a:pt x="256" y="68"/>
                  </a:cubicBezTo>
                  <a:cubicBezTo>
                    <a:pt x="221" y="17"/>
                    <a:pt x="174" y="-19"/>
                    <a:pt x="125" y="10"/>
                  </a:cubicBezTo>
                  <a:moveTo>
                    <a:pt x="223" y="103"/>
                  </a:moveTo>
                  <a:cubicBezTo>
                    <a:pt x="244" y="162"/>
                    <a:pt x="189" y="239"/>
                    <a:pt x="126" y="240"/>
                  </a:cubicBezTo>
                  <a:cubicBezTo>
                    <a:pt x="90" y="240"/>
                    <a:pt x="49" y="206"/>
                    <a:pt x="41" y="170"/>
                  </a:cubicBezTo>
                  <a:cubicBezTo>
                    <a:pt x="34" y="138"/>
                    <a:pt x="66" y="88"/>
                    <a:pt x="102" y="74"/>
                  </a:cubicBezTo>
                  <a:cubicBezTo>
                    <a:pt x="109" y="72"/>
                    <a:pt x="116" y="70"/>
                    <a:pt x="123" y="66"/>
                  </a:cubicBezTo>
                  <a:cubicBezTo>
                    <a:pt x="165" y="39"/>
                    <a:pt x="206" y="53"/>
                    <a:pt x="223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2587965" y="2809190"/>
              <a:ext cx="85680" cy="110160"/>
            </a:xfrm>
            <a:custGeom>
              <a:avLst/>
              <a:gdLst/>
              <a:ahLst/>
              <a:cxnLst/>
              <a:rect l="l" t="t" r="r" b="b"/>
              <a:pathLst>
                <a:path w="238" h="306" extrusionOk="0">
                  <a:moveTo>
                    <a:pt x="69" y="0"/>
                  </a:moveTo>
                  <a:cubicBezTo>
                    <a:pt x="59" y="2"/>
                    <a:pt x="48" y="10"/>
                    <a:pt x="41" y="19"/>
                  </a:cubicBezTo>
                  <a:cubicBezTo>
                    <a:pt x="-10" y="82"/>
                    <a:pt x="-14" y="195"/>
                    <a:pt x="32" y="263"/>
                  </a:cubicBezTo>
                  <a:cubicBezTo>
                    <a:pt x="61" y="306"/>
                    <a:pt x="106" y="318"/>
                    <a:pt x="151" y="292"/>
                  </a:cubicBezTo>
                  <a:cubicBezTo>
                    <a:pt x="207" y="257"/>
                    <a:pt x="234" y="206"/>
                    <a:pt x="238" y="136"/>
                  </a:cubicBezTo>
                  <a:cubicBezTo>
                    <a:pt x="236" y="124"/>
                    <a:pt x="235" y="107"/>
                    <a:pt x="230" y="92"/>
                  </a:cubicBezTo>
                  <a:cubicBezTo>
                    <a:pt x="209" y="39"/>
                    <a:pt x="126" y="-8"/>
                    <a:pt x="69" y="0"/>
                  </a:cubicBezTo>
                  <a:moveTo>
                    <a:pt x="104" y="49"/>
                  </a:moveTo>
                  <a:cubicBezTo>
                    <a:pt x="162" y="64"/>
                    <a:pt x="196" y="96"/>
                    <a:pt x="196" y="146"/>
                  </a:cubicBezTo>
                  <a:cubicBezTo>
                    <a:pt x="191" y="186"/>
                    <a:pt x="173" y="225"/>
                    <a:pt x="133" y="252"/>
                  </a:cubicBezTo>
                  <a:cubicBezTo>
                    <a:pt x="108" y="270"/>
                    <a:pt x="87" y="266"/>
                    <a:pt x="68" y="242"/>
                  </a:cubicBezTo>
                  <a:cubicBezTo>
                    <a:pt x="37" y="203"/>
                    <a:pt x="30" y="115"/>
                    <a:pt x="53" y="71"/>
                  </a:cubicBezTo>
                  <a:cubicBezTo>
                    <a:pt x="65" y="49"/>
                    <a:pt x="79" y="43"/>
                    <a:pt x="103" y="49"/>
                  </a:cubicBezTo>
                  <a:lnTo>
                    <a:pt x="104" y="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64" name="Google Shape;164;p1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5" name="Google Shape;165;p16"/>
          <p:cNvGrpSpPr/>
          <p:nvPr/>
        </p:nvGrpSpPr>
        <p:grpSpPr>
          <a:xfrm>
            <a:off x="-367575" y="-2660199"/>
            <a:ext cx="11349674" cy="8319899"/>
            <a:chOff x="-2168699" y="-2660199"/>
            <a:chExt cx="11349674" cy="8319899"/>
          </a:xfrm>
        </p:grpSpPr>
        <p:pic>
          <p:nvPicPr>
            <p:cNvPr id="166" name="Google Shape;166;p16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6594525" y="4604002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167" name="Google Shape;167;p16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3527125" y="-1301774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7"/>
          <p:cNvGrpSpPr/>
          <p:nvPr/>
        </p:nvGrpSpPr>
        <p:grpSpPr>
          <a:xfrm rot="-856702">
            <a:off x="8538328" y="2502986"/>
            <a:ext cx="873139" cy="2130958"/>
            <a:chOff x="960045" y="1512110"/>
            <a:chExt cx="1311480" cy="3200760"/>
          </a:xfrm>
        </p:grpSpPr>
        <p:sp>
          <p:nvSpPr>
            <p:cNvPr id="170" name="Google Shape;170;p17"/>
            <p:cNvSpPr/>
            <p:nvPr/>
          </p:nvSpPr>
          <p:spPr>
            <a:xfrm>
              <a:off x="960045" y="1512110"/>
              <a:ext cx="1311480" cy="3200760"/>
            </a:xfrm>
            <a:custGeom>
              <a:avLst/>
              <a:gdLst/>
              <a:ahLst/>
              <a:cxnLst/>
              <a:rect l="l" t="t" r="r" b="b"/>
              <a:pathLst>
                <a:path w="3643" h="8891" extrusionOk="0">
                  <a:moveTo>
                    <a:pt x="1617" y="1915"/>
                  </a:moveTo>
                  <a:cubicBezTo>
                    <a:pt x="1564" y="1921"/>
                    <a:pt x="1520" y="1906"/>
                    <a:pt x="1491" y="1859"/>
                  </a:cubicBezTo>
                  <a:cubicBezTo>
                    <a:pt x="1472" y="1828"/>
                    <a:pt x="1476" y="1816"/>
                    <a:pt x="1509" y="1802"/>
                  </a:cubicBezTo>
                  <a:cubicBezTo>
                    <a:pt x="1535" y="1791"/>
                    <a:pt x="1562" y="1780"/>
                    <a:pt x="1589" y="1769"/>
                  </a:cubicBezTo>
                  <a:cubicBezTo>
                    <a:pt x="1588" y="1768"/>
                    <a:pt x="1583" y="1760"/>
                    <a:pt x="1577" y="1753"/>
                  </a:cubicBezTo>
                  <a:cubicBezTo>
                    <a:pt x="1553" y="1729"/>
                    <a:pt x="1546" y="1704"/>
                    <a:pt x="1569" y="1673"/>
                  </a:cubicBezTo>
                  <a:cubicBezTo>
                    <a:pt x="1595" y="1638"/>
                    <a:pt x="1627" y="1621"/>
                    <a:pt x="1663" y="1629"/>
                  </a:cubicBezTo>
                  <a:cubicBezTo>
                    <a:pt x="1668" y="1631"/>
                    <a:pt x="1674" y="1632"/>
                    <a:pt x="1678" y="1634"/>
                  </a:cubicBezTo>
                  <a:cubicBezTo>
                    <a:pt x="1717" y="1658"/>
                    <a:pt x="1754" y="1682"/>
                    <a:pt x="1802" y="1690"/>
                  </a:cubicBezTo>
                  <a:cubicBezTo>
                    <a:pt x="1830" y="1694"/>
                    <a:pt x="1830" y="1725"/>
                    <a:pt x="1808" y="1764"/>
                  </a:cubicBezTo>
                  <a:cubicBezTo>
                    <a:pt x="1821" y="1783"/>
                    <a:pt x="1836" y="1799"/>
                    <a:pt x="1844" y="1819"/>
                  </a:cubicBezTo>
                  <a:cubicBezTo>
                    <a:pt x="1851" y="1836"/>
                    <a:pt x="1850" y="1856"/>
                    <a:pt x="1860" y="1875"/>
                  </a:cubicBezTo>
                  <a:cubicBezTo>
                    <a:pt x="1864" y="1820"/>
                    <a:pt x="1863" y="1765"/>
                    <a:pt x="1911" y="1732"/>
                  </a:cubicBezTo>
                  <a:cubicBezTo>
                    <a:pt x="1906" y="1616"/>
                    <a:pt x="1901" y="1503"/>
                    <a:pt x="1896" y="1397"/>
                  </a:cubicBezTo>
                  <a:cubicBezTo>
                    <a:pt x="1864" y="1398"/>
                    <a:pt x="1838" y="1400"/>
                    <a:pt x="1813" y="1401"/>
                  </a:cubicBezTo>
                  <a:cubicBezTo>
                    <a:pt x="1809" y="1401"/>
                    <a:pt x="1805" y="1399"/>
                    <a:pt x="1803" y="1401"/>
                  </a:cubicBezTo>
                  <a:cubicBezTo>
                    <a:pt x="1776" y="1427"/>
                    <a:pt x="1745" y="1424"/>
                    <a:pt x="1717" y="1404"/>
                  </a:cubicBezTo>
                  <a:cubicBezTo>
                    <a:pt x="1693" y="1387"/>
                    <a:pt x="1672" y="1366"/>
                    <a:pt x="1645" y="1341"/>
                  </a:cubicBezTo>
                  <a:cubicBezTo>
                    <a:pt x="1571" y="1346"/>
                    <a:pt x="1535" y="1296"/>
                    <a:pt x="1561" y="1228"/>
                  </a:cubicBezTo>
                  <a:cubicBezTo>
                    <a:pt x="1515" y="1189"/>
                    <a:pt x="1514" y="1137"/>
                    <a:pt x="1558" y="1095"/>
                  </a:cubicBezTo>
                  <a:cubicBezTo>
                    <a:pt x="1481" y="1067"/>
                    <a:pt x="1478" y="1064"/>
                    <a:pt x="1498" y="1024"/>
                  </a:cubicBezTo>
                  <a:cubicBezTo>
                    <a:pt x="1432" y="1013"/>
                    <a:pt x="1416" y="963"/>
                    <a:pt x="1429" y="916"/>
                  </a:cubicBezTo>
                  <a:cubicBezTo>
                    <a:pt x="1364" y="882"/>
                    <a:pt x="1350" y="838"/>
                    <a:pt x="1382" y="777"/>
                  </a:cubicBezTo>
                  <a:cubicBezTo>
                    <a:pt x="1356" y="732"/>
                    <a:pt x="1356" y="716"/>
                    <a:pt x="1380" y="688"/>
                  </a:cubicBezTo>
                  <a:cubicBezTo>
                    <a:pt x="1383" y="681"/>
                    <a:pt x="1387" y="673"/>
                    <a:pt x="1391" y="666"/>
                  </a:cubicBezTo>
                  <a:cubicBezTo>
                    <a:pt x="1419" y="633"/>
                    <a:pt x="1444" y="625"/>
                    <a:pt x="1472" y="639"/>
                  </a:cubicBezTo>
                  <a:cubicBezTo>
                    <a:pt x="1499" y="653"/>
                    <a:pt x="1509" y="681"/>
                    <a:pt x="1501" y="721"/>
                  </a:cubicBezTo>
                  <a:cubicBezTo>
                    <a:pt x="1499" y="729"/>
                    <a:pt x="1497" y="736"/>
                    <a:pt x="1495" y="746"/>
                  </a:cubicBezTo>
                  <a:cubicBezTo>
                    <a:pt x="1527" y="731"/>
                    <a:pt x="1556" y="702"/>
                    <a:pt x="1589" y="728"/>
                  </a:cubicBezTo>
                  <a:cubicBezTo>
                    <a:pt x="1625" y="756"/>
                    <a:pt x="1607" y="796"/>
                    <a:pt x="1601" y="835"/>
                  </a:cubicBezTo>
                  <a:cubicBezTo>
                    <a:pt x="1634" y="823"/>
                    <a:pt x="1665" y="823"/>
                    <a:pt x="1691" y="845"/>
                  </a:cubicBezTo>
                  <a:cubicBezTo>
                    <a:pt x="1719" y="868"/>
                    <a:pt x="1721" y="897"/>
                    <a:pt x="1710" y="930"/>
                  </a:cubicBezTo>
                  <a:cubicBezTo>
                    <a:pt x="1748" y="941"/>
                    <a:pt x="1771" y="963"/>
                    <a:pt x="1763" y="1006"/>
                  </a:cubicBezTo>
                  <a:cubicBezTo>
                    <a:pt x="1763" y="1009"/>
                    <a:pt x="1762" y="1013"/>
                    <a:pt x="1764" y="1015"/>
                  </a:cubicBezTo>
                  <a:cubicBezTo>
                    <a:pt x="1798" y="1044"/>
                    <a:pt x="1786" y="1079"/>
                    <a:pt x="1776" y="1110"/>
                  </a:cubicBezTo>
                  <a:cubicBezTo>
                    <a:pt x="1798" y="1114"/>
                    <a:pt x="1821" y="1112"/>
                    <a:pt x="1834" y="1123"/>
                  </a:cubicBezTo>
                  <a:cubicBezTo>
                    <a:pt x="1847" y="1133"/>
                    <a:pt x="1852" y="1157"/>
                    <a:pt x="1853" y="1175"/>
                  </a:cubicBezTo>
                  <a:cubicBezTo>
                    <a:pt x="1854" y="1195"/>
                    <a:pt x="1847" y="1215"/>
                    <a:pt x="1844" y="1237"/>
                  </a:cubicBezTo>
                  <a:cubicBezTo>
                    <a:pt x="1853" y="1242"/>
                    <a:pt x="1864" y="1248"/>
                    <a:pt x="1881" y="1256"/>
                  </a:cubicBezTo>
                  <a:cubicBezTo>
                    <a:pt x="1875" y="1199"/>
                    <a:pt x="1872" y="1147"/>
                    <a:pt x="1865" y="1095"/>
                  </a:cubicBezTo>
                  <a:cubicBezTo>
                    <a:pt x="1858" y="1042"/>
                    <a:pt x="1849" y="990"/>
                    <a:pt x="1838" y="938"/>
                  </a:cubicBezTo>
                  <a:cubicBezTo>
                    <a:pt x="1836" y="927"/>
                    <a:pt x="1826" y="916"/>
                    <a:pt x="1816" y="910"/>
                  </a:cubicBezTo>
                  <a:cubicBezTo>
                    <a:pt x="1789" y="896"/>
                    <a:pt x="1770" y="880"/>
                    <a:pt x="1767" y="847"/>
                  </a:cubicBezTo>
                  <a:cubicBezTo>
                    <a:pt x="1766" y="831"/>
                    <a:pt x="1751" y="817"/>
                    <a:pt x="1751" y="802"/>
                  </a:cubicBezTo>
                  <a:cubicBezTo>
                    <a:pt x="1750" y="776"/>
                    <a:pt x="1756" y="749"/>
                    <a:pt x="1760" y="719"/>
                  </a:cubicBezTo>
                  <a:cubicBezTo>
                    <a:pt x="1731" y="721"/>
                    <a:pt x="1693" y="729"/>
                    <a:pt x="1679" y="687"/>
                  </a:cubicBezTo>
                  <a:cubicBezTo>
                    <a:pt x="1671" y="662"/>
                    <a:pt x="1672" y="637"/>
                    <a:pt x="1697" y="619"/>
                  </a:cubicBezTo>
                  <a:cubicBezTo>
                    <a:pt x="1674" y="587"/>
                    <a:pt x="1640" y="559"/>
                    <a:pt x="1671" y="513"/>
                  </a:cubicBezTo>
                  <a:cubicBezTo>
                    <a:pt x="1627" y="505"/>
                    <a:pt x="1586" y="497"/>
                    <a:pt x="1587" y="441"/>
                  </a:cubicBezTo>
                  <a:cubicBezTo>
                    <a:pt x="1588" y="399"/>
                    <a:pt x="1620" y="356"/>
                    <a:pt x="1667" y="340"/>
                  </a:cubicBezTo>
                  <a:cubicBezTo>
                    <a:pt x="1646" y="311"/>
                    <a:pt x="1642" y="282"/>
                    <a:pt x="1667" y="260"/>
                  </a:cubicBezTo>
                  <a:cubicBezTo>
                    <a:pt x="1652" y="238"/>
                    <a:pt x="1628" y="218"/>
                    <a:pt x="1628" y="198"/>
                  </a:cubicBezTo>
                  <a:cubicBezTo>
                    <a:pt x="1628" y="180"/>
                    <a:pt x="1655" y="162"/>
                    <a:pt x="1673" y="140"/>
                  </a:cubicBezTo>
                  <a:cubicBezTo>
                    <a:pt x="1680" y="110"/>
                    <a:pt x="1687" y="72"/>
                    <a:pt x="1700" y="36"/>
                  </a:cubicBezTo>
                  <a:cubicBezTo>
                    <a:pt x="1712" y="-1"/>
                    <a:pt x="1749" y="-11"/>
                    <a:pt x="1775" y="16"/>
                  </a:cubicBezTo>
                  <a:cubicBezTo>
                    <a:pt x="1796" y="39"/>
                    <a:pt x="1808" y="69"/>
                    <a:pt x="1828" y="101"/>
                  </a:cubicBezTo>
                  <a:cubicBezTo>
                    <a:pt x="1851" y="96"/>
                    <a:pt x="1886" y="90"/>
                    <a:pt x="1904" y="129"/>
                  </a:cubicBezTo>
                  <a:cubicBezTo>
                    <a:pt x="1925" y="171"/>
                    <a:pt x="1895" y="201"/>
                    <a:pt x="1876" y="234"/>
                  </a:cubicBezTo>
                  <a:cubicBezTo>
                    <a:pt x="1914" y="246"/>
                    <a:pt x="1938" y="269"/>
                    <a:pt x="1932" y="315"/>
                  </a:cubicBezTo>
                  <a:cubicBezTo>
                    <a:pt x="1968" y="312"/>
                    <a:pt x="2000" y="324"/>
                    <a:pt x="2014" y="355"/>
                  </a:cubicBezTo>
                  <a:cubicBezTo>
                    <a:pt x="2026" y="379"/>
                    <a:pt x="2032" y="410"/>
                    <a:pt x="2028" y="436"/>
                  </a:cubicBezTo>
                  <a:cubicBezTo>
                    <a:pt x="2018" y="502"/>
                    <a:pt x="1971" y="530"/>
                    <a:pt x="1905" y="512"/>
                  </a:cubicBezTo>
                  <a:cubicBezTo>
                    <a:pt x="1898" y="522"/>
                    <a:pt x="1891" y="532"/>
                    <a:pt x="1882" y="544"/>
                  </a:cubicBezTo>
                  <a:cubicBezTo>
                    <a:pt x="1930" y="562"/>
                    <a:pt x="1977" y="581"/>
                    <a:pt x="1971" y="644"/>
                  </a:cubicBezTo>
                  <a:cubicBezTo>
                    <a:pt x="1967" y="689"/>
                    <a:pt x="1937" y="712"/>
                    <a:pt x="1893" y="722"/>
                  </a:cubicBezTo>
                  <a:cubicBezTo>
                    <a:pt x="1946" y="778"/>
                    <a:pt x="1915" y="833"/>
                    <a:pt x="1894" y="889"/>
                  </a:cubicBezTo>
                  <a:cubicBezTo>
                    <a:pt x="1887" y="907"/>
                    <a:pt x="1881" y="928"/>
                    <a:pt x="1883" y="946"/>
                  </a:cubicBezTo>
                  <a:cubicBezTo>
                    <a:pt x="1895" y="1059"/>
                    <a:pt x="1909" y="1171"/>
                    <a:pt x="1923" y="1283"/>
                  </a:cubicBezTo>
                  <a:cubicBezTo>
                    <a:pt x="1924" y="1297"/>
                    <a:pt x="1932" y="1310"/>
                    <a:pt x="1936" y="1324"/>
                  </a:cubicBezTo>
                  <a:cubicBezTo>
                    <a:pt x="1939" y="1334"/>
                    <a:pt x="1942" y="1345"/>
                    <a:pt x="1943" y="1355"/>
                  </a:cubicBezTo>
                  <a:cubicBezTo>
                    <a:pt x="1943" y="1425"/>
                    <a:pt x="1943" y="1494"/>
                    <a:pt x="1943" y="1564"/>
                  </a:cubicBezTo>
                  <a:cubicBezTo>
                    <a:pt x="1960" y="1571"/>
                    <a:pt x="1973" y="1577"/>
                    <a:pt x="1989" y="1584"/>
                  </a:cubicBezTo>
                  <a:cubicBezTo>
                    <a:pt x="1999" y="1520"/>
                    <a:pt x="2010" y="1459"/>
                    <a:pt x="2018" y="1396"/>
                  </a:cubicBezTo>
                  <a:cubicBezTo>
                    <a:pt x="2019" y="1390"/>
                    <a:pt x="2012" y="1381"/>
                    <a:pt x="2007" y="1377"/>
                  </a:cubicBezTo>
                  <a:cubicBezTo>
                    <a:pt x="1968" y="1346"/>
                    <a:pt x="1962" y="1320"/>
                    <a:pt x="1982" y="1274"/>
                  </a:cubicBezTo>
                  <a:cubicBezTo>
                    <a:pt x="1986" y="1264"/>
                    <a:pt x="1992" y="1252"/>
                    <a:pt x="1992" y="1241"/>
                  </a:cubicBezTo>
                  <a:cubicBezTo>
                    <a:pt x="1991" y="1185"/>
                    <a:pt x="2014" y="1147"/>
                    <a:pt x="2067" y="1128"/>
                  </a:cubicBezTo>
                  <a:cubicBezTo>
                    <a:pt x="2070" y="1127"/>
                    <a:pt x="2072" y="1124"/>
                    <a:pt x="2074" y="1122"/>
                  </a:cubicBezTo>
                  <a:cubicBezTo>
                    <a:pt x="2075" y="1121"/>
                    <a:pt x="2074" y="1119"/>
                    <a:pt x="2074" y="1116"/>
                  </a:cubicBezTo>
                  <a:cubicBezTo>
                    <a:pt x="2039" y="1120"/>
                    <a:pt x="2011" y="1105"/>
                    <a:pt x="2005" y="1071"/>
                  </a:cubicBezTo>
                  <a:cubicBezTo>
                    <a:pt x="2000" y="1043"/>
                    <a:pt x="2006" y="1012"/>
                    <a:pt x="2007" y="977"/>
                  </a:cubicBezTo>
                  <a:cubicBezTo>
                    <a:pt x="1978" y="951"/>
                    <a:pt x="1975" y="938"/>
                    <a:pt x="1995" y="894"/>
                  </a:cubicBezTo>
                  <a:cubicBezTo>
                    <a:pt x="2004" y="873"/>
                    <a:pt x="2011" y="851"/>
                    <a:pt x="2022" y="831"/>
                  </a:cubicBezTo>
                  <a:cubicBezTo>
                    <a:pt x="2043" y="793"/>
                    <a:pt x="2086" y="770"/>
                    <a:pt x="2135" y="815"/>
                  </a:cubicBezTo>
                  <a:cubicBezTo>
                    <a:pt x="2136" y="802"/>
                    <a:pt x="2136" y="792"/>
                    <a:pt x="2137" y="785"/>
                  </a:cubicBezTo>
                  <a:cubicBezTo>
                    <a:pt x="2118" y="782"/>
                    <a:pt x="2101" y="783"/>
                    <a:pt x="2087" y="777"/>
                  </a:cubicBezTo>
                  <a:cubicBezTo>
                    <a:pt x="2040" y="758"/>
                    <a:pt x="2035" y="731"/>
                    <a:pt x="2068" y="695"/>
                  </a:cubicBezTo>
                  <a:cubicBezTo>
                    <a:pt x="2082" y="679"/>
                    <a:pt x="2100" y="666"/>
                    <a:pt x="2114" y="650"/>
                  </a:cubicBezTo>
                  <a:cubicBezTo>
                    <a:pt x="2120" y="642"/>
                    <a:pt x="2123" y="628"/>
                    <a:pt x="2121" y="617"/>
                  </a:cubicBezTo>
                  <a:cubicBezTo>
                    <a:pt x="2120" y="603"/>
                    <a:pt x="2110" y="588"/>
                    <a:pt x="2110" y="574"/>
                  </a:cubicBezTo>
                  <a:cubicBezTo>
                    <a:pt x="2110" y="565"/>
                    <a:pt x="2119" y="553"/>
                    <a:pt x="2127" y="546"/>
                  </a:cubicBezTo>
                  <a:cubicBezTo>
                    <a:pt x="2139" y="535"/>
                    <a:pt x="2154" y="527"/>
                    <a:pt x="2175" y="514"/>
                  </a:cubicBezTo>
                  <a:cubicBezTo>
                    <a:pt x="2163" y="512"/>
                    <a:pt x="2158" y="513"/>
                    <a:pt x="2155" y="511"/>
                  </a:cubicBezTo>
                  <a:cubicBezTo>
                    <a:pt x="2135" y="500"/>
                    <a:pt x="2100" y="491"/>
                    <a:pt x="2098" y="478"/>
                  </a:cubicBezTo>
                  <a:cubicBezTo>
                    <a:pt x="2095" y="450"/>
                    <a:pt x="2102" y="415"/>
                    <a:pt x="2117" y="391"/>
                  </a:cubicBezTo>
                  <a:cubicBezTo>
                    <a:pt x="2144" y="350"/>
                    <a:pt x="2155" y="307"/>
                    <a:pt x="2155" y="260"/>
                  </a:cubicBezTo>
                  <a:cubicBezTo>
                    <a:pt x="2155" y="253"/>
                    <a:pt x="2145" y="245"/>
                    <a:pt x="2138" y="240"/>
                  </a:cubicBezTo>
                  <a:cubicBezTo>
                    <a:pt x="2116" y="226"/>
                    <a:pt x="2110" y="207"/>
                    <a:pt x="2120" y="184"/>
                  </a:cubicBezTo>
                  <a:cubicBezTo>
                    <a:pt x="2132" y="155"/>
                    <a:pt x="2147" y="127"/>
                    <a:pt x="2182" y="123"/>
                  </a:cubicBezTo>
                  <a:cubicBezTo>
                    <a:pt x="2213" y="119"/>
                    <a:pt x="2232" y="137"/>
                    <a:pt x="2247" y="163"/>
                  </a:cubicBezTo>
                  <a:cubicBezTo>
                    <a:pt x="2251" y="170"/>
                    <a:pt x="2261" y="176"/>
                    <a:pt x="2270" y="179"/>
                  </a:cubicBezTo>
                  <a:cubicBezTo>
                    <a:pt x="2331" y="200"/>
                    <a:pt x="2329" y="249"/>
                    <a:pt x="2311" y="296"/>
                  </a:cubicBezTo>
                  <a:cubicBezTo>
                    <a:pt x="2305" y="311"/>
                    <a:pt x="2303" y="326"/>
                    <a:pt x="2298" y="341"/>
                  </a:cubicBezTo>
                  <a:cubicBezTo>
                    <a:pt x="2291" y="363"/>
                    <a:pt x="2284" y="385"/>
                    <a:pt x="2276" y="406"/>
                  </a:cubicBezTo>
                  <a:cubicBezTo>
                    <a:pt x="2289" y="423"/>
                    <a:pt x="2310" y="442"/>
                    <a:pt x="2317" y="464"/>
                  </a:cubicBezTo>
                  <a:cubicBezTo>
                    <a:pt x="2324" y="487"/>
                    <a:pt x="2316" y="514"/>
                    <a:pt x="2314" y="541"/>
                  </a:cubicBezTo>
                  <a:cubicBezTo>
                    <a:pt x="2373" y="565"/>
                    <a:pt x="2374" y="620"/>
                    <a:pt x="2309" y="675"/>
                  </a:cubicBezTo>
                  <a:cubicBezTo>
                    <a:pt x="2342" y="720"/>
                    <a:pt x="2339" y="767"/>
                    <a:pt x="2307" y="812"/>
                  </a:cubicBezTo>
                  <a:cubicBezTo>
                    <a:pt x="2277" y="855"/>
                    <a:pt x="2243" y="864"/>
                    <a:pt x="2194" y="845"/>
                  </a:cubicBezTo>
                  <a:cubicBezTo>
                    <a:pt x="2170" y="835"/>
                    <a:pt x="2152" y="844"/>
                    <a:pt x="2151" y="868"/>
                  </a:cubicBezTo>
                  <a:cubicBezTo>
                    <a:pt x="2202" y="854"/>
                    <a:pt x="2248" y="860"/>
                    <a:pt x="2278" y="909"/>
                  </a:cubicBezTo>
                  <a:cubicBezTo>
                    <a:pt x="2294" y="934"/>
                    <a:pt x="2283" y="958"/>
                    <a:pt x="2265" y="978"/>
                  </a:cubicBezTo>
                  <a:cubicBezTo>
                    <a:pt x="2234" y="1013"/>
                    <a:pt x="2196" y="1007"/>
                    <a:pt x="2157" y="987"/>
                  </a:cubicBezTo>
                  <a:cubicBezTo>
                    <a:pt x="2154" y="996"/>
                    <a:pt x="2152" y="1003"/>
                    <a:pt x="2150" y="1011"/>
                  </a:cubicBezTo>
                  <a:cubicBezTo>
                    <a:pt x="2156" y="1012"/>
                    <a:pt x="2160" y="1013"/>
                    <a:pt x="2163" y="1013"/>
                  </a:cubicBezTo>
                  <a:cubicBezTo>
                    <a:pt x="2237" y="1006"/>
                    <a:pt x="2280" y="1060"/>
                    <a:pt x="2238" y="1138"/>
                  </a:cubicBezTo>
                  <a:cubicBezTo>
                    <a:pt x="2237" y="1140"/>
                    <a:pt x="2237" y="1142"/>
                    <a:pt x="2235" y="1143"/>
                  </a:cubicBezTo>
                  <a:cubicBezTo>
                    <a:pt x="2216" y="1162"/>
                    <a:pt x="2192" y="1177"/>
                    <a:pt x="2178" y="1198"/>
                  </a:cubicBezTo>
                  <a:cubicBezTo>
                    <a:pt x="2164" y="1220"/>
                    <a:pt x="2165" y="1251"/>
                    <a:pt x="2151" y="1272"/>
                  </a:cubicBezTo>
                  <a:cubicBezTo>
                    <a:pt x="2139" y="1288"/>
                    <a:pt x="2115" y="1296"/>
                    <a:pt x="2103" y="1304"/>
                  </a:cubicBezTo>
                  <a:cubicBezTo>
                    <a:pt x="2092" y="1332"/>
                    <a:pt x="2080" y="1355"/>
                    <a:pt x="2072" y="1379"/>
                  </a:cubicBezTo>
                  <a:cubicBezTo>
                    <a:pt x="2063" y="1408"/>
                    <a:pt x="2054" y="1437"/>
                    <a:pt x="2048" y="1467"/>
                  </a:cubicBezTo>
                  <a:cubicBezTo>
                    <a:pt x="2032" y="1543"/>
                    <a:pt x="2017" y="1620"/>
                    <a:pt x="2004" y="1697"/>
                  </a:cubicBezTo>
                  <a:cubicBezTo>
                    <a:pt x="2002" y="1710"/>
                    <a:pt x="2013" y="1725"/>
                    <a:pt x="2020" y="1738"/>
                  </a:cubicBezTo>
                  <a:cubicBezTo>
                    <a:pt x="2030" y="1759"/>
                    <a:pt x="2043" y="1779"/>
                    <a:pt x="2055" y="1800"/>
                  </a:cubicBezTo>
                  <a:cubicBezTo>
                    <a:pt x="2061" y="1790"/>
                    <a:pt x="2068" y="1778"/>
                    <a:pt x="2078" y="1762"/>
                  </a:cubicBezTo>
                  <a:cubicBezTo>
                    <a:pt x="2029" y="1747"/>
                    <a:pt x="2040" y="1704"/>
                    <a:pt x="2033" y="1669"/>
                  </a:cubicBezTo>
                  <a:cubicBezTo>
                    <a:pt x="2032" y="1664"/>
                    <a:pt x="2038" y="1655"/>
                    <a:pt x="2043" y="1650"/>
                  </a:cubicBezTo>
                  <a:cubicBezTo>
                    <a:pt x="2061" y="1634"/>
                    <a:pt x="2081" y="1620"/>
                    <a:pt x="2099" y="1603"/>
                  </a:cubicBezTo>
                  <a:cubicBezTo>
                    <a:pt x="2105" y="1598"/>
                    <a:pt x="2109" y="1587"/>
                    <a:pt x="2109" y="1579"/>
                  </a:cubicBezTo>
                  <a:cubicBezTo>
                    <a:pt x="2113" y="1502"/>
                    <a:pt x="2159" y="1450"/>
                    <a:pt x="2212" y="1404"/>
                  </a:cubicBezTo>
                  <a:cubicBezTo>
                    <a:pt x="2243" y="1377"/>
                    <a:pt x="2278" y="1389"/>
                    <a:pt x="2321" y="1430"/>
                  </a:cubicBezTo>
                  <a:cubicBezTo>
                    <a:pt x="2318" y="1363"/>
                    <a:pt x="2345" y="1320"/>
                    <a:pt x="2415" y="1312"/>
                  </a:cubicBezTo>
                  <a:cubicBezTo>
                    <a:pt x="2396" y="1312"/>
                    <a:pt x="2377" y="1316"/>
                    <a:pt x="2359" y="1312"/>
                  </a:cubicBezTo>
                  <a:cubicBezTo>
                    <a:pt x="2325" y="1304"/>
                    <a:pt x="2309" y="1276"/>
                    <a:pt x="2312" y="1240"/>
                  </a:cubicBezTo>
                  <a:cubicBezTo>
                    <a:pt x="2312" y="1232"/>
                    <a:pt x="2311" y="1221"/>
                    <a:pt x="2306" y="1215"/>
                  </a:cubicBezTo>
                  <a:cubicBezTo>
                    <a:pt x="2276" y="1171"/>
                    <a:pt x="2279" y="1148"/>
                    <a:pt x="2323" y="1109"/>
                  </a:cubicBezTo>
                  <a:cubicBezTo>
                    <a:pt x="2358" y="1077"/>
                    <a:pt x="2395" y="1077"/>
                    <a:pt x="2427" y="1107"/>
                  </a:cubicBezTo>
                  <a:cubicBezTo>
                    <a:pt x="2430" y="1110"/>
                    <a:pt x="2434" y="1113"/>
                    <a:pt x="2441" y="1119"/>
                  </a:cubicBezTo>
                  <a:cubicBezTo>
                    <a:pt x="2444" y="1094"/>
                    <a:pt x="2447" y="1073"/>
                    <a:pt x="2449" y="1053"/>
                  </a:cubicBezTo>
                  <a:cubicBezTo>
                    <a:pt x="2418" y="1040"/>
                    <a:pt x="2402" y="1009"/>
                    <a:pt x="2418" y="983"/>
                  </a:cubicBezTo>
                  <a:cubicBezTo>
                    <a:pt x="2429" y="965"/>
                    <a:pt x="2422" y="951"/>
                    <a:pt x="2423" y="935"/>
                  </a:cubicBezTo>
                  <a:cubicBezTo>
                    <a:pt x="2427" y="891"/>
                    <a:pt x="2434" y="847"/>
                    <a:pt x="2441" y="804"/>
                  </a:cubicBezTo>
                  <a:cubicBezTo>
                    <a:pt x="2443" y="794"/>
                    <a:pt x="2449" y="780"/>
                    <a:pt x="2457" y="777"/>
                  </a:cubicBezTo>
                  <a:cubicBezTo>
                    <a:pt x="2492" y="763"/>
                    <a:pt x="2491" y="727"/>
                    <a:pt x="2505" y="701"/>
                  </a:cubicBezTo>
                  <a:cubicBezTo>
                    <a:pt x="2512" y="689"/>
                    <a:pt x="2521" y="678"/>
                    <a:pt x="2529" y="666"/>
                  </a:cubicBezTo>
                  <a:cubicBezTo>
                    <a:pt x="2535" y="657"/>
                    <a:pt x="2545" y="647"/>
                    <a:pt x="2548" y="636"/>
                  </a:cubicBezTo>
                  <a:cubicBezTo>
                    <a:pt x="2565" y="574"/>
                    <a:pt x="2629" y="553"/>
                    <a:pt x="2679" y="595"/>
                  </a:cubicBezTo>
                  <a:cubicBezTo>
                    <a:pt x="2682" y="597"/>
                    <a:pt x="2685" y="600"/>
                    <a:pt x="2689" y="602"/>
                  </a:cubicBezTo>
                  <a:cubicBezTo>
                    <a:pt x="2740" y="626"/>
                    <a:pt x="2750" y="650"/>
                    <a:pt x="2729" y="701"/>
                  </a:cubicBezTo>
                  <a:cubicBezTo>
                    <a:pt x="2706" y="759"/>
                    <a:pt x="2680" y="773"/>
                    <a:pt x="2625" y="754"/>
                  </a:cubicBezTo>
                  <a:cubicBezTo>
                    <a:pt x="2619" y="762"/>
                    <a:pt x="2611" y="771"/>
                    <a:pt x="2603" y="781"/>
                  </a:cubicBezTo>
                  <a:cubicBezTo>
                    <a:pt x="2624" y="783"/>
                    <a:pt x="2644" y="779"/>
                    <a:pt x="2658" y="788"/>
                  </a:cubicBezTo>
                  <a:cubicBezTo>
                    <a:pt x="2672" y="796"/>
                    <a:pt x="2683" y="814"/>
                    <a:pt x="2688" y="831"/>
                  </a:cubicBezTo>
                  <a:cubicBezTo>
                    <a:pt x="2700" y="871"/>
                    <a:pt x="2674" y="929"/>
                    <a:pt x="2641" y="948"/>
                  </a:cubicBezTo>
                  <a:cubicBezTo>
                    <a:pt x="2607" y="967"/>
                    <a:pt x="2573" y="957"/>
                    <a:pt x="2528" y="919"/>
                  </a:cubicBezTo>
                  <a:cubicBezTo>
                    <a:pt x="2530" y="926"/>
                    <a:pt x="2531" y="937"/>
                    <a:pt x="2536" y="940"/>
                  </a:cubicBezTo>
                  <a:cubicBezTo>
                    <a:pt x="2568" y="960"/>
                    <a:pt x="2574" y="985"/>
                    <a:pt x="2556" y="1017"/>
                  </a:cubicBezTo>
                  <a:cubicBezTo>
                    <a:pt x="2627" y="1056"/>
                    <a:pt x="2601" y="1124"/>
                    <a:pt x="2554" y="1170"/>
                  </a:cubicBezTo>
                  <a:cubicBezTo>
                    <a:pt x="2571" y="1203"/>
                    <a:pt x="2593" y="1231"/>
                    <a:pt x="2601" y="1263"/>
                  </a:cubicBezTo>
                  <a:cubicBezTo>
                    <a:pt x="2606" y="1286"/>
                    <a:pt x="2595" y="1315"/>
                    <a:pt x="2585" y="1338"/>
                  </a:cubicBezTo>
                  <a:cubicBezTo>
                    <a:pt x="2570" y="1370"/>
                    <a:pt x="2543" y="1389"/>
                    <a:pt x="2508" y="1397"/>
                  </a:cubicBezTo>
                  <a:cubicBezTo>
                    <a:pt x="2500" y="1399"/>
                    <a:pt x="2490" y="1404"/>
                    <a:pt x="2485" y="1410"/>
                  </a:cubicBezTo>
                  <a:cubicBezTo>
                    <a:pt x="2468" y="1434"/>
                    <a:pt x="2453" y="1458"/>
                    <a:pt x="2437" y="1483"/>
                  </a:cubicBezTo>
                  <a:cubicBezTo>
                    <a:pt x="2481" y="1528"/>
                    <a:pt x="2491" y="1561"/>
                    <a:pt x="2469" y="1609"/>
                  </a:cubicBezTo>
                  <a:cubicBezTo>
                    <a:pt x="2448" y="1658"/>
                    <a:pt x="2410" y="1679"/>
                    <a:pt x="2357" y="1673"/>
                  </a:cubicBezTo>
                  <a:cubicBezTo>
                    <a:pt x="2345" y="1672"/>
                    <a:pt x="2332" y="1679"/>
                    <a:pt x="2312" y="1684"/>
                  </a:cubicBezTo>
                  <a:cubicBezTo>
                    <a:pt x="2393" y="1744"/>
                    <a:pt x="2403" y="1776"/>
                    <a:pt x="2366" y="1837"/>
                  </a:cubicBezTo>
                  <a:cubicBezTo>
                    <a:pt x="2348" y="1866"/>
                    <a:pt x="2327" y="1896"/>
                    <a:pt x="2290" y="1888"/>
                  </a:cubicBezTo>
                  <a:cubicBezTo>
                    <a:pt x="2261" y="1882"/>
                    <a:pt x="2235" y="1863"/>
                    <a:pt x="2209" y="1851"/>
                  </a:cubicBezTo>
                  <a:cubicBezTo>
                    <a:pt x="2194" y="1881"/>
                    <a:pt x="2178" y="1914"/>
                    <a:pt x="2162" y="1948"/>
                  </a:cubicBezTo>
                  <a:cubicBezTo>
                    <a:pt x="2192" y="1958"/>
                    <a:pt x="2221" y="1977"/>
                    <a:pt x="2219" y="2019"/>
                  </a:cubicBezTo>
                  <a:cubicBezTo>
                    <a:pt x="2217" y="2071"/>
                    <a:pt x="2190" y="2108"/>
                    <a:pt x="2140" y="2129"/>
                  </a:cubicBezTo>
                  <a:cubicBezTo>
                    <a:pt x="2152" y="2178"/>
                    <a:pt x="2140" y="2217"/>
                    <a:pt x="2097" y="2245"/>
                  </a:cubicBezTo>
                  <a:cubicBezTo>
                    <a:pt x="2138" y="2296"/>
                    <a:pt x="2136" y="2334"/>
                    <a:pt x="2089" y="2401"/>
                  </a:cubicBezTo>
                  <a:cubicBezTo>
                    <a:pt x="2155" y="2451"/>
                    <a:pt x="2147" y="2498"/>
                    <a:pt x="2063" y="2551"/>
                  </a:cubicBezTo>
                  <a:cubicBezTo>
                    <a:pt x="2083" y="2593"/>
                    <a:pt x="2077" y="2632"/>
                    <a:pt x="2047" y="2667"/>
                  </a:cubicBezTo>
                  <a:cubicBezTo>
                    <a:pt x="2087" y="2706"/>
                    <a:pt x="2057" y="2760"/>
                    <a:pt x="2078" y="2803"/>
                  </a:cubicBezTo>
                  <a:cubicBezTo>
                    <a:pt x="2113" y="2801"/>
                    <a:pt x="2146" y="2804"/>
                    <a:pt x="2166" y="2845"/>
                  </a:cubicBezTo>
                  <a:cubicBezTo>
                    <a:pt x="2173" y="2826"/>
                    <a:pt x="2177" y="2813"/>
                    <a:pt x="2182" y="2798"/>
                  </a:cubicBezTo>
                  <a:cubicBezTo>
                    <a:pt x="2174" y="2796"/>
                    <a:pt x="2168" y="2795"/>
                    <a:pt x="2161" y="2793"/>
                  </a:cubicBezTo>
                  <a:cubicBezTo>
                    <a:pt x="2103" y="2776"/>
                    <a:pt x="2087" y="2727"/>
                    <a:pt x="2125" y="2677"/>
                  </a:cubicBezTo>
                  <a:cubicBezTo>
                    <a:pt x="2133" y="2667"/>
                    <a:pt x="2137" y="2654"/>
                    <a:pt x="2145" y="2644"/>
                  </a:cubicBezTo>
                  <a:cubicBezTo>
                    <a:pt x="2162" y="2620"/>
                    <a:pt x="2186" y="2607"/>
                    <a:pt x="2216" y="2617"/>
                  </a:cubicBezTo>
                  <a:cubicBezTo>
                    <a:pt x="2244" y="2626"/>
                    <a:pt x="2249" y="2651"/>
                    <a:pt x="2247" y="2678"/>
                  </a:cubicBezTo>
                  <a:cubicBezTo>
                    <a:pt x="2246" y="2687"/>
                    <a:pt x="2246" y="2697"/>
                    <a:pt x="2245" y="2710"/>
                  </a:cubicBezTo>
                  <a:cubicBezTo>
                    <a:pt x="2282" y="2694"/>
                    <a:pt x="2318" y="2685"/>
                    <a:pt x="2349" y="2721"/>
                  </a:cubicBezTo>
                  <a:cubicBezTo>
                    <a:pt x="2384" y="2677"/>
                    <a:pt x="2420" y="2641"/>
                    <a:pt x="2479" y="2680"/>
                  </a:cubicBezTo>
                  <a:cubicBezTo>
                    <a:pt x="2481" y="2660"/>
                    <a:pt x="2482" y="2642"/>
                    <a:pt x="2484" y="2617"/>
                  </a:cubicBezTo>
                  <a:cubicBezTo>
                    <a:pt x="2471" y="2626"/>
                    <a:pt x="2463" y="2632"/>
                    <a:pt x="2455" y="2637"/>
                  </a:cubicBezTo>
                  <a:cubicBezTo>
                    <a:pt x="2386" y="2684"/>
                    <a:pt x="2331" y="2664"/>
                    <a:pt x="2282" y="2623"/>
                  </a:cubicBezTo>
                  <a:cubicBezTo>
                    <a:pt x="2262" y="2606"/>
                    <a:pt x="2259" y="2576"/>
                    <a:pt x="2272" y="2550"/>
                  </a:cubicBezTo>
                  <a:cubicBezTo>
                    <a:pt x="2288" y="2519"/>
                    <a:pt x="2306" y="2488"/>
                    <a:pt x="2324" y="2454"/>
                  </a:cubicBezTo>
                  <a:cubicBezTo>
                    <a:pt x="2319" y="2453"/>
                    <a:pt x="2316" y="2451"/>
                    <a:pt x="2312" y="2451"/>
                  </a:cubicBezTo>
                  <a:cubicBezTo>
                    <a:pt x="2266" y="2445"/>
                    <a:pt x="2245" y="2424"/>
                    <a:pt x="2248" y="2385"/>
                  </a:cubicBezTo>
                  <a:cubicBezTo>
                    <a:pt x="2250" y="2351"/>
                    <a:pt x="2285" y="2314"/>
                    <a:pt x="2320" y="2313"/>
                  </a:cubicBezTo>
                  <a:cubicBezTo>
                    <a:pt x="2335" y="2313"/>
                    <a:pt x="2351" y="2315"/>
                    <a:pt x="2365" y="2318"/>
                  </a:cubicBezTo>
                  <a:cubicBezTo>
                    <a:pt x="2380" y="2321"/>
                    <a:pt x="2395" y="2325"/>
                    <a:pt x="2413" y="2330"/>
                  </a:cubicBezTo>
                  <a:cubicBezTo>
                    <a:pt x="2402" y="2264"/>
                    <a:pt x="2433" y="2218"/>
                    <a:pt x="2482" y="2180"/>
                  </a:cubicBezTo>
                  <a:cubicBezTo>
                    <a:pt x="2459" y="2103"/>
                    <a:pt x="2456" y="2020"/>
                    <a:pt x="2560" y="2005"/>
                  </a:cubicBezTo>
                  <a:cubicBezTo>
                    <a:pt x="2567" y="1979"/>
                    <a:pt x="2573" y="1952"/>
                    <a:pt x="2583" y="1927"/>
                  </a:cubicBezTo>
                  <a:cubicBezTo>
                    <a:pt x="2593" y="1903"/>
                    <a:pt x="2608" y="1882"/>
                    <a:pt x="2618" y="1863"/>
                  </a:cubicBezTo>
                  <a:cubicBezTo>
                    <a:pt x="2605" y="1827"/>
                    <a:pt x="2592" y="1792"/>
                    <a:pt x="2581" y="1756"/>
                  </a:cubicBezTo>
                  <a:cubicBezTo>
                    <a:pt x="2572" y="1729"/>
                    <a:pt x="2590" y="1710"/>
                    <a:pt x="2638" y="1696"/>
                  </a:cubicBezTo>
                  <a:cubicBezTo>
                    <a:pt x="2622" y="1640"/>
                    <a:pt x="2640" y="1586"/>
                    <a:pt x="2662" y="1538"/>
                  </a:cubicBezTo>
                  <a:cubicBezTo>
                    <a:pt x="2675" y="1510"/>
                    <a:pt x="2709" y="1488"/>
                    <a:pt x="2739" y="1473"/>
                  </a:cubicBezTo>
                  <a:cubicBezTo>
                    <a:pt x="2758" y="1462"/>
                    <a:pt x="2787" y="1509"/>
                    <a:pt x="2780" y="1541"/>
                  </a:cubicBezTo>
                  <a:cubicBezTo>
                    <a:pt x="2776" y="1559"/>
                    <a:pt x="2768" y="1575"/>
                    <a:pt x="2762" y="1592"/>
                  </a:cubicBezTo>
                  <a:cubicBezTo>
                    <a:pt x="2829" y="1623"/>
                    <a:pt x="2853" y="1667"/>
                    <a:pt x="2831" y="1719"/>
                  </a:cubicBezTo>
                  <a:cubicBezTo>
                    <a:pt x="2813" y="1761"/>
                    <a:pt x="2780" y="1772"/>
                    <a:pt x="2727" y="1752"/>
                  </a:cubicBezTo>
                  <a:cubicBezTo>
                    <a:pt x="2728" y="1764"/>
                    <a:pt x="2730" y="1775"/>
                    <a:pt x="2729" y="1786"/>
                  </a:cubicBezTo>
                  <a:cubicBezTo>
                    <a:pt x="2727" y="1798"/>
                    <a:pt x="2723" y="1809"/>
                    <a:pt x="2720" y="1820"/>
                  </a:cubicBezTo>
                  <a:cubicBezTo>
                    <a:pt x="2792" y="1818"/>
                    <a:pt x="2830" y="1845"/>
                    <a:pt x="2829" y="1898"/>
                  </a:cubicBezTo>
                  <a:cubicBezTo>
                    <a:pt x="2829" y="1960"/>
                    <a:pt x="2800" y="1987"/>
                    <a:pt x="2733" y="1987"/>
                  </a:cubicBezTo>
                  <a:cubicBezTo>
                    <a:pt x="2728" y="1997"/>
                    <a:pt x="2724" y="2008"/>
                    <a:pt x="2718" y="2022"/>
                  </a:cubicBezTo>
                  <a:cubicBezTo>
                    <a:pt x="2762" y="2015"/>
                    <a:pt x="2801" y="2024"/>
                    <a:pt x="2818" y="2065"/>
                  </a:cubicBezTo>
                  <a:cubicBezTo>
                    <a:pt x="2836" y="2106"/>
                    <a:pt x="2811" y="2140"/>
                    <a:pt x="2778" y="2170"/>
                  </a:cubicBezTo>
                  <a:cubicBezTo>
                    <a:pt x="2826" y="2180"/>
                    <a:pt x="2855" y="2207"/>
                    <a:pt x="2863" y="2254"/>
                  </a:cubicBezTo>
                  <a:cubicBezTo>
                    <a:pt x="2872" y="2305"/>
                    <a:pt x="2857" y="2351"/>
                    <a:pt x="2825" y="2391"/>
                  </a:cubicBezTo>
                  <a:cubicBezTo>
                    <a:pt x="2807" y="2415"/>
                    <a:pt x="2781" y="2420"/>
                    <a:pt x="2752" y="2418"/>
                  </a:cubicBezTo>
                  <a:cubicBezTo>
                    <a:pt x="2688" y="2414"/>
                    <a:pt x="2640" y="2333"/>
                    <a:pt x="2668" y="2275"/>
                  </a:cubicBezTo>
                  <a:cubicBezTo>
                    <a:pt x="2677" y="2257"/>
                    <a:pt x="2686" y="2239"/>
                    <a:pt x="2696" y="2220"/>
                  </a:cubicBezTo>
                  <a:cubicBezTo>
                    <a:pt x="2633" y="2239"/>
                    <a:pt x="2632" y="2240"/>
                    <a:pt x="2600" y="2328"/>
                  </a:cubicBezTo>
                  <a:cubicBezTo>
                    <a:pt x="2660" y="2369"/>
                    <a:pt x="2668" y="2394"/>
                    <a:pt x="2644" y="2454"/>
                  </a:cubicBezTo>
                  <a:cubicBezTo>
                    <a:pt x="2670" y="2448"/>
                    <a:pt x="2700" y="2433"/>
                    <a:pt x="2730" y="2434"/>
                  </a:cubicBezTo>
                  <a:cubicBezTo>
                    <a:pt x="2763" y="2435"/>
                    <a:pt x="2791" y="2456"/>
                    <a:pt x="2808" y="2487"/>
                  </a:cubicBezTo>
                  <a:cubicBezTo>
                    <a:pt x="2831" y="2530"/>
                    <a:pt x="2799" y="2609"/>
                    <a:pt x="2748" y="2638"/>
                  </a:cubicBezTo>
                  <a:cubicBezTo>
                    <a:pt x="2705" y="2662"/>
                    <a:pt x="2665" y="2647"/>
                    <a:pt x="2639" y="2601"/>
                  </a:cubicBezTo>
                  <a:cubicBezTo>
                    <a:pt x="2625" y="2640"/>
                    <a:pt x="2609" y="2682"/>
                    <a:pt x="2593" y="2725"/>
                  </a:cubicBezTo>
                  <a:cubicBezTo>
                    <a:pt x="2630" y="2740"/>
                    <a:pt x="2668" y="2766"/>
                    <a:pt x="2664" y="2820"/>
                  </a:cubicBezTo>
                  <a:cubicBezTo>
                    <a:pt x="2659" y="2885"/>
                    <a:pt x="2616" y="2927"/>
                    <a:pt x="2561" y="2952"/>
                  </a:cubicBezTo>
                  <a:cubicBezTo>
                    <a:pt x="2498" y="2981"/>
                    <a:pt x="2453" y="2946"/>
                    <a:pt x="2411" y="2900"/>
                  </a:cubicBezTo>
                  <a:cubicBezTo>
                    <a:pt x="2404" y="2913"/>
                    <a:pt x="2398" y="2924"/>
                    <a:pt x="2390" y="2939"/>
                  </a:cubicBezTo>
                  <a:cubicBezTo>
                    <a:pt x="2429" y="2950"/>
                    <a:pt x="2466" y="2967"/>
                    <a:pt x="2477" y="3008"/>
                  </a:cubicBezTo>
                  <a:cubicBezTo>
                    <a:pt x="2484" y="3033"/>
                    <a:pt x="2485" y="3062"/>
                    <a:pt x="2479" y="3087"/>
                  </a:cubicBezTo>
                  <a:cubicBezTo>
                    <a:pt x="2464" y="3154"/>
                    <a:pt x="2412" y="3186"/>
                    <a:pt x="2333" y="3181"/>
                  </a:cubicBezTo>
                  <a:cubicBezTo>
                    <a:pt x="2359" y="3223"/>
                    <a:pt x="2337" y="3256"/>
                    <a:pt x="2307" y="3277"/>
                  </a:cubicBezTo>
                  <a:cubicBezTo>
                    <a:pt x="2250" y="3319"/>
                    <a:pt x="2223" y="3379"/>
                    <a:pt x="2194" y="3438"/>
                  </a:cubicBezTo>
                  <a:cubicBezTo>
                    <a:pt x="2115" y="3600"/>
                    <a:pt x="2081" y="3773"/>
                    <a:pt x="2064" y="3950"/>
                  </a:cubicBezTo>
                  <a:cubicBezTo>
                    <a:pt x="2058" y="4005"/>
                    <a:pt x="2052" y="4060"/>
                    <a:pt x="2047" y="4107"/>
                  </a:cubicBezTo>
                  <a:cubicBezTo>
                    <a:pt x="2077" y="4058"/>
                    <a:pt x="2109" y="4003"/>
                    <a:pt x="2144" y="3950"/>
                  </a:cubicBezTo>
                  <a:cubicBezTo>
                    <a:pt x="2274" y="3758"/>
                    <a:pt x="2408" y="3569"/>
                    <a:pt x="2535" y="3375"/>
                  </a:cubicBezTo>
                  <a:cubicBezTo>
                    <a:pt x="2645" y="3206"/>
                    <a:pt x="2748" y="3033"/>
                    <a:pt x="2854" y="2860"/>
                  </a:cubicBezTo>
                  <a:cubicBezTo>
                    <a:pt x="2859" y="2853"/>
                    <a:pt x="2862" y="2844"/>
                    <a:pt x="2869" y="2839"/>
                  </a:cubicBezTo>
                  <a:cubicBezTo>
                    <a:pt x="2877" y="2832"/>
                    <a:pt x="2889" y="2824"/>
                    <a:pt x="2898" y="2825"/>
                  </a:cubicBezTo>
                  <a:cubicBezTo>
                    <a:pt x="2905" y="2826"/>
                    <a:pt x="2912" y="2843"/>
                    <a:pt x="2912" y="2853"/>
                  </a:cubicBezTo>
                  <a:cubicBezTo>
                    <a:pt x="2915" y="2905"/>
                    <a:pt x="2911" y="2958"/>
                    <a:pt x="2918" y="3009"/>
                  </a:cubicBezTo>
                  <a:cubicBezTo>
                    <a:pt x="2935" y="3116"/>
                    <a:pt x="2967" y="3220"/>
                    <a:pt x="3025" y="3310"/>
                  </a:cubicBezTo>
                  <a:cubicBezTo>
                    <a:pt x="3062" y="3366"/>
                    <a:pt x="3123" y="3408"/>
                    <a:pt x="3177" y="3450"/>
                  </a:cubicBezTo>
                  <a:cubicBezTo>
                    <a:pt x="3257" y="3512"/>
                    <a:pt x="3339" y="3571"/>
                    <a:pt x="3425" y="3625"/>
                  </a:cubicBezTo>
                  <a:cubicBezTo>
                    <a:pt x="3530" y="3690"/>
                    <a:pt x="3582" y="3782"/>
                    <a:pt x="3586" y="3905"/>
                  </a:cubicBezTo>
                  <a:cubicBezTo>
                    <a:pt x="3589" y="3987"/>
                    <a:pt x="3593" y="4070"/>
                    <a:pt x="3601" y="4152"/>
                  </a:cubicBezTo>
                  <a:cubicBezTo>
                    <a:pt x="3611" y="4248"/>
                    <a:pt x="3631" y="4343"/>
                    <a:pt x="3639" y="4440"/>
                  </a:cubicBezTo>
                  <a:cubicBezTo>
                    <a:pt x="3645" y="4515"/>
                    <a:pt x="3642" y="4592"/>
                    <a:pt x="3641" y="4667"/>
                  </a:cubicBezTo>
                  <a:cubicBezTo>
                    <a:pt x="3640" y="4709"/>
                    <a:pt x="3630" y="4750"/>
                    <a:pt x="3633" y="4791"/>
                  </a:cubicBezTo>
                  <a:cubicBezTo>
                    <a:pt x="3646" y="4961"/>
                    <a:pt x="3587" y="5105"/>
                    <a:pt x="3498" y="5247"/>
                  </a:cubicBezTo>
                  <a:cubicBezTo>
                    <a:pt x="3383" y="5433"/>
                    <a:pt x="3221" y="5569"/>
                    <a:pt x="3056" y="5704"/>
                  </a:cubicBezTo>
                  <a:cubicBezTo>
                    <a:pt x="2952" y="5789"/>
                    <a:pt x="2833" y="5848"/>
                    <a:pt x="2716" y="5910"/>
                  </a:cubicBezTo>
                  <a:cubicBezTo>
                    <a:pt x="2609" y="5966"/>
                    <a:pt x="2552" y="6056"/>
                    <a:pt x="2524" y="6172"/>
                  </a:cubicBezTo>
                  <a:cubicBezTo>
                    <a:pt x="2502" y="6268"/>
                    <a:pt x="2475" y="6363"/>
                    <a:pt x="2448" y="6458"/>
                  </a:cubicBezTo>
                  <a:cubicBezTo>
                    <a:pt x="2407" y="6603"/>
                    <a:pt x="2372" y="6751"/>
                    <a:pt x="2321" y="6893"/>
                  </a:cubicBezTo>
                  <a:cubicBezTo>
                    <a:pt x="2284" y="6994"/>
                    <a:pt x="2229" y="7089"/>
                    <a:pt x="2175" y="7184"/>
                  </a:cubicBezTo>
                  <a:cubicBezTo>
                    <a:pt x="2068" y="7370"/>
                    <a:pt x="2033" y="7577"/>
                    <a:pt x="2001" y="7784"/>
                  </a:cubicBezTo>
                  <a:cubicBezTo>
                    <a:pt x="1985" y="7888"/>
                    <a:pt x="2012" y="7992"/>
                    <a:pt x="2048" y="8090"/>
                  </a:cubicBezTo>
                  <a:cubicBezTo>
                    <a:pt x="2076" y="8164"/>
                    <a:pt x="2104" y="8237"/>
                    <a:pt x="2133" y="8309"/>
                  </a:cubicBezTo>
                  <a:cubicBezTo>
                    <a:pt x="2183" y="8429"/>
                    <a:pt x="2189" y="8556"/>
                    <a:pt x="2189" y="8684"/>
                  </a:cubicBezTo>
                  <a:cubicBezTo>
                    <a:pt x="2190" y="8735"/>
                    <a:pt x="2184" y="8786"/>
                    <a:pt x="2181" y="8837"/>
                  </a:cubicBezTo>
                  <a:cubicBezTo>
                    <a:pt x="2181" y="8846"/>
                    <a:pt x="2182" y="8857"/>
                    <a:pt x="2177" y="8862"/>
                  </a:cubicBezTo>
                  <a:cubicBezTo>
                    <a:pt x="2167" y="8873"/>
                    <a:pt x="2153" y="8882"/>
                    <a:pt x="2140" y="8891"/>
                  </a:cubicBezTo>
                  <a:cubicBezTo>
                    <a:pt x="2139" y="8878"/>
                    <a:pt x="2136" y="8865"/>
                    <a:pt x="2136" y="8852"/>
                  </a:cubicBezTo>
                  <a:cubicBezTo>
                    <a:pt x="2136" y="8844"/>
                    <a:pt x="2140" y="8837"/>
                    <a:pt x="2140" y="8829"/>
                  </a:cubicBezTo>
                  <a:cubicBezTo>
                    <a:pt x="2150" y="8630"/>
                    <a:pt x="2150" y="8431"/>
                    <a:pt x="2054" y="8247"/>
                  </a:cubicBezTo>
                  <a:cubicBezTo>
                    <a:pt x="2037" y="8215"/>
                    <a:pt x="2030" y="8179"/>
                    <a:pt x="2017" y="8146"/>
                  </a:cubicBezTo>
                  <a:cubicBezTo>
                    <a:pt x="2001" y="8107"/>
                    <a:pt x="1982" y="8070"/>
                    <a:pt x="1967" y="8031"/>
                  </a:cubicBezTo>
                  <a:cubicBezTo>
                    <a:pt x="1941" y="7961"/>
                    <a:pt x="1942" y="7888"/>
                    <a:pt x="1952" y="7815"/>
                  </a:cubicBezTo>
                  <a:cubicBezTo>
                    <a:pt x="1975" y="7629"/>
                    <a:pt x="2011" y="7446"/>
                    <a:pt x="2091" y="7275"/>
                  </a:cubicBezTo>
                  <a:cubicBezTo>
                    <a:pt x="2143" y="7163"/>
                    <a:pt x="2201" y="7054"/>
                    <a:pt x="2253" y="6942"/>
                  </a:cubicBezTo>
                  <a:cubicBezTo>
                    <a:pt x="2328" y="6779"/>
                    <a:pt x="2367" y="6605"/>
                    <a:pt x="2410" y="6431"/>
                  </a:cubicBezTo>
                  <a:cubicBezTo>
                    <a:pt x="2430" y="6349"/>
                    <a:pt x="2461" y="6270"/>
                    <a:pt x="2487" y="6190"/>
                  </a:cubicBezTo>
                  <a:cubicBezTo>
                    <a:pt x="2502" y="6145"/>
                    <a:pt x="2520" y="6102"/>
                    <a:pt x="2531" y="6057"/>
                  </a:cubicBezTo>
                  <a:cubicBezTo>
                    <a:pt x="2545" y="5994"/>
                    <a:pt x="2580" y="5948"/>
                    <a:pt x="2631" y="5914"/>
                  </a:cubicBezTo>
                  <a:cubicBezTo>
                    <a:pt x="2682" y="5880"/>
                    <a:pt x="2735" y="5849"/>
                    <a:pt x="2789" y="5823"/>
                  </a:cubicBezTo>
                  <a:cubicBezTo>
                    <a:pt x="2919" y="5762"/>
                    <a:pt x="3023" y="5665"/>
                    <a:pt x="3137" y="5582"/>
                  </a:cubicBezTo>
                  <a:cubicBezTo>
                    <a:pt x="3318" y="5448"/>
                    <a:pt x="3439" y="5268"/>
                    <a:pt x="3545" y="5075"/>
                  </a:cubicBezTo>
                  <a:cubicBezTo>
                    <a:pt x="3567" y="5034"/>
                    <a:pt x="3579" y="4983"/>
                    <a:pt x="3583" y="4935"/>
                  </a:cubicBezTo>
                  <a:cubicBezTo>
                    <a:pt x="3593" y="4800"/>
                    <a:pt x="3598" y="4664"/>
                    <a:pt x="3604" y="4528"/>
                  </a:cubicBezTo>
                  <a:cubicBezTo>
                    <a:pt x="3605" y="4497"/>
                    <a:pt x="3599" y="4465"/>
                    <a:pt x="3596" y="4428"/>
                  </a:cubicBezTo>
                  <a:cubicBezTo>
                    <a:pt x="3558" y="4455"/>
                    <a:pt x="3521" y="4476"/>
                    <a:pt x="3489" y="4503"/>
                  </a:cubicBezTo>
                  <a:cubicBezTo>
                    <a:pt x="3364" y="4607"/>
                    <a:pt x="3235" y="4708"/>
                    <a:pt x="3118" y="4821"/>
                  </a:cubicBezTo>
                  <a:cubicBezTo>
                    <a:pt x="3025" y="4911"/>
                    <a:pt x="2949" y="5017"/>
                    <a:pt x="2866" y="5116"/>
                  </a:cubicBezTo>
                  <a:cubicBezTo>
                    <a:pt x="2760" y="5241"/>
                    <a:pt x="2682" y="5383"/>
                    <a:pt x="2613" y="5529"/>
                  </a:cubicBezTo>
                  <a:cubicBezTo>
                    <a:pt x="2594" y="5568"/>
                    <a:pt x="2593" y="5616"/>
                    <a:pt x="2583" y="5659"/>
                  </a:cubicBezTo>
                  <a:cubicBezTo>
                    <a:pt x="2550" y="5793"/>
                    <a:pt x="2521" y="5928"/>
                    <a:pt x="2483" y="6060"/>
                  </a:cubicBezTo>
                  <a:cubicBezTo>
                    <a:pt x="2460" y="6142"/>
                    <a:pt x="2419" y="6219"/>
                    <a:pt x="2392" y="6300"/>
                  </a:cubicBezTo>
                  <a:cubicBezTo>
                    <a:pt x="2337" y="6471"/>
                    <a:pt x="2294" y="6645"/>
                    <a:pt x="2232" y="6812"/>
                  </a:cubicBezTo>
                  <a:cubicBezTo>
                    <a:pt x="2172" y="6975"/>
                    <a:pt x="2096" y="7132"/>
                    <a:pt x="2027" y="7291"/>
                  </a:cubicBezTo>
                  <a:cubicBezTo>
                    <a:pt x="2021" y="7306"/>
                    <a:pt x="2017" y="7322"/>
                    <a:pt x="2008" y="7336"/>
                  </a:cubicBezTo>
                  <a:cubicBezTo>
                    <a:pt x="2004" y="7342"/>
                    <a:pt x="1992" y="7349"/>
                    <a:pt x="1985" y="7348"/>
                  </a:cubicBezTo>
                  <a:cubicBezTo>
                    <a:pt x="1980" y="7347"/>
                    <a:pt x="1972" y="7334"/>
                    <a:pt x="1972" y="7326"/>
                  </a:cubicBezTo>
                  <a:cubicBezTo>
                    <a:pt x="1972" y="7280"/>
                    <a:pt x="1978" y="7233"/>
                    <a:pt x="1976" y="7186"/>
                  </a:cubicBezTo>
                  <a:cubicBezTo>
                    <a:pt x="1972" y="7112"/>
                    <a:pt x="1963" y="7037"/>
                    <a:pt x="1956" y="6963"/>
                  </a:cubicBezTo>
                  <a:cubicBezTo>
                    <a:pt x="1952" y="6924"/>
                    <a:pt x="1949" y="6886"/>
                    <a:pt x="1945" y="6847"/>
                  </a:cubicBezTo>
                  <a:cubicBezTo>
                    <a:pt x="1938" y="6786"/>
                    <a:pt x="1930" y="6725"/>
                    <a:pt x="1923" y="6663"/>
                  </a:cubicBezTo>
                  <a:cubicBezTo>
                    <a:pt x="1907" y="6515"/>
                    <a:pt x="1891" y="6367"/>
                    <a:pt x="1907" y="6218"/>
                  </a:cubicBezTo>
                  <a:cubicBezTo>
                    <a:pt x="1911" y="6183"/>
                    <a:pt x="1923" y="6150"/>
                    <a:pt x="1934" y="6117"/>
                  </a:cubicBezTo>
                  <a:cubicBezTo>
                    <a:pt x="2007" y="5916"/>
                    <a:pt x="2000" y="5716"/>
                    <a:pt x="1930" y="5516"/>
                  </a:cubicBezTo>
                  <a:cubicBezTo>
                    <a:pt x="1922" y="5495"/>
                    <a:pt x="1917" y="5473"/>
                    <a:pt x="1909" y="5446"/>
                  </a:cubicBezTo>
                  <a:cubicBezTo>
                    <a:pt x="1862" y="5576"/>
                    <a:pt x="1795" y="5694"/>
                    <a:pt x="1796" y="5832"/>
                  </a:cubicBezTo>
                  <a:cubicBezTo>
                    <a:pt x="1796" y="5852"/>
                    <a:pt x="1798" y="5874"/>
                    <a:pt x="1806" y="5892"/>
                  </a:cubicBezTo>
                  <a:cubicBezTo>
                    <a:pt x="1852" y="5985"/>
                    <a:pt x="1866" y="6083"/>
                    <a:pt x="1862" y="6186"/>
                  </a:cubicBezTo>
                  <a:cubicBezTo>
                    <a:pt x="1860" y="6254"/>
                    <a:pt x="1870" y="6322"/>
                    <a:pt x="1874" y="6391"/>
                  </a:cubicBezTo>
                  <a:cubicBezTo>
                    <a:pt x="1877" y="6453"/>
                    <a:pt x="1878" y="6515"/>
                    <a:pt x="1881" y="6576"/>
                  </a:cubicBezTo>
                  <a:cubicBezTo>
                    <a:pt x="1887" y="6725"/>
                    <a:pt x="1897" y="6874"/>
                    <a:pt x="1899" y="7023"/>
                  </a:cubicBezTo>
                  <a:cubicBezTo>
                    <a:pt x="1901" y="7106"/>
                    <a:pt x="1892" y="7190"/>
                    <a:pt x="1887" y="7273"/>
                  </a:cubicBezTo>
                  <a:cubicBezTo>
                    <a:pt x="1885" y="7309"/>
                    <a:pt x="1869" y="7335"/>
                    <a:pt x="1826" y="7340"/>
                  </a:cubicBezTo>
                  <a:cubicBezTo>
                    <a:pt x="1874" y="7421"/>
                    <a:pt x="1861" y="7510"/>
                    <a:pt x="1874" y="7595"/>
                  </a:cubicBezTo>
                  <a:cubicBezTo>
                    <a:pt x="1881" y="7646"/>
                    <a:pt x="1884" y="7697"/>
                    <a:pt x="1889" y="7747"/>
                  </a:cubicBezTo>
                  <a:cubicBezTo>
                    <a:pt x="1893" y="7790"/>
                    <a:pt x="1898" y="7832"/>
                    <a:pt x="1898" y="7874"/>
                  </a:cubicBezTo>
                  <a:cubicBezTo>
                    <a:pt x="1898" y="8022"/>
                    <a:pt x="1933" y="8163"/>
                    <a:pt x="1986" y="8301"/>
                  </a:cubicBezTo>
                  <a:cubicBezTo>
                    <a:pt x="2023" y="8395"/>
                    <a:pt x="2050" y="8493"/>
                    <a:pt x="2079" y="8589"/>
                  </a:cubicBezTo>
                  <a:cubicBezTo>
                    <a:pt x="2083" y="8604"/>
                    <a:pt x="2075" y="8623"/>
                    <a:pt x="2071" y="8639"/>
                  </a:cubicBezTo>
                  <a:cubicBezTo>
                    <a:pt x="2069" y="8644"/>
                    <a:pt x="2056" y="8650"/>
                    <a:pt x="2053" y="8649"/>
                  </a:cubicBezTo>
                  <a:cubicBezTo>
                    <a:pt x="2045" y="8643"/>
                    <a:pt x="2037" y="8634"/>
                    <a:pt x="2035" y="8626"/>
                  </a:cubicBezTo>
                  <a:cubicBezTo>
                    <a:pt x="2025" y="8584"/>
                    <a:pt x="2019" y="8542"/>
                    <a:pt x="2007" y="8502"/>
                  </a:cubicBezTo>
                  <a:cubicBezTo>
                    <a:pt x="1998" y="8467"/>
                    <a:pt x="1985" y="8433"/>
                    <a:pt x="1969" y="8402"/>
                  </a:cubicBezTo>
                  <a:cubicBezTo>
                    <a:pt x="1894" y="8253"/>
                    <a:pt x="1866" y="8094"/>
                    <a:pt x="1855" y="7930"/>
                  </a:cubicBezTo>
                  <a:cubicBezTo>
                    <a:pt x="1850" y="7863"/>
                    <a:pt x="1834" y="7797"/>
                    <a:pt x="1825" y="7731"/>
                  </a:cubicBezTo>
                  <a:cubicBezTo>
                    <a:pt x="1820" y="7694"/>
                    <a:pt x="1818" y="7656"/>
                    <a:pt x="1819" y="7618"/>
                  </a:cubicBezTo>
                  <a:cubicBezTo>
                    <a:pt x="1820" y="7537"/>
                    <a:pt x="1833" y="7454"/>
                    <a:pt x="1797" y="7377"/>
                  </a:cubicBezTo>
                  <a:cubicBezTo>
                    <a:pt x="1786" y="7354"/>
                    <a:pt x="1771" y="7331"/>
                    <a:pt x="1755" y="7311"/>
                  </a:cubicBezTo>
                  <a:cubicBezTo>
                    <a:pt x="1726" y="7273"/>
                    <a:pt x="1696" y="7236"/>
                    <a:pt x="1664" y="7201"/>
                  </a:cubicBezTo>
                  <a:cubicBezTo>
                    <a:pt x="1591" y="7120"/>
                    <a:pt x="1519" y="7039"/>
                    <a:pt x="1443" y="6961"/>
                  </a:cubicBezTo>
                  <a:cubicBezTo>
                    <a:pt x="1374" y="6890"/>
                    <a:pt x="1310" y="6816"/>
                    <a:pt x="1263" y="6727"/>
                  </a:cubicBezTo>
                  <a:cubicBezTo>
                    <a:pt x="1240" y="6684"/>
                    <a:pt x="1203" y="6647"/>
                    <a:pt x="1170" y="6609"/>
                  </a:cubicBezTo>
                  <a:cubicBezTo>
                    <a:pt x="1106" y="6534"/>
                    <a:pt x="1042" y="6459"/>
                    <a:pt x="975" y="6386"/>
                  </a:cubicBezTo>
                  <a:cubicBezTo>
                    <a:pt x="934" y="6340"/>
                    <a:pt x="891" y="6295"/>
                    <a:pt x="843" y="6257"/>
                  </a:cubicBezTo>
                  <a:cubicBezTo>
                    <a:pt x="725" y="6161"/>
                    <a:pt x="607" y="6063"/>
                    <a:pt x="482" y="5976"/>
                  </a:cubicBezTo>
                  <a:cubicBezTo>
                    <a:pt x="314" y="5860"/>
                    <a:pt x="204" y="5702"/>
                    <a:pt x="112" y="5525"/>
                  </a:cubicBezTo>
                  <a:cubicBezTo>
                    <a:pt x="22" y="5352"/>
                    <a:pt x="-12" y="5170"/>
                    <a:pt x="3" y="4976"/>
                  </a:cubicBezTo>
                  <a:cubicBezTo>
                    <a:pt x="21" y="4740"/>
                    <a:pt x="85" y="4517"/>
                    <a:pt x="178" y="4300"/>
                  </a:cubicBezTo>
                  <a:cubicBezTo>
                    <a:pt x="259" y="4111"/>
                    <a:pt x="335" y="3921"/>
                    <a:pt x="395" y="3723"/>
                  </a:cubicBezTo>
                  <a:cubicBezTo>
                    <a:pt x="420" y="3640"/>
                    <a:pt x="468" y="3564"/>
                    <a:pt x="504" y="3484"/>
                  </a:cubicBezTo>
                  <a:cubicBezTo>
                    <a:pt x="509" y="3472"/>
                    <a:pt x="514" y="3456"/>
                    <a:pt x="510" y="3445"/>
                  </a:cubicBezTo>
                  <a:cubicBezTo>
                    <a:pt x="499" y="3411"/>
                    <a:pt x="486" y="3377"/>
                    <a:pt x="469" y="3346"/>
                  </a:cubicBezTo>
                  <a:cubicBezTo>
                    <a:pt x="432" y="3282"/>
                    <a:pt x="393" y="3220"/>
                    <a:pt x="355" y="3156"/>
                  </a:cubicBezTo>
                  <a:cubicBezTo>
                    <a:pt x="351" y="3150"/>
                    <a:pt x="350" y="3142"/>
                    <a:pt x="347" y="3135"/>
                  </a:cubicBezTo>
                  <a:cubicBezTo>
                    <a:pt x="334" y="3098"/>
                    <a:pt x="320" y="3061"/>
                    <a:pt x="308" y="3024"/>
                  </a:cubicBezTo>
                  <a:cubicBezTo>
                    <a:pt x="304" y="3014"/>
                    <a:pt x="306" y="3002"/>
                    <a:pt x="305" y="2992"/>
                  </a:cubicBezTo>
                  <a:cubicBezTo>
                    <a:pt x="315" y="2994"/>
                    <a:pt x="326" y="2995"/>
                    <a:pt x="334" y="3000"/>
                  </a:cubicBezTo>
                  <a:cubicBezTo>
                    <a:pt x="350" y="3011"/>
                    <a:pt x="367" y="3024"/>
                    <a:pt x="378" y="3039"/>
                  </a:cubicBezTo>
                  <a:cubicBezTo>
                    <a:pt x="419" y="3098"/>
                    <a:pt x="486" y="3108"/>
                    <a:pt x="547" y="3128"/>
                  </a:cubicBezTo>
                  <a:cubicBezTo>
                    <a:pt x="585" y="3142"/>
                    <a:pt x="627" y="3148"/>
                    <a:pt x="667" y="3159"/>
                  </a:cubicBezTo>
                  <a:cubicBezTo>
                    <a:pt x="685" y="3164"/>
                    <a:pt x="695" y="3160"/>
                    <a:pt x="702" y="3143"/>
                  </a:cubicBezTo>
                  <a:cubicBezTo>
                    <a:pt x="720" y="3099"/>
                    <a:pt x="737" y="3053"/>
                    <a:pt x="760" y="3010"/>
                  </a:cubicBezTo>
                  <a:cubicBezTo>
                    <a:pt x="824" y="2889"/>
                    <a:pt x="892" y="2769"/>
                    <a:pt x="957" y="2649"/>
                  </a:cubicBezTo>
                  <a:cubicBezTo>
                    <a:pt x="984" y="2600"/>
                    <a:pt x="1009" y="2548"/>
                    <a:pt x="1035" y="2498"/>
                  </a:cubicBezTo>
                  <a:cubicBezTo>
                    <a:pt x="1045" y="2478"/>
                    <a:pt x="1058" y="2460"/>
                    <a:pt x="1085" y="2466"/>
                  </a:cubicBezTo>
                  <a:cubicBezTo>
                    <a:pt x="1113" y="2472"/>
                    <a:pt x="1119" y="2494"/>
                    <a:pt x="1121" y="2518"/>
                  </a:cubicBezTo>
                  <a:cubicBezTo>
                    <a:pt x="1139" y="2673"/>
                    <a:pt x="1178" y="2821"/>
                    <a:pt x="1255" y="2958"/>
                  </a:cubicBezTo>
                  <a:cubicBezTo>
                    <a:pt x="1354" y="3133"/>
                    <a:pt x="1449" y="3311"/>
                    <a:pt x="1547" y="3488"/>
                  </a:cubicBezTo>
                  <a:cubicBezTo>
                    <a:pt x="1563" y="3517"/>
                    <a:pt x="1586" y="3543"/>
                    <a:pt x="1606" y="3570"/>
                  </a:cubicBezTo>
                  <a:cubicBezTo>
                    <a:pt x="1725" y="3742"/>
                    <a:pt x="1788" y="3930"/>
                    <a:pt x="1775" y="4140"/>
                  </a:cubicBezTo>
                  <a:cubicBezTo>
                    <a:pt x="1774" y="4156"/>
                    <a:pt x="1776" y="4173"/>
                    <a:pt x="1780" y="4188"/>
                  </a:cubicBezTo>
                  <a:cubicBezTo>
                    <a:pt x="1784" y="4204"/>
                    <a:pt x="1789" y="4220"/>
                    <a:pt x="1797" y="4234"/>
                  </a:cubicBezTo>
                  <a:cubicBezTo>
                    <a:pt x="1863" y="4350"/>
                    <a:pt x="1902" y="4474"/>
                    <a:pt x="1918" y="4606"/>
                  </a:cubicBezTo>
                  <a:cubicBezTo>
                    <a:pt x="1921" y="4567"/>
                    <a:pt x="1922" y="4528"/>
                    <a:pt x="1926" y="4488"/>
                  </a:cubicBezTo>
                  <a:cubicBezTo>
                    <a:pt x="1933" y="4397"/>
                    <a:pt x="1941" y="4306"/>
                    <a:pt x="1949" y="4215"/>
                  </a:cubicBezTo>
                  <a:cubicBezTo>
                    <a:pt x="1949" y="4208"/>
                    <a:pt x="1951" y="4200"/>
                    <a:pt x="1951" y="4193"/>
                  </a:cubicBezTo>
                  <a:cubicBezTo>
                    <a:pt x="1954" y="4026"/>
                    <a:pt x="1958" y="3860"/>
                    <a:pt x="1959" y="3693"/>
                  </a:cubicBezTo>
                  <a:cubicBezTo>
                    <a:pt x="1959" y="3672"/>
                    <a:pt x="1949" y="3650"/>
                    <a:pt x="1941" y="3629"/>
                  </a:cubicBezTo>
                  <a:cubicBezTo>
                    <a:pt x="1931" y="3601"/>
                    <a:pt x="1918" y="3575"/>
                    <a:pt x="1906" y="3545"/>
                  </a:cubicBezTo>
                  <a:cubicBezTo>
                    <a:pt x="1873" y="3565"/>
                    <a:pt x="1851" y="3545"/>
                    <a:pt x="1834" y="3529"/>
                  </a:cubicBezTo>
                  <a:cubicBezTo>
                    <a:pt x="1803" y="3536"/>
                    <a:pt x="1776" y="3544"/>
                    <a:pt x="1749" y="3546"/>
                  </a:cubicBezTo>
                  <a:cubicBezTo>
                    <a:pt x="1715" y="3550"/>
                    <a:pt x="1693" y="3530"/>
                    <a:pt x="1688" y="3497"/>
                  </a:cubicBezTo>
                  <a:cubicBezTo>
                    <a:pt x="1680" y="3451"/>
                    <a:pt x="1686" y="3408"/>
                    <a:pt x="1711" y="3370"/>
                  </a:cubicBezTo>
                  <a:cubicBezTo>
                    <a:pt x="1698" y="3362"/>
                    <a:pt x="1677" y="3355"/>
                    <a:pt x="1664" y="3341"/>
                  </a:cubicBezTo>
                  <a:cubicBezTo>
                    <a:pt x="1652" y="3326"/>
                    <a:pt x="1639" y="3304"/>
                    <a:pt x="1641" y="3287"/>
                  </a:cubicBezTo>
                  <a:cubicBezTo>
                    <a:pt x="1647" y="3246"/>
                    <a:pt x="1706" y="3225"/>
                    <a:pt x="1762" y="3240"/>
                  </a:cubicBezTo>
                  <a:cubicBezTo>
                    <a:pt x="1773" y="3208"/>
                    <a:pt x="1796" y="3195"/>
                    <a:pt x="1836" y="3201"/>
                  </a:cubicBezTo>
                  <a:cubicBezTo>
                    <a:pt x="1822" y="3179"/>
                    <a:pt x="1811" y="3162"/>
                    <a:pt x="1799" y="3143"/>
                  </a:cubicBezTo>
                  <a:cubicBezTo>
                    <a:pt x="1774" y="3168"/>
                    <a:pt x="1745" y="3185"/>
                    <a:pt x="1709" y="3177"/>
                  </a:cubicBezTo>
                  <a:cubicBezTo>
                    <a:pt x="1693" y="3173"/>
                    <a:pt x="1674" y="3167"/>
                    <a:pt x="1663" y="3156"/>
                  </a:cubicBezTo>
                  <a:cubicBezTo>
                    <a:pt x="1630" y="3122"/>
                    <a:pt x="1642" y="3083"/>
                    <a:pt x="1699" y="3016"/>
                  </a:cubicBezTo>
                  <a:cubicBezTo>
                    <a:pt x="1691" y="3020"/>
                    <a:pt x="1683" y="3023"/>
                    <a:pt x="1675" y="3028"/>
                  </a:cubicBezTo>
                  <a:cubicBezTo>
                    <a:pt x="1637" y="3052"/>
                    <a:pt x="1584" y="3052"/>
                    <a:pt x="1549" y="3026"/>
                  </a:cubicBezTo>
                  <a:cubicBezTo>
                    <a:pt x="1514" y="3001"/>
                    <a:pt x="1507" y="2966"/>
                    <a:pt x="1531" y="2930"/>
                  </a:cubicBezTo>
                  <a:cubicBezTo>
                    <a:pt x="1538" y="2920"/>
                    <a:pt x="1546" y="2911"/>
                    <a:pt x="1557" y="2896"/>
                  </a:cubicBezTo>
                  <a:cubicBezTo>
                    <a:pt x="1541" y="2896"/>
                    <a:pt x="1527" y="2899"/>
                    <a:pt x="1517" y="2895"/>
                  </a:cubicBezTo>
                  <a:cubicBezTo>
                    <a:pt x="1489" y="2885"/>
                    <a:pt x="1458" y="2877"/>
                    <a:pt x="1435" y="2860"/>
                  </a:cubicBezTo>
                  <a:cubicBezTo>
                    <a:pt x="1412" y="2842"/>
                    <a:pt x="1422" y="2819"/>
                    <a:pt x="1451" y="2812"/>
                  </a:cubicBezTo>
                  <a:cubicBezTo>
                    <a:pt x="1460" y="2809"/>
                    <a:pt x="1469" y="2806"/>
                    <a:pt x="1483" y="2802"/>
                  </a:cubicBezTo>
                  <a:cubicBezTo>
                    <a:pt x="1438" y="2780"/>
                    <a:pt x="1384" y="2774"/>
                    <a:pt x="1374" y="2713"/>
                  </a:cubicBezTo>
                  <a:cubicBezTo>
                    <a:pt x="1311" y="2718"/>
                    <a:pt x="1283" y="2676"/>
                    <a:pt x="1272" y="2625"/>
                  </a:cubicBezTo>
                  <a:cubicBezTo>
                    <a:pt x="1261" y="2579"/>
                    <a:pt x="1316" y="2574"/>
                    <a:pt x="1334" y="2538"/>
                  </a:cubicBezTo>
                  <a:cubicBezTo>
                    <a:pt x="1323" y="2541"/>
                    <a:pt x="1313" y="2544"/>
                    <a:pt x="1303" y="2547"/>
                  </a:cubicBezTo>
                  <a:cubicBezTo>
                    <a:pt x="1285" y="2551"/>
                    <a:pt x="1264" y="2563"/>
                    <a:pt x="1249" y="2558"/>
                  </a:cubicBezTo>
                  <a:cubicBezTo>
                    <a:pt x="1212" y="2544"/>
                    <a:pt x="1176" y="2525"/>
                    <a:pt x="1144" y="2503"/>
                  </a:cubicBezTo>
                  <a:cubicBezTo>
                    <a:pt x="1135" y="2496"/>
                    <a:pt x="1136" y="2471"/>
                    <a:pt x="1137" y="2454"/>
                  </a:cubicBezTo>
                  <a:cubicBezTo>
                    <a:pt x="1138" y="2449"/>
                    <a:pt x="1153" y="2446"/>
                    <a:pt x="1161" y="2441"/>
                  </a:cubicBezTo>
                  <a:cubicBezTo>
                    <a:pt x="1169" y="2435"/>
                    <a:pt x="1176" y="2428"/>
                    <a:pt x="1188" y="2418"/>
                  </a:cubicBezTo>
                  <a:cubicBezTo>
                    <a:pt x="1155" y="2422"/>
                    <a:pt x="1130" y="2431"/>
                    <a:pt x="1109" y="2426"/>
                  </a:cubicBezTo>
                  <a:cubicBezTo>
                    <a:pt x="1088" y="2421"/>
                    <a:pt x="1067" y="2404"/>
                    <a:pt x="1051" y="2387"/>
                  </a:cubicBezTo>
                  <a:cubicBezTo>
                    <a:pt x="1030" y="2366"/>
                    <a:pt x="1020" y="2339"/>
                    <a:pt x="1043" y="2312"/>
                  </a:cubicBezTo>
                  <a:cubicBezTo>
                    <a:pt x="999" y="2291"/>
                    <a:pt x="979" y="2261"/>
                    <a:pt x="985" y="2218"/>
                  </a:cubicBezTo>
                  <a:cubicBezTo>
                    <a:pt x="989" y="2188"/>
                    <a:pt x="1006" y="2168"/>
                    <a:pt x="1037" y="2163"/>
                  </a:cubicBezTo>
                  <a:cubicBezTo>
                    <a:pt x="1072" y="2158"/>
                    <a:pt x="1083" y="2167"/>
                    <a:pt x="1105" y="2213"/>
                  </a:cubicBezTo>
                  <a:cubicBezTo>
                    <a:pt x="1164" y="2172"/>
                    <a:pt x="1209" y="2218"/>
                    <a:pt x="1255" y="2243"/>
                  </a:cubicBezTo>
                  <a:cubicBezTo>
                    <a:pt x="1283" y="2257"/>
                    <a:pt x="1285" y="2283"/>
                    <a:pt x="1275" y="2329"/>
                  </a:cubicBezTo>
                  <a:cubicBezTo>
                    <a:pt x="1314" y="2337"/>
                    <a:pt x="1356" y="2344"/>
                    <a:pt x="1362" y="2398"/>
                  </a:cubicBezTo>
                  <a:cubicBezTo>
                    <a:pt x="1378" y="2398"/>
                    <a:pt x="1395" y="2396"/>
                    <a:pt x="1411" y="2398"/>
                  </a:cubicBezTo>
                  <a:cubicBezTo>
                    <a:pt x="1438" y="2401"/>
                    <a:pt x="1462" y="2409"/>
                    <a:pt x="1463" y="2444"/>
                  </a:cubicBezTo>
                  <a:cubicBezTo>
                    <a:pt x="1463" y="2449"/>
                    <a:pt x="1466" y="2456"/>
                    <a:pt x="1470" y="2460"/>
                  </a:cubicBezTo>
                  <a:cubicBezTo>
                    <a:pt x="1514" y="2509"/>
                    <a:pt x="1499" y="2562"/>
                    <a:pt x="1434" y="2580"/>
                  </a:cubicBezTo>
                  <a:cubicBezTo>
                    <a:pt x="1431" y="2581"/>
                    <a:pt x="1428" y="2582"/>
                    <a:pt x="1425" y="2584"/>
                  </a:cubicBezTo>
                  <a:lnTo>
                    <a:pt x="1425" y="2623"/>
                  </a:lnTo>
                  <a:cubicBezTo>
                    <a:pt x="1474" y="2589"/>
                    <a:pt x="1524" y="2570"/>
                    <a:pt x="1576" y="2607"/>
                  </a:cubicBezTo>
                  <a:cubicBezTo>
                    <a:pt x="1612" y="2632"/>
                    <a:pt x="1623" y="2668"/>
                    <a:pt x="1616" y="2716"/>
                  </a:cubicBezTo>
                  <a:cubicBezTo>
                    <a:pt x="1648" y="2711"/>
                    <a:pt x="1682" y="2700"/>
                    <a:pt x="1714" y="2702"/>
                  </a:cubicBezTo>
                  <a:cubicBezTo>
                    <a:pt x="1764" y="2705"/>
                    <a:pt x="1796" y="2742"/>
                    <a:pt x="1794" y="2781"/>
                  </a:cubicBezTo>
                  <a:cubicBezTo>
                    <a:pt x="1792" y="2823"/>
                    <a:pt x="1750" y="2861"/>
                    <a:pt x="1702" y="2861"/>
                  </a:cubicBezTo>
                  <a:cubicBezTo>
                    <a:pt x="1680" y="2861"/>
                    <a:pt x="1658" y="2853"/>
                    <a:pt x="1638" y="2849"/>
                  </a:cubicBezTo>
                  <a:cubicBezTo>
                    <a:pt x="1630" y="2858"/>
                    <a:pt x="1621" y="2868"/>
                    <a:pt x="1607" y="2883"/>
                  </a:cubicBezTo>
                  <a:cubicBezTo>
                    <a:pt x="1650" y="2884"/>
                    <a:pt x="1689" y="2887"/>
                    <a:pt x="1729" y="2886"/>
                  </a:cubicBezTo>
                  <a:cubicBezTo>
                    <a:pt x="1775" y="2886"/>
                    <a:pt x="1797" y="2901"/>
                    <a:pt x="1810" y="2946"/>
                  </a:cubicBezTo>
                  <a:cubicBezTo>
                    <a:pt x="1829" y="2942"/>
                    <a:pt x="1849" y="2932"/>
                    <a:pt x="1867" y="2935"/>
                  </a:cubicBezTo>
                  <a:cubicBezTo>
                    <a:pt x="1886" y="2938"/>
                    <a:pt x="1906" y="2949"/>
                    <a:pt x="1919" y="2963"/>
                  </a:cubicBezTo>
                  <a:cubicBezTo>
                    <a:pt x="1951" y="3000"/>
                    <a:pt x="1944" y="3046"/>
                    <a:pt x="1902" y="3100"/>
                  </a:cubicBezTo>
                  <a:cubicBezTo>
                    <a:pt x="1929" y="3148"/>
                    <a:pt x="1956" y="3197"/>
                    <a:pt x="1979" y="3239"/>
                  </a:cubicBezTo>
                  <a:cubicBezTo>
                    <a:pt x="1976" y="3070"/>
                    <a:pt x="1972" y="2889"/>
                    <a:pt x="1969" y="2708"/>
                  </a:cubicBezTo>
                  <a:cubicBezTo>
                    <a:pt x="1905" y="2696"/>
                    <a:pt x="1899" y="2689"/>
                    <a:pt x="1915" y="2628"/>
                  </a:cubicBezTo>
                  <a:cubicBezTo>
                    <a:pt x="1922" y="2601"/>
                    <a:pt x="1914" y="2587"/>
                    <a:pt x="1891" y="2576"/>
                  </a:cubicBezTo>
                  <a:cubicBezTo>
                    <a:pt x="1877" y="2568"/>
                    <a:pt x="1861" y="2560"/>
                    <a:pt x="1852" y="2548"/>
                  </a:cubicBezTo>
                  <a:cubicBezTo>
                    <a:pt x="1833" y="2526"/>
                    <a:pt x="1842" y="2504"/>
                    <a:pt x="1862" y="2486"/>
                  </a:cubicBezTo>
                  <a:cubicBezTo>
                    <a:pt x="1882" y="2468"/>
                    <a:pt x="1887" y="2452"/>
                    <a:pt x="1858" y="2436"/>
                  </a:cubicBezTo>
                  <a:cubicBezTo>
                    <a:pt x="1834" y="2423"/>
                    <a:pt x="1832" y="2375"/>
                    <a:pt x="1852" y="2356"/>
                  </a:cubicBezTo>
                  <a:cubicBezTo>
                    <a:pt x="1872" y="2337"/>
                    <a:pt x="1876" y="2320"/>
                    <a:pt x="1854" y="2300"/>
                  </a:cubicBezTo>
                  <a:cubicBezTo>
                    <a:pt x="1847" y="2294"/>
                    <a:pt x="1846" y="2283"/>
                    <a:pt x="1841" y="2275"/>
                  </a:cubicBezTo>
                  <a:cubicBezTo>
                    <a:pt x="1837" y="2269"/>
                    <a:pt x="1832" y="2262"/>
                    <a:pt x="1827" y="2260"/>
                  </a:cubicBezTo>
                  <a:cubicBezTo>
                    <a:pt x="1758" y="2233"/>
                    <a:pt x="1745" y="2211"/>
                    <a:pt x="1756" y="2153"/>
                  </a:cubicBezTo>
                  <a:cubicBezTo>
                    <a:pt x="1740" y="2109"/>
                    <a:pt x="1729" y="2078"/>
                    <a:pt x="1718" y="2046"/>
                  </a:cubicBezTo>
                  <a:cubicBezTo>
                    <a:pt x="1691" y="2072"/>
                    <a:pt x="1655" y="2080"/>
                    <a:pt x="1615" y="2066"/>
                  </a:cubicBezTo>
                  <a:cubicBezTo>
                    <a:pt x="1589" y="2056"/>
                    <a:pt x="1579" y="2040"/>
                    <a:pt x="1577" y="2007"/>
                  </a:cubicBezTo>
                  <a:cubicBezTo>
                    <a:pt x="1574" y="1965"/>
                    <a:pt x="1597" y="1942"/>
                    <a:pt x="1618" y="1914"/>
                  </a:cubicBezTo>
                  <a:cubicBezTo>
                    <a:pt x="1637" y="1912"/>
                    <a:pt x="1657" y="1909"/>
                    <a:pt x="1676" y="1907"/>
                  </a:cubicBezTo>
                  <a:cubicBezTo>
                    <a:pt x="1649" y="1845"/>
                    <a:pt x="1675" y="1801"/>
                    <a:pt x="1729" y="1766"/>
                  </a:cubicBezTo>
                  <a:cubicBezTo>
                    <a:pt x="1727" y="1764"/>
                    <a:pt x="1725" y="1762"/>
                    <a:pt x="1722" y="1760"/>
                  </a:cubicBezTo>
                  <a:cubicBezTo>
                    <a:pt x="1694" y="1772"/>
                    <a:pt x="1666" y="1785"/>
                    <a:pt x="1638" y="1797"/>
                  </a:cubicBezTo>
                  <a:cubicBezTo>
                    <a:pt x="1669" y="1842"/>
                    <a:pt x="1665" y="1872"/>
                    <a:pt x="1618" y="1915"/>
                  </a:cubicBezTo>
                  <a:lnTo>
                    <a:pt x="1617" y="1915"/>
                  </a:lnTo>
                  <a:moveTo>
                    <a:pt x="1533" y="6980"/>
                  </a:moveTo>
                  <a:cubicBezTo>
                    <a:pt x="1505" y="6937"/>
                    <a:pt x="1479" y="6893"/>
                    <a:pt x="1450" y="6852"/>
                  </a:cubicBezTo>
                  <a:cubicBezTo>
                    <a:pt x="1396" y="6776"/>
                    <a:pt x="1343" y="6699"/>
                    <a:pt x="1285" y="6626"/>
                  </a:cubicBezTo>
                  <a:cubicBezTo>
                    <a:pt x="1215" y="6536"/>
                    <a:pt x="1149" y="6445"/>
                    <a:pt x="1119" y="6333"/>
                  </a:cubicBezTo>
                  <a:cubicBezTo>
                    <a:pt x="1106" y="6285"/>
                    <a:pt x="1093" y="6237"/>
                    <a:pt x="1081" y="6188"/>
                  </a:cubicBezTo>
                  <a:cubicBezTo>
                    <a:pt x="1034" y="5999"/>
                    <a:pt x="987" y="5810"/>
                    <a:pt x="940" y="5621"/>
                  </a:cubicBezTo>
                  <a:cubicBezTo>
                    <a:pt x="926" y="5563"/>
                    <a:pt x="916" y="5504"/>
                    <a:pt x="897" y="5448"/>
                  </a:cubicBezTo>
                  <a:cubicBezTo>
                    <a:pt x="862" y="5351"/>
                    <a:pt x="787" y="5289"/>
                    <a:pt x="701" y="5237"/>
                  </a:cubicBezTo>
                  <a:cubicBezTo>
                    <a:pt x="619" y="5186"/>
                    <a:pt x="533" y="5139"/>
                    <a:pt x="458" y="5079"/>
                  </a:cubicBezTo>
                  <a:cubicBezTo>
                    <a:pt x="322" y="4972"/>
                    <a:pt x="166" y="4883"/>
                    <a:pt x="86" y="4712"/>
                  </a:cubicBezTo>
                  <a:cubicBezTo>
                    <a:pt x="81" y="4734"/>
                    <a:pt x="77" y="4752"/>
                    <a:pt x="73" y="4771"/>
                  </a:cubicBezTo>
                  <a:cubicBezTo>
                    <a:pt x="43" y="4905"/>
                    <a:pt x="32" y="5041"/>
                    <a:pt x="47" y="5176"/>
                  </a:cubicBezTo>
                  <a:cubicBezTo>
                    <a:pt x="71" y="5393"/>
                    <a:pt x="173" y="5579"/>
                    <a:pt x="304" y="5749"/>
                  </a:cubicBezTo>
                  <a:cubicBezTo>
                    <a:pt x="342" y="5799"/>
                    <a:pt x="386" y="5847"/>
                    <a:pt x="434" y="5886"/>
                  </a:cubicBezTo>
                  <a:cubicBezTo>
                    <a:pt x="570" y="5994"/>
                    <a:pt x="709" y="6099"/>
                    <a:pt x="848" y="6204"/>
                  </a:cubicBezTo>
                  <a:cubicBezTo>
                    <a:pt x="908" y="6250"/>
                    <a:pt x="964" y="6298"/>
                    <a:pt x="1011" y="6358"/>
                  </a:cubicBezTo>
                  <a:cubicBezTo>
                    <a:pt x="1063" y="6426"/>
                    <a:pt x="1120" y="6491"/>
                    <a:pt x="1178" y="6554"/>
                  </a:cubicBezTo>
                  <a:cubicBezTo>
                    <a:pt x="1231" y="6613"/>
                    <a:pt x="1285" y="6671"/>
                    <a:pt x="1322" y="6742"/>
                  </a:cubicBezTo>
                  <a:cubicBezTo>
                    <a:pt x="1372" y="6839"/>
                    <a:pt x="1453" y="6909"/>
                    <a:pt x="1532" y="6980"/>
                  </a:cubicBezTo>
                  <a:lnTo>
                    <a:pt x="1533" y="6980"/>
                  </a:lnTo>
                  <a:moveTo>
                    <a:pt x="2618" y="5408"/>
                  </a:moveTo>
                  <a:cubicBezTo>
                    <a:pt x="2620" y="5408"/>
                    <a:pt x="2622" y="5409"/>
                    <a:pt x="2624" y="5409"/>
                  </a:cubicBezTo>
                  <a:cubicBezTo>
                    <a:pt x="2627" y="5405"/>
                    <a:pt x="2631" y="5401"/>
                    <a:pt x="2633" y="5396"/>
                  </a:cubicBezTo>
                  <a:cubicBezTo>
                    <a:pt x="2699" y="5263"/>
                    <a:pt x="2786" y="5144"/>
                    <a:pt x="2879" y="5028"/>
                  </a:cubicBezTo>
                  <a:cubicBezTo>
                    <a:pt x="2965" y="4920"/>
                    <a:pt x="3049" y="4811"/>
                    <a:pt x="3157" y="4723"/>
                  </a:cubicBezTo>
                  <a:cubicBezTo>
                    <a:pt x="3292" y="4613"/>
                    <a:pt x="3428" y="4504"/>
                    <a:pt x="3564" y="4396"/>
                  </a:cubicBezTo>
                  <a:cubicBezTo>
                    <a:pt x="3581" y="4382"/>
                    <a:pt x="3586" y="4368"/>
                    <a:pt x="3582" y="4346"/>
                  </a:cubicBezTo>
                  <a:cubicBezTo>
                    <a:pt x="3573" y="4288"/>
                    <a:pt x="3564" y="4230"/>
                    <a:pt x="3558" y="4172"/>
                  </a:cubicBezTo>
                  <a:cubicBezTo>
                    <a:pt x="3548" y="4065"/>
                    <a:pt x="3541" y="3957"/>
                    <a:pt x="3533" y="3850"/>
                  </a:cubicBezTo>
                  <a:cubicBezTo>
                    <a:pt x="3527" y="3773"/>
                    <a:pt x="3487" y="3717"/>
                    <a:pt x="3421" y="3678"/>
                  </a:cubicBezTo>
                  <a:cubicBezTo>
                    <a:pt x="3406" y="3669"/>
                    <a:pt x="3394" y="3665"/>
                    <a:pt x="3381" y="3678"/>
                  </a:cubicBezTo>
                  <a:cubicBezTo>
                    <a:pt x="3337" y="3720"/>
                    <a:pt x="3293" y="3761"/>
                    <a:pt x="3252" y="3806"/>
                  </a:cubicBezTo>
                  <a:cubicBezTo>
                    <a:pt x="3225" y="3835"/>
                    <a:pt x="3204" y="3870"/>
                    <a:pt x="3180" y="3903"/>
                  </a:cubicBezTo>
                  <a:cubicBezTo>
                    <a:pt x="3129" y="3972"/>
                    <a:pt x="3069" y="4035"/>
                    <a:pt x="3028" y="4110"/>
                  </a:cubicBezTo>
                  <a:cubicBezTo>
                    <a:pt x="2946" y="4262"/>
                    <a:pt x="2871" y="4418"/>
                    <a:pt x="2799" y="4575"/>
                  </a:cubicBezTo>
                  <a:cubicBezTo>
                    <a:pt x="2753" y="4675"/>
                    <a:pt x="2713" y="4779"/>
                    <a:pt x="2682" y="4885"/>
                  </a:cubicBezTo>
                  <a:cubicBezTo>
                    <a:pt x="2662" y="4954"/>
                    <a:pt x="2662" y="5029"/>
                    <a:pt x="2654" y="5101"/>
                  </a:cubicBezTo>
                  <a:cubicBezTo>
                    <a:pt x="2641" y="5203"/>
                    <a:pt x="2629" y="5305"/>
                    <a:pt x="2617" y="5408"/>
                  </a:cubicBezTo>
                  <a:lnTo>
                    <a:pt x="2618" y="5408"/>
                  </a:lnTo>
                  <a:moveTo>
                    <a:pt x="1752" y="5771"/>
                  </a:moveTo>
                  <a:cubicBezTo>
                    <a:pt x="1758" y="5760"/>
                    <a:pt x="1760" y="5758"/>
                    <a:pt x="1761" y="5755"/>
                  </a:cubicBezTo>
                  <a:cubicBezTo>
                    <a:pt x="1779" y="5691"/>
                    <a:pt x="1789" y="5622"/>
                    <a:pt x="1817" y="5562"/>
                  </a:cubicBezTo>
                  <a:cubicBezTo>
                    <a:pt x="1846" y="5502"/>
                    <a:pt x="1845" y="5430"/>
                    <a:pt x="1892" y="5378"/>
                  </a:cubicBezTo>
                  <a:cubicBezTo>
                    <a:pt x="1895" y="5376"/>
                    <a:pt x="1893" y="5370"/>
                    <a:pt x="1893" y="5366"/>
                  </a:cubicBezTo>
                  <a:cubicBezTo>
                    <a:pt x="1895" y="5262"/>
                    <a:pt x="1897" y="5159"/>
                    <a:pt x="1898" y="5056"/>
                  </a:cubicBezTo>
                  <a:cubicBezTo>
                    <a:pt x="1901" y="4897"/>
                    <a:pt x="1898" y="4738"/>
                    <a:pt x="1866" y="4582"/>
                  </a:cubicBezTo>
                  <a:cubicBezTo>
                    <a:pt x="1849" y="4499"/>
                    <a:pt x="1839" y="4415"/>
                    <a:pt x="1800" y="4337"/>
                  </a:cubicBezTo>
                  <a:cubicBezTo>
                    <a:pt x="1768" y="4277"/>
                    <a:pt x="1744" y="4212"/>
                    <a:pt x="1721" y="4148"/>
                  </a:cubicBezTo>
                  <a:cubicBezTo>
                    <a:pt x="1701" y="4091"/>
                    <a:pt x="1689" y="4031"/>
                    <a:pt x="1671" y="3973"/>
                  </a:cubicBezTo>
                  <a:cubicBezTo>
                    <a:pt x="1659" y="3934"/>
                    <a:pt x="1643" y="3897"/>
                    <a:pt x="1625" y="3850"/>
                  </a:cubicBezTo>
                  <a:cubicBezTo>
                    <a:pt x="1605" y="3898"/>
                    <a:pt x="1594" y="3938"/>
                    <a:pt x="1572" y="3971"/>
                  </a:cubicBezTo>
                  <a:cubicBezTo>
                    <a:pt x="1510" y="4069"/>
                    <a:pt x="1461" y="4175"/>
                    <a:pt x="1411" y="4280"/>
                  </a:cubicBezTo>
                  <a:cubicBezTo>
                    <a:pt x="1334" y="4442"/>
                    <a:pt x="1308" y="4609"/>
                    <a:pt x="1321" y="4787"/>
                  </a:cubicBezTo>
                  <a:cubicBezTo>
                    <a:pt x="1327" y="4873"/>
                    <a:pt x="1359" y="4941"/>
                    <a:pt x="1412" y="5004"/>
                  </a:cubicBezTo>
                  <a:cubicBezTo>
                    <a:pt x="1421" y="5016"/>
                    <a:pt x="1431" y="5028"/>
                    <a:pt x="1441" y="5039"/>
                  </a:cubicBezTo>
                  <a:cubicBezTo>
                    <a:pt x="1574" y="5176"/>
                    <a:pt x="1642" y="5347"/>
                    <a:pt x="1696" y="5525"/>
                  </a:cubicBezTo>
                  <a:cubicBezTo>
                    <a:pt x="1719" y="5603"/>
                    <a:pt x="1732" y="5684"/>
                    <a:pt x="1752" y="5771"/>
                  </a:cubicBezTo>
                  <a:moveTo>
                    <a:pt x="2163" y="3986"/>
                  </a:moveTo>
                  <a:cubicBezTo>
                    <a:pt x="2141" y="4029"/>
                    <a:pt x="2118" y="4063"/>
                    <a:pt x="2104" y="4100"/>
                  </a:cubicBezTo>
                  <a:cubicBezTo>
                    <a:pt x="2067" y="4198"/>
                    <a:pt x="2033" y="4296"/>
                    <a:pt x="1999" y="4395"/>
                  </a:cubicBezTo>
                  <a:cubicBezTo>
                    <a:pt x="1963" y="4499"/>
                    <a:pt x="1965" y="4598"/>
                    <a:pt x="2032" y="4693"/>
                  </a:cubicBezTo>
                  <a:cubicBezTo>
                    <a:pt x="2062" y="4735"/>
                    <a:pt x="2083" y="4783"/>
                    <a:pt x="2084" y="4838"/>
                  </a:cubicBezTo>
                  <a:cubicBezTo>
                    <a:pt x="2086" y="4878"/>
                    <a:pt x="2094" y="4917"/>
                    <a:pt x="2099" y="4951"/>
                  </a:cubicBezTo>
                  <a:cubicBezTo>
                    <a:pt x="2120" y="4954"/>
                    <a:pt x="2137" y="4954"/>
                    <a:pt x="2152" y="4961"/>
                  </a:cubicBezTo>
                  <a:cubicBezTo>
                    <a:pt x="2216" y="4990"/>
                    <a:pt x="2280" y="5021"/>
                    <a:pt x="2342" y="5053"/>
                  </a:cubicBezTo>
                  <a:cubicBezTo>
                    <a:pt x="2459" y="5114"/>
                    <a:pt x="2526" y="5213"/>
                    <a:pt x="2558" y="5338"/>
                  </a:cubicBezTo>
                  <a:cubicBezTo>
                    <a:pt x="2564" y="5362"/>
                    <a:pt x="2567" y="5387"/>
                    <a:pt x="2571" y="5411"/>
                  </a:cubicBezTo>
                  <a:cubicBezTo>
                    <a:pt x="2576" y="5405"/>
                    <a:pt x="2577" y="5400"/>
                    <a:pt x="2578" y="5395"/>
                  </a:cubicBezTo>
                  <a:cubicBezTo>
                    <a:pt x="2593" y="5253"/>
                    <a:pt x="2607" y="5112"/>
                    <a:pt x="2623" y="4970"/>
                  </a:cubicBezTo>
                  <a:cubicBezTo>
                    <a:pt x="2638" y="4826"/>
                    <a:pt x="2655" y="4681"/>
                    <a:pt x="2670" y="4536"/>
                  </a:cubicBezTo>
                  <a:cubicBezTo>
                    <a:pt x="2674" y="4504"/>
                    <a:pt x="2678" y="4473"/>
                    <a:pt x="2655" y="4442"/>
                  </a:cubicBezTo>
                  <a:cubicBezTo>
                    <a:pt x="2622" y="4398"/>
                    <a:pt x="2603" y="4342"/>
                    <a:pt x="2566" y="4303"/>
                  </a:cubicBezTo>
                  <a:cubicBezTo>
                    <a:pt x="2501" y="4235"/>
                    <a:pt x="2428" y="4173"/>
                    <a:pt x="2354" y="4115"/>
                  </a:cubicBezTo>
                  <a:cubicBezTo>
                    <a:pt x="2296" y="4069"/>
                    <a:pt x="2231" y="4031"/>
                    <a:pt x="2163" y="3986"/>
                  </a:cubicBezTo>
                  <a:moveTo>
                    <a:pt x="1272" y="4751"/>
                  </a:moveTo>
                  <a:cubicBezTo>
                    <a:pt x="1278" y="4663"/>
                    <a:pt x="1278" y="4583"/>
                    <a:pt x="1290" y="4505"/>
                  </a:cubicBezTo>
                  <a:cubicBezTo>
                    <a:pt x="1313" y="4360"/>
                    <a:pt x="1385" y="4233"/>
                    <a:pt x="1446" y="4102"/>
                  </a:cubicBezTo>
                  <a:cubicBezTo>
                    <a:pt x="1486" y="4016"/>
                    <a:pt x="1550" y="3941"/>
                    <a:pt x="1577" y="3848"/>
                  </a:cubicBezTo>
                  <a:cubicBezTo>
                    <a:pt x="1584" y="3826"/>
                    <a:pt x="1597" y="3803"/>
                    <a:pt x="1580" y="3780"/>
                  </a:cubicBezTo>
                  <a:cubicBezTo>
                    <a:pt x="1541" y="3730"/>
                    <a:pt x="1505" y="3675"/>
                    <a:pt x="1461" y="3629"/>
                  </a:cubicBezTo>
                  <a:cubicBezTo>
                    <a:pt x="1383" y="3549"/>
                    <a:pt x="1301" y="3473"/>
                    <a:pt x="1219" y="3397"/>
                  </a:cubicBezTo>
                  <a:cubicBezTo>
                    <a:pt x="1193" y="3373"/>
                    <a:pt x="1163" y="3353"/>
                    <a:pt x="1132" y="3328"/>
                  </a:cubicBezTo>
                  <a:cubicBezTo>
                    <a:pt x="1119" y="3353"/>
                    <a:pt x="1107" y="3373"/>
                    <a:pt x="1098" y="3394"/>
                  </a:cubicBezTo>
                  <a:cubicBezTo>
                    <a:pt x="1083" y="3428"/>
                    <a:pt x="1071" y="3464"/>
                    <a:pt x="1054" y="3496"/>
                  </a:cubicBezTo>
                  <a:cubicBezTo>
                    <a:pt x="991" y="3614"/>
                    <a:pt x="950" y="3737"/>
                    <a:pt x="941" y="3871"/>
                  </a:cubicBezTo>
                  <a:cubicBezTo>
                    <a:pt x="935" y="3955"/>
                    <a:pt x="936" y="4032"/>
                    <a:pt x="991" y="4108"/>
                  </a:cubicBezTo>
                  <a:cubicBezTo>
                    <a:pt x="1085" y="4238"/>
                    <a:pt x="1156" y="4382"/>
                    <a:pt x="1197" y="4540"/>
                  </a:cubicBezTo>
                  <a:cubicBezTo>
                    <a:pt x="1216" y="4610"/>
                    <a:pt x="1246" y="4676"/>
                    <a:pt x="1272" y="4751"/>
                  </a:cubicBezTo>
                  <a:moveTo>
                    <a:pt x="1839" y="7269"/>
                  </a:moveTo>
                  <a:cubicBezTo>
                    <a:pt x="1843" y="7138"/>
                    <a:pt x="1852" y="7008"/>
                    <a:pt x="1851" y="6878"/>
                  </a:cubicBezTo>
                  <a:cubicBezTo>
                    <a:pt x="1850" y="6739"/>
                    <a:pt x="1840" y="6601"/>
                    <a:pt x="1834" y="6462"/>
                  </a:cubicBezTo>
                  <a:cubicBezTo>
                    <a:pt x="1831" y="6372"/>
                    <a:pt x="1818" y="6284"/>
                    <a:pt x="1774" y="6205"/>
                  </a:cubicBezTo>
                  <a:cubicBezTo>
                    <a:pt x="1705" y="6080"/>
                    <a:pt x="1585" y="6015"/>
                    <a:pt x="1468" y="5948"/>
                  </a:cubicBezTo>
                  <a:cubicBezTo>
                    <a:pt x="1462" y="5968"/>
                    <a:pt x="1458" y="5989"/>
                    <a:pt x="1449" y="6007"/>
                  </a:cubicBezTo>
                  <a:cubicBezTo>
                    <a:pt x="1421" y="6067"/>
                    <a:pt x="1393" y="6127"/>
                    <a:pt x="1361" y="6185"/>
                  </a:cubicBezTo>
                  <a:cubicBezTo>
                    <a:pt x="1319" y="6261"/>
                    <a:pt x="1281" y="6337"/>
                    <a:pt x="1269" y="6424"/>
                  </a:cubicBezTo>
                  <a:cubicBezTo>
                    <a:pt x="1260" y="6486"/>
                    <a:pt x="1270" y="6543"/>
                    <a:pt x="1315" y="6593"/>
                  </a:cubicBezTo>
                  <a:cubicBezTo>
                    <a:pt x="1364" y="6648"/>
                    <a:pt x="1409" y="6708"/>
                    <a:pt x="1451" y="6768"/>
                  </a:cubicBezTo>
                  <a:cubicBezTo>
                    <a:pt x="1550" y="6911"/>
                    <a:pt x="1646" y="7056"/>
                    <a:pt x="1744" y="7199"/>
                  </a:cubicBezTo>
                  <a:cubicBezTo>
                    <a:pt x="1767" y="7233"/>
                    <a:pt x="1797" y="7258"/>
                    <a:pt x="1839" y="7270"/>
                  </a:cubicBezTo>
                  <a:lnTo>
                    <a:pt x="1839" y="7269"/>
                  </a:lnTo>
                  <a:moveTo>
                    <a:pt x="634" y="4035"/>
                  </a:moveTo>
                  <a:cubicBezTo>
                    <a:pt x="629" y="4203"/>
                    <a:pt x="621" y="4364"/>
                    <a:pt x="620" y="4525"/>
                  </a:cubicBezTo>
                  <a:cubicBezTo>
                    <a:pt x="620" y="4634"/>
                    <a:pt x="643" y="4741"/>
                    <a:pt x="690" y="4841"/>
                  </a:cubicBezTo>
                  <a:cubicBezTo>
                    <a:pt x="696" y="4854"/>
                    <a:pt x="711" y="4870"/>
                    <a:pt x="725" y="4874"/>
                  </a:cubicBezTo>
                  <a:cubicBezTo>
                    <a:pt x="804" y="4895"/>
                    <a:pt x="884" y="4918"/>
                    <a:pt x="965" y="4931"/>
                  </a:cubicBezTo>
                  <a:cubicBezTo>
                    <a:pt x="1070" y="4947"/>
                    <a:pt x="1164" y="4991"/>
                    <a:pt x="1261" y="5028"/>
                  </a:cubicBezTo>
                  <a:cubicBezTo>
                    <a:pt x="1274" y="5033"/>
                    <a:pt x="1285" y="5042"/>
                    <a:pt x="1297" y="5050"/>
                  </a:cubicBezTo>
                  <a:cubicBezTo>
                    <a:pt x="1346" y="5082"/>
                    <a:pt x="1395" y="5115"/>
                    <a:pt x="1445" y="5147"/>
                  </a:cubicBezTo>
                  <a:cubicBezTo>
                    <a:pt x="1446" y="5139"/>
                    <a:pt x="1444" y="5134"/>
                    <a:pt x="1441" y="5130"/>
                  </a:cubicBezTo>
                  <a:cubicBezTo>
                    <a:pt x="1385" y="5060"/>
                    <a:pt x="1329" y="4990"/>
                    <a:pt x="1274" y="4918"/>
                  </a:cubicBezTo>
                  <a:cubicBezTo>
                    <a:pt x="1262" y="4903"/>
                    <a:pt x="1250" y="4887"/>
                    <a:pt x="1244" y="4869"/>
                  </a:cubicBezTo>
                  <a:cubicBezTo>
                    <a:pt x="1212" y="4758"/>
                    <a:pt x="1182" y="4646"/>
                    <a:pt x="1149" y="4534"/>
                  </a:cubicBezTo>
                  <a:cubicBezTo>
                    <a:pt x="1123" y="4446"/>
                    <a:pt x="1098" y="4357"/>
                    <a:pt x="1042" y="4281"/>
                  </a:cubicBezTo>
                  <a:cubicBezTo>
                    <a:pt x="992" y="4211"/>
                    <a:pt x="944" y="4141"/>
                    <a:pt x="861" y="4110"/>
                  </a:cubicBezTo>
                  <a:cubicBezTo>
                    <a:pt x="790" y="4084"/>
                    <a:pt x="717" y="4062"/>
                    <a:pt x="634" y="4035"/>
                  </a:cubicBezTo>
                  <a:moveTo>
                    <a:pt x="2713" y="4664"/>
                  </a:moveTo>
                  <a:cubicBezTo>
                    <a:pt x="2721" y="4644"/>
                    <a:pt x="2731" y="4618"/>
                    <a:pt x="2743" y="4592"/>
                  </a:cubicBezTo>
                  <a:cubicBezTo>
                    <a:pt x="2858" y="4351"/>
                    <a:pt x="2953" y="4100"/>
                    <a:pt x="3131" y="3895"/>
                  </a:cubicBezTo>
                  <a:cubicBezTo>
                    <a:pt x="3200" y="3815"/>
                    <a:pt x="3269" y="3735"/>
                    <a:pt x="3337" y="3655"/>
                  </a:cubicBezTo>
                  <a:cubicBezTo>
                    <a:pt x="3343" y="3649"/>
                    <a:pt x="3349" y="3644"/>
                    <a:pt x="3354" y="3640"/>
                  </a:cubicBezTo>
                  <a:cubicBezTo>
                    <a:pt x="3284" y="3587"/>
                    <a:pt x="3219" y="3532"/>
                    <a:pt x="3148" y="3487"/>
                  </a:cubicBezTo>
                  <a:cubicBezTo>
                    <a:pt x="3014" y="3401"/>
                    <a:pt x="2935" y="3282"/>
                    <a:pt x="2907" y="3127"/>
                  </a:cubicBezTo>
                  <a:cubicBezTo>
                    <a:pt x="2905" y="3116"/>
                    <a:pt x="2902" y="3105"/>
                    <a:pt x="2899" y="3093"/>
                  </a:cubicBezTo>
                  <a:cubicBezTo>
                    <a:pt x="2898" y="3087"/>
                    <a:pt x="2894" y="3081"/>
                    <a:pt x="2892" y="3075"/>
                  </a:cubicBezTo>
                  <a:cubicBezTo>
                    <a:pt x="2889" y="3075"/>
                    <a:pt x="2886" y="3075"/>
                    <a:pt x="2884" y="3075"/>
                  </a:cubicBezTo>
                  <a:cubicBezTo>
                    <a:pt x="2854" y="3154"/>
                    <a:pt x="2815" y="3232"/>
                    <a:pt x="2795" y="3314"/>
                  </a:cubicBezTo>
                  <a:cubicBezTo>
                    <a:pt x="2745" y="3525"/>
                    <a:pt x="2709" y="3736"/>
                    <a:pt x="2719" y="3956"/>
                  </a:cubicBezTo>
                  <a:cubicBezTo>
                    <a:pt x="2729" y="4193"/>
                    <a:pt x="2716" y="4431"/>
                    <a:pt x="2713" y="4664"/>
                  </a:cubicBezTo>
                  <a:moveTo>
                    <a:pt x="887" y="5101"/>
                  </a:moveTo>
                  <a:cubicBezTo>
                    <a:pt x="887" y="5101"/>
                    <a:pt x="881" y="5097"/>
                    <a:pt x="876" y="5094"/>
                  </a:cubicBezTo>
                  <a:cubicBezTo>
                    <a:pt x="751" y="5036"/>
                    <a:pt x="672" y="4941"/>
                    <a:pt x="629" y="4811"/>
                  </a:cubicBezTo>
                  <a:cubicBezTo>
                    <a:pt x="575" y="4651"/>
                    <a:pt x="566" y="4487"/>
                    <a:pt x="576" y="4321"/>
                  </a:cubicBezTo>
                  <a:cubicBezTo>
                    <a:pt x="581" y="4256"/>
                    <a:pt x="558" y="4214"/>
                    <a:pt x="509" y="4177"/>
                  </a:cubicBezTo>
                  <a:cubicBezTo>
                    <a:pt x="446" y="4128"/>
                    <a:pt x="381" y="4080"/>
                    <a:pt x="346" y="4000"/>
                  </a:cubicBezTo>
                  <a:cubicBezTo>
                    <a:pt x="315" y="4079"/>
                    <a:pt x="284" y="4155"/>
                    <a:pt x="255" y="4231"/>
                  </a:cubicBezTo>
                  <a:cubicBezTo>
                    <a:pt x="207" y="4355"/>
                    <a:pt x="159" y="4480"/>
                    <a:pt x="114" y="4606"/>
                  </a:cubicBezTo>
                  <a:cubicBezTo>
                    <a:pt x="106" y="4628"/>
                    <a:pt x="104" y="4661"/>
                    <a:pt x="115" y="4681"/>
                  </a:cubicBezTo>
                  <a:cubicBezTo>
                    <a:pt x="153" y="4754"/>
                    <a:pt x="196" y="4824"/>
                    <a:pt x="265" y="4875"/>
                  </a:cubicBezTo>
                  <a:cubicBezTo>
                    <a:pt x="310" y="4907"/>
                    <a:pt x="354" y="4942"/>
                    <a:pt x="395" y="4979"/>
                  </a:cubicBezTo>
                  <a:cubicBezTo>
                    <a:pt x="544" y="5113"/>
                    <a:pt x="740" y="5180"/>
                    <a:pt x="887" y="5331"/>
                  </a:cubicBezTo>
                  <a:lnTo>
                    <a:pt x="887" y="5101"/>
                  </a:lnTo>
                  <a:moveTo>
                    <a:pt x="2054" y="5421"/>
                  </a:moveTo>
                  <a:cubicBezTo>
                    <a:pt x="2058" y="5491"/>
                    <a:pt x="2064" y="5559"/>
                    <a:pt x="2066" y="5627"/>
                  </a:cubicBezTo>
                  <a:cubicBezTo>
                    <a:pt x="2069" y="5765"/>
                    <a:pt x="2071" y="5903"/>
                    <a:pt x="2071" y="6041"/>
                  </a:cubicBezTo>
                  <a:cubicBezTo>
                    <a:pt x="2070" y="6132"/>
                    <a:pt x="2061" y="6223"/>
                    <a:pt x="2062" y="6314"/>
                  </a:cubicBezTo>
                  <a:cubicBezTo>
                    <a:pt x="2063" y="6412"/>
                    <a:pt x="2074" y="6509"/>
                    <a:pt x="2075" y="6607"/>
                  </a:cubicBezTo>
                  <a:cubicBezTo>
                    <a:pt x="2076" y="6757"/>
                    <a:pt x="2072" y="6907"/>
                    <a:pt x="2070" y="7057"/>
                  </a:cubicBezTo>
                  <a:cubicBezTo>
                    <a:pt x="2069" y="7067"/>
                    <a:pt x="2070" y="7076"/>
                    <a:pt x="2070" y="7086"/>
                  </a:cubicBezTo>
                  <a:cubicBezTo>
                    <a:pt x="2073" y="7087"/>
                    <a:pt x="2076" y="7087"/>
                    <a:pt x="2079" y="7088"/>
                  </a:cubicBezTo>
                  <a:cubicBezTo>
                    <a:pt x="2119" y="6985"/>
                    <a:pt x="2162" y="6883"/>
                    <a:pt x="2198" y="6778"/>
                  </a:cubicBezTo>
                  <a:cubicBezTo>
                    <a:pt x="2244" y="6644"/>
                    <a:pt x="2284" y="6507"/>
                    <a:pt x="2329" y="6372"/>
                  </a:cubicBezTo>
                  <a:cubicBezTo>
                    <a:pt x="2366" y="6263"/>
                    <a:pt x="2411" y="6156"/>
                    <a:pt x="2413" y="6038"/>
                  </a:cubicBezTo>
                  <a:cubicBezTo>
                    <a:pt x="2415" y="5957"/>
                    <a:pt x="2408" y="5878"/>
                    <a:pt x="2361" y="5807"/>
                  </a:cubicBezTo>
                  <a:cubicBezTo>
                    <a:pt x="2270" y="5672"/>
                    <a:pt x="2191" y="5528"/>
                    <a:pt x="2054" y="5421"/>
                  </a:cubicBezTo>
                  <a:moveTo>
                    <a:pt x="2677" y="4366"/>
                  </a:moveTo>
                  <a:cubicBezTo>
                    <a:pt x="2677" y="4223"/>
                    <a:pt x="2680" y="4079"/>
                    <a:pt x="2676" y="3936"/>
                  </a:cubicBezTo>
                  <a:cubicBezTo>
                    <a:pt x="2671" y="3788"/>
                    <a:pt x="2678" y="3642"/>
                    <a:pt x="2711" y="3498"/>
                  </a:cubicBezTo>
                  <a:cubicBezTo>
                    <a:pt x="2736" y="3386"/>
                    <a:pt x="2749" y="3271"/>
                    <a:pt x="2799" y="3165"/>
                  </a:cubicBezTo>
                  <a:cubicBezTo>
                    <a:pt x="2824" y="3112"/>
                    <a:pt x="2846" y="3056"/>
                    <a:pt x="2866" y="3000"/>
                  </a:cubicBezTo>
                  <a:cubicBezTo>
                    <a:pt x="2873" y="2979"/>
                    <a:pt x="2870" y="2954"/>
                    <a:pt x="2872" y="2931"/>
                  </a:cubicBezTo>
                  <a:cubicBezTo>
                    <a:pt x="2643" y="3275"/>
                    <a:pt x="2436" y="3630"/>
                    <a:pt x="2194" y="3958"/>
                  </a:cubicBezTo>
                  <a:cubicBezTo>
                    <a:pt x="2371" y="4076"/>
                    <a:pt x="2554" y="4183"/>
                    <a:pt x="2677" y="4366"/>
                  </a:cubicBezTo>
                  <a:moveTo>
                    <a:pt x="1214" y="6461"/>
                  </a:moveTo>
                  <a:cubicBezTo>
                    <a:pt x="1217" y="6460"/>
                    <a:pt x="1221" y="6459"/>
                    <a:pt x="1224" y="6458"/>
                  </a:cubicBezTo>
                  <a:cubicBezTo>
                    <a:pt x="1231" y="6359"/>
                    <a:pt x="1264" y="6270"/>
                    <a:pt x="1312" y="6185"/>
                  </a:cubicBezTo>
                  <a:cubicBezTo>
                    <a:pt x="1332" y="6150"/>
                    <a:pt x="1352" y="6115"/>
                    <a:pt x="1368" y="6078"/>
                  </a:cubicBezTo>
                  <a:cubicBezTo>
                    <a:pt x="1389" y="6031"/>
                    <a:pt x="1406" y="5982"/>
                    <a:pt x="1423" y="5933"/>
                  </a:cubicBezTo>
                  <a:cubicBezTo>
                    <a:pt x="1425" y="5925"/>
                    <a:pt x="1420" y="5909"/>
                    <a:pt x="1413" y="5905"/>
                  </a:cubicBezTo>
                  <a:cubicBezTo>
                    <a:pt x="1293" y="5828"/>
                    <a:pt x="1253" y="5696"/>
                    <a:pt x="1194" y="5579"/>
                  </a:cubicBezTo>
                  <a:cubicBezTo>
                    <a:pt x="1142" y="5475"/>
                    <a:pt x="1104" y="5363"/>
                    <a:pt x="1058" y="5256"/>
                  </a:cubicBezTo>
                  <a:cubicBezTo>
                    <a:pt x="1034" y="5199"/>
                    <a:pt x="988" y="5161"/>
                    <a:pt x="935" y="5127"/>
                  </a:cubicBezTo>
                  <a:cubicBezTo>
                    <a:pt x="932" y="5151"/>
                    <a:pt x="929" y="5169"/>
                    <a:pt x="927" y="5187"/>
                  </a:cubicBezTo>
                  <a:cubicBezTo>
                    <a:pt x="926" y="5197"/>
                    <a:pt x="927" y="5207"/>
                    <a:pt x="926" y="5216"/>
                  </a:cubicBezTo>
                  <a:cubicBezTo>
                    <a:pt x="924" y="5360"/>
                    <a:pt x="953" y="5499"/>
                    <a:pt x="990" y="5637"/>
                  </a:cubicBezTo>
                  <a:cubicBezTo>
                    <a:pt x="1048" y="5857"/>
                    <a:pt x="1098" y="6078"/>
                    <a:pt x="1155" y="6298"/>
                  </a:cubicBezTo>
                  <a:cubicBezTo>
                    <a:pt x="1169" y="6354"/>
                    <a:pt x="1194" y="6407"/>
                    <a:pt x="1214" y="6461"/>
                  </a:cubicBezTo>
                  <a:moveTo>
                    <a:pt x="756" y="4945"/>
                  </a:moveTo>
                  <a:cubicBezTo>
                    <a:pt x="754" y="4947"/>
                    <a:pt x="753" y="4950"/>
                    <a:pt x="752" y="4952"/>
                  </a:cubicBezTo>
                  <a:cubicBezTo>
                    <a:pt x="767" y="4966"/>
                    <a:pt x="781" y="4983"/>
                    <a:pt x="799" y="4995"/>
                  </a:cubicBezTo>
                  <a:cubicBezTo>
                    <a:pt x="843" y="5023"/>
                    <a:pt x="888" y="5049"/>
                    <a:pt x="933" y="5075"/>
                  </a:cubicBezTo>
                  <a:cubicBezTo>
                    <a:pt x="1018" y="5123"/>
                    <a:pt x="1082" y="5188"/>
                    <a:pt x="1118" y="5282"/>
                  </a:cubicBezTo>
                  <a:cubicBezTo>
                    <a:pt x="1152" y="5373"/>
                    <a:pt x="1195" y="5461"/>
                    <a:pt x="1233" y="5551"/>
                  </a:cubicBezTo>
                  <a:cubicBezTo>
                    <a:pt x="1243" y="5573"/>
                    <a:pt x="1258" y="5584"/>
                    <a:pt x="1280" y="5591"/>
                  </a:cubicBezTo>
                  <a:cubicBezTo>
                    <a:pt x="1350" y="5616"/>
                    <a:pt x="1421" y="5641"/>
                    <a:pt x="1489" y="5669"/>
                  </a:cubicBezTo>
                  <a:cubicBezTo>
                    <a:pt x="1553" y="5695"/>
                    <a:pt x="1615" y="5726"/>
                    <a:pt x="1684" y="5757"/>
                  </a:cubicBezTo>
                  <a:cubicBezTo>
                    <a:pt x="1677" y="5736"/>
                    <a:pt x="1672" y="5722"/>
                    <a:pt x="1668" y="5706"/>
                  </a:cubicBezTo>
                  <a:cubicBezTo>
                    <a:pt x="1648" y="5632"/>
                    <a:pt x="1625" y="5558"/>
                    <a:pt x="1608" y="5483"/>
                  </a:cubicBezTo>
                  <a:cubicBezTo>
                    <a:pt x="1599" y="5440"/>
                    <a:pt x="1593" y="5396"/>
                    <a:pt x="1568" y="5358"/>
                  </a:cubicBezTo>
                  <a:cubicBezTo>
                    <a:pt x="1529" y="5300"/>
                    <a:pt x="1497" y="5239"/>
                    <a:pt x="1437" y="5197"/>
                  </a:cubicBezTo>
                  <a:cubicBezTo>
                    <a:pt x="1353" y="5139"/>
                    <a:pt x="1272" y="5074"/>
                    <a:pt x="1173" y="5044"/>
                  </a:cubicBezTo>
                  <a:cubicBezTo>
                    <a:pt x="1046" y="5007"/>
                    <a:pt x="917" y="4979"/>
                    <a:pt x="788" y="4947"/>
                  </a:cubicBezTo>
                  <a:cubicBezTo>
                    <a:pt x="778" y="4944"/>
                    <a:pt x="767" y="4946"/>
                    <a:pt x="756" y="4945"/>
                  </a:cubicBezTo>
                  <a:moveTo>
                    <a:pt x="2452" y="6053"/>
                  </a:moveTo>
                  <a:cubicBezTo>
                    <a:pt x="2454" y="6053"/>
                    <a:pt x="2457" y="6054"/>
                    <a:pt x="2459" y="6054"/>
                  </a:cubicBezTo>
                  <a:cubicBezTo>
                    <a:pt x="2488" y="5911"/>
                    <a:pt x="2516" y="5767"/>
                    <a:pt x="2544" y="5623"/>
                  </a:cubicBezTo>
                  <a:cubicBezTo>
                    <a:pt x="2554" y="5572"/>
                    <a:pt x="2571" y="5522"/>
                    <a:pt x="2553" y="5468"/>
                  </a:cubicBezTo>
                  <a:cubicBezTo>
                    <a:pt x="2535" y="5415"/>
                    <a:pt x="2527" y="5359"/>
                    <a:pt x="2507" y="5307"/>
                  </a:cubicBezTo>
                  <a:cubicBezTo>
                    <a:pt x="2482" y="5242"/>
                    <a:pt x="2450" y="5176"/>
                    <a:pt x="2390" y="5138"/>
                  </a:cubicBezTo>
                  <a:cubicBezTo>
                    <a:pt x="2312" y="5087"/>
                    <a:pt x="2228" y="5045"/>
                    <a:pt x="2146" y="5001"/>
                  </a:cubicBezTo>
                  <a:cubicBezTo>
                    <a:pt x="2135" y="4995"/>
                    <a:pt x="2120" y="4998"/>
                    <a:pt x="2109" y="4997"/>
                  </a:cubicBezTo>
                  <a:cubicBezTo>
                    <a:pt x="2094" y="5083"/>
                    <a:pt x="2083" y="5165"/>
                    <a:pt x="2067" y="5247"/>
                  </a:cubicBezTo>
                  <a:cubicBezTo>
                    <a:pt x="2052" y="5320"/>
                    <a:pt x="2077" y="5377"/>
                    <a:pt x="2127" y="5427"/>
                  </a:cubicBezTo>
                  <a:cubicBezTo>
                    <a:pt x="2136" y="5437"/>
                    <a:pt x="2146" y="5445"/>
                    <a:pt x="2154" y="5455"/>
                  </a:cubicBezTo>
                  <a:cubicBezTo>
                    <a:pt x="2196" y="5503"/>
                    <a:pt x="2238" y="5551"/>
                    <a:pt x="2277" y="5602"/>
                  </a:cubicBezTo>
                  <a:cubicBezTo>
                    <a:pt x="2309" y="5643"/>
                    <a:pt x="2336" y="5688"/>
                    <a:pt x="2365" y="5731"/>
                  </a:cubicBezTo>
                  <a:cubicBezTo>
                    <a:pt x="2405" y="5792"/>
                    <a:pt x="2446" y="5854"/>
                    <a:pt x="2451" y="5929"/>
                  </a:cubicBezTo>
                  <a:cubicBezTo>
                    <a:pt x="2454" y="5970"/>
                    <a:pt x="2452" y="6012"/>
                    <a:pt x="2452" y="6053"/>
                  </a:cubicBezTo>
                  <a:moveTo>
                    <a:pt x="395" y="3106"/>
                  </a:moveTo>
                  <a:cubicBezTo>
                    <a:pt x="392" y="3108"/>
                    <a:pt x="389" y="3110"/>
                    <a:pt x="386" y="3113"/>
                  </a:cubicBezTo>
                  <a:cubicBezTo>
                    <a:pt x="399" y="3130"/>
                    <a:pt x="408" y="3154"/>
                    <a:pt x="426" y="3166"/>
                  </a:cubicBezTo>
                  <a:cubicBezTo>
                    <a:pt x="554" y="3251"/>
                    <a:pt x="637" y="3373"/>
                    <a:pt x="696" y="3510"/>
                  </a:cubicBezTo>
                  <a:cubicBezTo>
                    <a:pt x="748" y="3630"/>
                    <a:pt x="783" y="3758"/>
                    <a:pt x="828" y="3881"/>
                  </a:cubicBezTo>
                  <a:cubicBezTo>
                    <a:pt x="844" y="3925"/>
                    <a:pt x="868" y="3965"/>
                    <a:pt x="888" y="4007"/>
                  </a:cubicBezTo>
                  <a:lnTo>
                    <a:pt x="898" y="4003"/>
                  </a:lnTo>
                  <a:cubicBezTo>
                    <a:pt x="898" y="3998"/>
                    <a:pt x="899" y="3993"/>
                    <a:pt x="899" y="3988"/>
                  </a:cubicBezTo>
                  <a:cubicBezTo>
                    <a:pt x="890" y="3807"/>
                    <a:pt x="926" y="3636"/>
                    <a:pt x="1015" y="3476"/>
                  </a:cubicBezTo>
                  <a:cubicBezTo>
                    <a:pt x="1044" y="3422"/>
                    <a:pt x="1063" y="3363"/>
                    <a:pt x="1089" y="3301"/>
                  </a:cubicBezTo>
                  <a:cubicBezTo>
                    <a:pt x="1048" y="3289"/>
                    <a:pt x="1013" y="3276"/>
                    <a:pt x="976" y="3267"/>
                  </a:cubicBezTo>
                  <a:cubicBezTo>
                    <a:pt x="871" y="3244"/>
                    <a:pt x="765" y="3225"/>
                    <a:pt x="661" y="3200"/>
                  </a:cubicBezTo>
                  <a:cubicBezTo>
                    <a:pt x="569" y="3178"/>
                    <a:pt x="475" y="3161"/>
                    <a:pt x="395" y="3106"/>
                  </a:cubicBezTo>
                  <a:moveTo>
                    <a:pt x="1071" y="2523"/>
                  </a:moveTo>
                  <a:cubicBezTo>
                    <a:pt x="974" y="2747"/>
                    <a:pt x="815" y="2939"/>
                    <a:pt x="738" y="3177"/>
                  </a:cubicBezTo>
                  <a:cubicBezTo>
                    <a:pt x="813" y="3190"/>
                    <a:pt x="890" y="3204"/>
                    <a:pt x="973" y="3219"/>
                  </a:cubicBezTo>
                  <a:cubicBezTo>
                    <a:pt x="973" y="3185"/>
                    <a:pt x="968" y="3154"/>
                    <a:pt x="974" y="3126"/>
                  </a:cubicBezTo>
                  <a:cubicBezTo>
                    <a:pt x="1005" y="2986"/>
                    <a:pt x="1034" y="2845"/>
                    <a:pt x="1075" y="2708"/>
                  </a:cubicBezTo>
                  <a:cubicBezTo>
                    <a:pt x="1095" y="2643"/>
                    <a:pt x="1086" y="2586"/>
                    <a:pt x="1071" y="2523"/>
                  </a:cubicBezTo>
                  <a:moveTo>
                    <a:pt x="1212" y="3335"/>
                  </a:moveTo>
                  <a:cubicBezTo>
                    <a:pt x="1236" y="3271"/>
                    <a:pt x="1259" y="3212"/>
                    <a:pt x="1279" y="3152"/>
                  </a:cubicBezTo>
                  <a:cubicBezTo>
                    <a:pt x="1284" y="3136"/>
                    <a:pt x="1283" y="3114"/>
                    <a:pt x="1276" y="3099"/>
                  </a:cubicBezTo>
                  <a:cubicBezTo>
                    <a:pt x="1249" y="3039"/>
                    <a:pt x="1217" y="2982"/>
                    <a:pt x="1189" y="2923"/>
                  </a:cubicBezTo>
                  <a:cubicBezTo>
                    <a:pt x="1161" y="2861"/>
                    <a:pt x="1136" y="2798"/>
                    <a:pt x="1107" y="2728"/>
                  </a:cubicBezTo>
                  <a:cubicBezTo>
                    <a:pt x="1083" y="2830"/>
                    <a:pt x="1058" y="2926"/>
                    <a:pt x="1037" y="3024"/>
                  </a:cubicBezTo>
                  <a:cubicBezTo>
                    <a:pt x="1025" y="3084"/>
                    <a:pt x="1018" y="3144"/>
                    <a:pt x="1011" y="3206"/>
                  </a:cubicBezTo>
                  <a:cubicBezTo>
                    <a:pt x="1010" y="3215"/>
                    <a:pt x="1022" y="3233"/>
                    <a:pt x="1031" y="3236"/>
                  </a:cubicBezTo>
                  <a:cubicBezTo>
                    <a:pt x="1097" y="3254"/>
                    <a:pt x="1155" y="3287"/>
                    <a:pt x="1212" y="3336"/>
                  </a:cubicBezTo>
                  <a:lnTo>
                    <a:pt x="1212" y="3335"/>
                  </a:lnTo>
                  <a:moveTo>
                    <a:pt x="1821" y="6183"/>
                  </a:moveTo>
                  <a:cubicBezTo>
                    <a:pt x="1799" y="6072"/>
                    <a:pt x="1772" y="5961"/>
                    <a:pt x="1722" y="5858"/>
                  </a:cubicBezTo>
                  <a:cubicBezTo>
                    <a:pt x="1712" y="5836"/>
                    <a:pt x="1693" y="5814"/>
                    <a:pt x="1672" y="5802"/>
                  </a:cubicBezTo>
                  <a:cubicBezTo>
                    <a:pt x="1626" y="5775"/>
                    <a:pt x="1577" y="5753"/>
                    <a:pt x="1528" y="5732"/>
                  </a:cubicBezTo>
                  <a:cubicBezTo>
                    <a:pt x="1445" y="5697"/>
                    <a:pt x="1361" y="5664"/>
                    <a:pt x="1269" y="5627"/>
                  </a:cubicBezTo>
                  <a:cubicBezTo>
                    <a:pt x="1305" y="5707"/>
                    <a:pt x="1334" y="5782"/>
                    <a:pt x="1397" y="5834"/>
                  </a:cubicBezTo>
                  <a:cubicBezTo>
                    <a:pt x="1435" y="5864"/>
                    <a:pt x="1474" y="5894"/>
                    <a:pt x="1514" y="5922"/>
                  </a:cubicBezTo>
                  <a:cubicBezTo>
                    <a:pt x="1567" y="5958"/>
                    <a:pt x="1627" y="5986"/>
                    <a:pt x="1675" y="6027"/>
                  </a:cubicBezTo>
                  <a:cubicBezTo>
                    <a:pt x="1729" y="6073"/>
                    <a:pt x="1773" y="6130"/>
                    <a:pt x="1822" y="6183"/>
                  </a:cubicBezTo>
                  <a:lnTo>
                    <a:pt x="1821" y="6183"/>
                  </a:lnTo>
                  <a:moveTo>
                    <a:pt x="583" y="4190"/>
                  </a:moveTo>
                  <a:cubicBezTo>
                    <a:pt x="617" y="3959"/>
                    <a:pt x="595" y="3741"/>
                    <a:pt x="529" y="3524"/>
                  </a:cubicBezTo>
                  <a:cubicBezTo>
                    <a:pt x="524" y="3533"/>
                    <a:pt x="520" y="3539"/>
                    <a:pt x="516" y="3545"/>
                  </a:cubicBezTo>
                  <a:cubicBezTo>
                    <a:pt x="449" y="3654"/>
                    <a:pt x="421" y="3778"/>
                    <a:pt x="383" y="3898"/>
                  </a:cubicBezTo>
                  <a:cubicBezTo>
                    <a:pt x="374" y="3928"/>
                    <a:pt x="375" y="3957"/>
                    <a:pt x="396" y="3980"/>
                  </a:cubicBezTo>
                  <a:cubicBezTo>
                    <a:pt x="456" y="4049"/>
                    <a:pt x="517" y="4116"/>
                    <a:pt x="584" y="4190"/>
                  </a:cubicBezTo>
                  <a:lnTo>
                    <a:pt x="583" y="4190"/>
                  </a:lnTo>
                  <a:moveTo>
                    <a:pt x="886" y="4072"/>
                  </a:moveTo>
                  <a:cubicBezTo>
                    <a:pt x="827" y="3997"/>
                    <a:pt x="791" y="3921"/>
                    <a:pt x="768" y="3837"/>
                  </a:cubicBezTo>
                  <a:cubicBezTo>
                    <a:pt x="724" y="3675"/>
                    <a:pt x="670" y="3516"/>
                    <a:pt x="573" y="3377"/>
                  </a:cubicBezTo>
                  <a:cubicBezTo>
                    <a:pt x="541" y="3330"/>
                    <a:pt x="503" y="3288"/>
                    <a:pt x="468" y="3244"/>
                  </a:cubicBezTo>
                  <a:cubicBezTo>
                    <a:pt x="465" y="3246"/>
                    <a:pt x="462" y="3248"/>
                    <a:pt x="459" y="3251"/>
                  </a:cubicBezTo>
                  <a:cubicBezTo>
                    <a:pt x="461" y="3254"/>
                    <a:pt x="462" y="3258"/>
                    <a:pt x="464" y="3261"/>
                  </a:cubicBezTo>
                  <a:cubicBezTo>
                    <a:pt x="522" y="3332"/>
                    <a:pt x="550" y="3415"/>
                    <a:pt x="571" y="3503"/>
                  </a:cubicBezTo>
                  <a:cubicBezTo>
                    <a:pt x="607" y="3651"/>
                    <a:pt x="647" y="3798"/>
                    <a:pt x="639" y="3952"/>
                  </a:cubicBezTo>
                  <a:cubicBezTo>
                    <a:pt x="637" y="3986"/>
                    <a:pt x="653" y="4000"/>
                    <a:pt x="678" y="4008"/>
                  </a:cubicBezTo>
                  <a:cubicBezTo>
                    <a:pt x="743" y="4030"/>
                    <a:pt x="810" y="4049"/>
                    <a:pt x="886" y="4072"/>
                  </a:cubicBezTo>
                  <a:moveTo>
                    <a:pt x="2022" y="7178"/>
                  </a:moveTo>
                  <a:cubicBezTo>
                    <a:pt x="2024" y="7145"/>
                    <a:pt x="2031" y="7084"/>
                    <a:pt x="2032" y="7024"/>
                  </a:cubicBezTo>
                  <a:cubicBezTo>
                    <a:pt x="2034" y="6890"/>
                    <a:pt x="2043" y="6756"/>
                    <a:pt x="2033" y="6623"/>
                  </a:cubicBezTo>
                  <a:cubicBezTo>
                    <a:pt x="2017" y="6407"/>
                    <a:pt x="2018" y="6193"/>
                    <a:pt x="2031" y="5978"/>
                  </a:cubicBezTo>
                  <a:cubicBezTo>
                    <a:pt x="2038" y="5874"/>
                    <a:pt x="2030" y="5770"/>
                    <a:pt x="2028" y="5666"/>
                  </a:cubicBezTo>
                  <a:cubicBezTo>
                    <a:pt x="2028" y="5655"/>
                    <a:pt x="2023" y="5645"/>
                    <a:pt x="2021" y="5635"/>
                  </a:cubicBezTo>
                  <a:cubicBezTo>
                    <a:pt x="2018" y="5636"/>
                    <a:pt x="2015" y="5636"/>
                    <a:pt x="2012" y="5637"/>
                  </a:cubicBezTo>
                  <a:cubicBezTo>
                    <a:pt x="2013" y="5645"/>
                    <a:pt x="2013" y="5653"/>
                    <a:pt x="2014" y="5661"/>
                  </a:cubicBezTo>
                  <a:cubicBezTo>
                    <a:pt x="2019" y="5709"/>
                    <a:pt x="2027" y="5757"/>
                    <a:pt x="2030" y="5806"/>
                  </a:cubicBezTo>
                  <a:cubicBezTo>
                    <a:pt x="2035" y="5918"/>
                    <a:pt x="2011" y="6027"/>
                    <a:pt x="1974" y="6132"/>
                  </a:cubicBezTo>
                  <a:cubicBezTo>
                    <a:pt x="1928" y="6262"/>
                    <a:pt x="1923" y="6395"/>
                    <a:pt x="1944" y="6530"/>
                  </a:cubicBezTo>
                  <a:cubicBezTo>
                    <a:pt x="1957" y="6610"/>
                    <a:pt x="1969" y="6691"/>
                    <a:pt x="1979" y="6772"/>
                  </a:cubicBezTo>
                  <a:cubicBezTo>
                    <a:pt x="1986" y="6832"/>
                    <a:pt x="1987" y="6892"/>
                    <a:pt x="1994" y="6952"/>
                  </a:cubicBezTo>
                  <a:cubicBezTo>
                    <a:pt x="2003" y="7036"/>
                    <a:pt x="2015" y="7120"/>
                    <a:pt x="2022" y="7178"/>
                  </a:cubicBezTo>
                  <a:moveTo>
                    <a:pt x="1731" y="4019"/>
                  </a:moveTo>
                  <a:cubicBezTo>
                    <a:pt x="1728" y="3914"/>
                    <a:pt x="1665" y="3726"/>
                    <a:pt x="1589" y="3625"/>
                  </a:cubicBezTo>
                  <a:cubicBezTo>
                    <a:pt x="1527" y="3542"/>
                    <a:pt x="1478" y="3452"/>
                    <a:pt x="1427" y="3362"/>
                  </a:cubicBezTo>
                  <a:cubicBezTo>
                    <a:pt x="1393" y="3300"/>
                    <a:pt x="1354" y="3242"/>
                    <a:pt x="1316" y="3180"/>
                  </a:cubicBezTo>
                  <a:cubicBezTo>
                    <a:pt x="1292" y="3238"/>
                    <a:pt x="1269" y="3292"/>
                    <a:pt x="1249" y="3347"/>
                  </a:cubicBezTo>
                  <a:cubicBezTo>
                    <a:pt x="1246" y="3354"/>
                    <a:pt x="1252" y="3369"/>
                    <a:pt x="1258" y="3376"/>
                  </a:cubicBezTo>
                  <a:cubicBezTo>
                    <a:pt x="1288" y="3406"/>
                    <a:pt x="1320" y="3434"/>
                    <a:pt x="1352" y="3462"/>
                  </a:cubicBezTo>
                  <a:cubicBezTo>
                    <a:pt x="1451" y="3551"/>
                    <a:pt x="1547" y="3642"/>
                    <a:pt x="1617" y="3757"/>
                  </a:cubicBezTo>
                  <a:cubicBezTo>
                    <a:pt x="1668" y="3839"/>
                    <a:pt x="1711" y="3924"/>
                    <a:pt x="1731" y="4019"/>
                  </a:cubicBezTo>
                  <a:moveTo>
                    <a:pt x="1995" y="4705"/>
                  </a:moveTo>
                  <a:cubicBezTo>
                    <a:pt x="1974" y="4760"/>
                    <a:pt x="1997" y="5339"/>
                    <a:pt x="2016" y="5419"/>
                  </a:cubicBezTo>
                  <a:cubicBezTo>
                    <a:pt x="2016" y="5390"/>
                    <a:pt x="2015" y="5365"/>
                    <a:pt x="2016" y="5342"/>
                  </a:cubicBezTo>
                  <a:cubicBezTo>
                    <a:pt x="2020" y="5293"/>
                    <a:pt x="2018" y="5243"/>
                    <a:pt x="2029" y="5196"/>
                  </a:cubicBezTo>
                  <a:cubicBezTo>
                    <a:pt x="2056" y="5083"/>
                    <a:pt x="2076" y="4970"/>
                    <a:pt x="2049" y="4855"/>
                  </a:cubicBezTo>
                  <a:cubicBezTo>
                    <a:pt x="2037" y="4804"/>
                    <a:pt x="2013" y="4755"/>
                    <a:pt x="1995" y="4705"/>
                  </a:cubicBezTo>
                  <a:moveTo>
                    <a:pt x="2488" y="2501"/>
                  </a:moveTo>
                  <a:cubicBezTo>
                    <a:pt x="2490" y="2451"/>
                    <a:pt x="2463" y="2430"/>
                    <a:pt x="2422" y="2442"/>
                  </a:cubicBezTo>
                  <a:cubicBezTo>
                    <a:pt x="2371" y="2457"/>
                    <a:pt x="2316" y="2529"/>
                    <a:pt x="2317" y="2582"/>
                  </a:cubicBezTo>
                  <a:cubicBezTo>
                    <a:pt x="2317" y="2591"/>
                    <a:pt x="2324" y="2603"/>
                    <a:pt x="2331" y="2608"/>
                  </a:cubicBezTo>
                  <a:cubicBezTo>
                    <a:pt x="2359" y="2626"/>
                    <a:pt x="2388" y="2628"/>
                    <a:pt x="2417" y="2611"/>
                  </a:cubicBezTo>
                  <a:cubicBezTo>
                    <a:pt x="2462" y="2585"/>
                    <a:pt x="2484" y="2545"/>
                    <a:pt x="2489" y="2501"/>
                  </a:cubicBezTo>
                  <a:lnTo>
                    <a:pt x="2488" y="2501"/>
                  </a:lnTo>
                  <a:moveTo>
                    <a:pt x="2511" y="2925"/>
                  </a:moveTo>
                  <a:cubicBezTo>
                    <a:pt x="2563" y="2913"/>
                    <a:pt x="2592" y="2886"/>
                    <a:pt x="2613" y="2849"/>
                  </a:cubicBezTo>
                  <a:cubicBezTo>
                    <a:pt x="2626" y="2826"/>
                    <a:pt x="2627" y="2806"/>
                    <a:pt x="2608" y="2786"/>
                  </a:cubicBezTo>
                  <a:cubicBezTo>
                    <a:pt x="2589" y="2765"/>
                    <a:pt x="2565" y="2762"/>
                    <a:pt x="2543" y="2777"/>
                  </a:cubicBezTo>
                  <a:cubicBezTo>
                    <a:pt x="2517" y="2795"/>
                    <a:pt x="2492" y="2817"/>
                    <a:pt x="2472" y="2841"/>
                  </a:cubicBezTo>
                  <a:cubicBezTo>
                    <a:pt x="2463" y="2853"/>
                    <a:pt x="2458" y="2880"/>
                    <a:pt x="2465" y="2892"/>
                  </a:cubicBezTo>
                  <a:cubicBezTo>
                    <a:pt x="2475" y="2908"/>
                    <a:pt x="2498" y="2916"/>
                    <a:pt x="2511" y="2925"/>
                  </a:cubicBezTo>
                  <a:moveTo>
                    <a:pt x="2827" y="2285"/>
                  </a:moveTo>
                  <a:cubicBezTo>
                    <a:pt x="2825" y="2284"/>
                    <a:pt x="2823" y="2284"/>
                    <a:pt x="2822" y="2283"/>
                  </a:cubicBezTo>
                  <a:cubicBezTo>
                    <a:pt x="2822" y="2278"/>
                    <a:pt x="2824" y="2271"/>
                    <a:pt x="2821" y="2267"/>
                  </a:cubicBezTo>
                  <a:cubicBezTo>
                    <a:pt x="2810" y="2250"/>
                    <a:pt x="2801" y="2225"/>
                    <a:pt x="2785" y="2220"/>
                  </a:cubicBezTo>
                  <a:cubicBezTo>
                    <a:pt x="2773" y="2215"/>
                    <a:pt x="2748" y="2231"/>
                    <a:pt x="2735" y="2245"/>
                  </a:cubicBezTo>
                  <a:cubicBezTo>
                    <a:pt x="2721" y="2261"/>
                    <a:pt x="2712" y="2284"/>
                    <a:pt x="2703" y="2304"/>
                  </a:cubicBezTo>
                  <a:cubicBezTo>
                    <a:pt x="2694" y="2328"/>
                    <a:pt x="2712" y="2360"/>
                    <a:pt x="2739" y="2373"/>
                  </a:cubicBezTo>
                  <a:cubicBezTo>
                    <a:pt x="2766" y="2386"/>
                    <a:pt x="2787" y="2379"/>
                    <a:pt x="2800" y="2354"/>
                  </a:cubicBezTo>
                  <a:cubicBezTo>
                    <a:pt x="2811" y="2332"/>
                    <a:pt x="2818" y="2308"/>
                    <a:pt x="2827" y="2285"/>
                  </a:cubicBezTo>
                  <a:moveTo>
                    <a:pt x="1414" y="2716"/>
                  </a:moveTo>
                  <a:cubicBezTo>
                    <a:pt x="1414" y="2720"/>
                    <a:pt x="1415" y="2725"/>
                    <a:pt x="1415" y="2730"/>
                  </a:cubicBezTo>
                  <a:cubicBezTo>
                    <a:pt x="1443" y="2739"/>
                    <a:pt x="1470" y="2752"/>
                    <a:pt x="1499" y="2757"/>
                  </a:cubicBezTo>
                  <a:cubicBezTo>
                    <a:pt x="1533" y="2762"/>
                    <a:pt x="1574" y="2730"/>
                    <a:pt x="1573" y="2699"/>
                  </a:cubicBezTo>
                  <a:cubicBezTo>
                    <a:pt x="1573" y="2679"/>
                    <a:pt x="1562" y="2654"/>
                    <a:pt x="1547" y="2641"/>
                  </a:cubicBezTo>
                  <a:cubicBezTo>
                    <a:pt x="1525" y="2622"/>
                    <a:pt x="1494" y="2625"/>
                    <a:pt x="1472" y="2644"/>
                  </a:cubicBezTo>
                  <a:cubicBezTo>
                    <a:pt x="1450" y="2665"/>
                    <a:pt x="1433" y="2692"/>
                    <a:pt x="1414" y="2716"/>
                  </a:cubicBezTo>
                  <a:moveTo>
                    <a:pt x="2301" y="3105"/>
                  </a:moveTo>
                  <a:cubicBezTo>
                    <a:pt x="2324" y="3119"/>
                    <a:pt x="2341" y="3136"/>
                    <a:pt x="2362" y="3142"/>
                  </a:cubicBezTo>
                  <a:cubicBezTo>
                    <a:pt x="2390" y="3149"/>
                    <a:pt x="2423" y="3121"/>
                    <a:pt x="2436" y="3086"/>
                  </a:cubicBezTo>
                  <a:cubicBezTo>
                    <a:pt x="2450" y="3048"/>
                    <a:pt x="2444" y="3017"/>
                    <a:pt x="2418" y="2997"/>
                  </a:cubicBezTo>
                  <a:cubicBezTo>
                    <a:pt x="2398" y="2982"/>
                    <a:pt x="2380" y="2980"/>
                    <a:pt x="2365" y="3002"/>
                  </a:cubicBezTo>
                  <a:cubicBezTo>
                    <a:pt x="2345" y="3033"/>
                    <a:pt x="2326" y="3065"/>
                    <a:pt x="2301" y="3105"/>
                  </a:cubicBezTo>
                  <a:moveTo>
                    <a:pt x="2372" y="1633"/>
                  </a:moveTo>
                  <a:cubicBezTo>
                    <a:pt x="2409" y="1633"/>
                    <a:pt x="2436" y="1605"/>
                    <a:pt x="2437" y="1566"/>
                  </a:cubicBezTo>
                  <a:cubicBezTo>
                    <a:pt x="2437" y="1533"/>
                    <a:pt x="2404" y="1504"/>
                    <a:pt x="2367" y="1504"/>
                  </a:cubicBezTo>
                  <a:cubicBezTo>
                    <a:pt x="2333" y="1504"/>
                    <a:pt x="2299" y="1544"/>
                    <a:pt x="2299" y="1586"/>
                  </a:cubicBezTo>
                  <a:cubicBezTo>
                    <a:pt x="2298" y="1613"/>
                    <a:pt x="2328" y="1633"/>
                    <a:pt x="2372" y="1633"/>
                  </a:cubicBezTo>
                  <a:moveTo>
                    <a:pt x="2272" y="1443"/>
                  </a:moveTo>
                  <a:cubicBezTo>
                    <a:pt x="2207" y="1446"/>
                    <a:pt x="2180" y="1490"/>
                    <a:pt x="2158" y="1537"/>
                  </a:cubicBezTo>
                  <a:cubicBezTo>
                    <a:pt x="2146" y="1563"/>
                    <a:pt x="2160" y="1582"/>
                    <a:pt x="2187" y="1576"/>
                  </a:cubicBezTo>
                  <a:cubicBezTo>
                    <a:pt x="2206" y="1573"/>
                    <a:pt x="2226" y="1567"/>
                    <a:pt x="2242" y="1557"/>
                  </a:cubicBezTo>
                  <a:cubicBezTo>
                    <a:pt x="2287" y="1527"/>
                    <a:pt x="2299" y="1474"/>
                    <a:pt x="2272" y="1442"/>
                  </a:cubicBezTo>
                  <a:lnTo>
                    <a:pt x="2272" y="1443"/>
                  </a:lnTo>
                  <a:moveTo>
                    <a:pt x="1881" y="796"/>
                  </a:moveTo>
                  <a:cubicBezTo>
                    <a:pt x="1882" y="766"/>
                    <a:pt x="1857" y="735"/>
                    <a:pt x="1829" y="734"/>
                  </a:cubicBezTo>
                  <a:cubicBezTo>
                    <a:pt x="1802" y="733"/>
                    <a:pt x="1797" y="755"/>
                    <a:pt x="1792" y="775"/>
                  </a:cubicBezTo>
                  <a:cubicBezTo>
                    <a:pt x="1788" y="791"/>
                    <a:pt x="1784" y="807"/>
                    <a:pt x="1782" y="823"/>
                  </a:cubicBezTo>
                  <a:cubicBezTo>
                    <a:pt x="1777" y="852"/>
                    <a:pt x="1808" y="880"/>
                    <a:pt x="1837" y="873"/>
                  </a:cubicBezTo>
                  <a:cubicBezTo>
                    <a:pt x="1861" y="867"/>
                    <a:pt x="1880" y="834"/>
                    <a:pt x="1881" y="796"/>
                  </a:cubicBezTo>
                  <a:moveTo>
                    <a:pt x="2667" y="2504"/>
                  </a:moveTo>
                  <a:cubicBezTo>
                    <a:pt x="2671" y="2524"/>
                    <a:pt x="2672" y="2539"/>
                    <a:pt x="2676" y="2554"/>
                  </a:cubicBezTo>
                  <a:cubicBezTo>
                    <a:pt x="2681" y="2571"/>
                    <a:pt x="2683" y="2596"/>
                    <a:pt x="2695" y="2604"/>
                  </a:cubicBezTo>
                  <a:cubicBezTo>
                    <a:pt x="2717" y="2618"/>
                    <a:pt x="2735" y="2599"/>
                    <a:pt x="2749" y="2581"/>
                  </a:cubicBezTo>
                  <a:cubicBezTo>
                    <a:pt x="2756" y="2572"/>
                    <a:pt x="2763" y="2561"/>
                    <a:pt x="2767" y="2550"/>
                  </a:cubicBezTo>
                  <a:cubicBezTo>
                    <a:pt x="2783" y="2513"/>
                    <a:pt x="2765" y="2482"/>
                    <a:pt x="2726" y="2476"/>
                  </a:cubicBezTo>
                  <a:cubicBezTo>
                    <a:pt x="2697" y="2471"/>
                    <a:pt x="2679" y="2487"/>
                    <a:pt x="2668" y="2504"/>
                  </a:cubicBezTo>
                  <a:lnTo>
                    <a:pt x="2667" y="2504"/>
                  </a:lnTo>
                  <a:moveTo>
                    <a:pt x="1927" y="1908"/>
                  </a:moveTo>
                  <a:cubicBezTo>
                    <a:pt x="1968" y="1902"/>
                    <a:pt x="2016" y="1829"/>
                    <a:pt x="2003" y="1789"/>
                  </a:cubicBezTo>
                  <a:cubicBezTo>
                    <a:pt x="2002" y="1783"/>
                    <a:pt x="1997" y="1774"/>
                    <a:pt x="1993" y="1773"/>
                  </a:cubicBezTo>
                  <a:cubicBezTo>
                    <a:pt x="1974" y="1770"/>
                    <a:pt x="1951" y="1748"/>
                    <a:pt x="1935" y="1771"/>
                  </a:cubicBezTo>
                  <a:cubicBezTo>
                    <a:pt x="1921" y="1790"/>
                    <a:pt x="1911" y="1815"/>
                    <a:pt x="1910" y="1838"/>
                  </a:cubicBezTo>
                  <a:cubicBezTo>
                    <a:pt x="1908" y="1860"/>
                    <a:pt x="1920" y="1883"/>
                    <a:pt x="1927" y="1908"/>
                  </a:cubicBezTo>
                  <a:moveTo>
                    <a:pt x="2015" y="3268"/>
                  </a:moveTo>
                  <a:cubicBezTo>
                    <a:pt x="2017" y="3305"/>
                    <a:pt x="2019" y="3334"/>
                    <a:pt x="2019" y="3363"/>
                  </a:cubicBezTo>
                  <a:cubicBezTo>
                    <a:pt x="2019" y="3374"/>
                    <a:pt x="2015" y="3385"/>
                    <a:pt x="2011" y="3395"/>
                  </a:cubicBezTo>
                  <a:cubicBezTo>
                    <a:pt x="2008" y="3406"/>
                    <a:pt x="1997" y="3416"/>
                    <a:pt x="1998" y="3426"/>
                  </a:cubicBezTo>
                  <a:cubicBezTo>
                    <a:pt x="1998" y="3495"/>
                    <a:pt x="2002" y="3563"/>
                    <a:pt x="2003" y="3631"/>
                  </a:cubicBezTo>
                  <a:cubicBezTo>
                    <a:pt x="2004" y="3664"/>
                    <a:pt x="2003" y="3697"/>
                    <a:pt x="2003" y="3730"/>
                  </a:cubicBezTo>
                  <a:cubicBezTo>
                    <a:pt x="2013" y="3697"/>
                    <a:pt x="2022" y="3664"/>
                    <a:pt x="2024" y="3631"/>
                  </a:cubicBezTo>
                  <a:cubicBezTo>
                    <a:pt x="2028" y="3543"/>
                    <a:pt x="2028" y="3455"/>
                    <a:pt x="2031" y="3368"/>
                  </a:cubicBezTo>
                  <a:cubicBezTo>
                    <a:pt x="2032" y="3342"/>
                    <a:pt x="2037" y="3317"/>
                    <a:pt x="2041" y="3289"/>
                  </a:cubicBezTo>
                  <a:cubicBezTo>
                    <a:pt x="2038" y="3286"/>
                    <a:pt x="2030" y="3280"/>
                    <a:pt x="2015" y="3268"/>
                  </a:cubicBezTo>
                  <a:moveTo>
                    <a:pt x="1971" y="5499"/>
                  </a:moveTo>
                  <a:cubicBezTo>
                    <a:pt x="1961" y="5321"/>
                    <a:pt x="1951" y="5140"/>
                    <a:pt x="1941" y="4958"/>
                  </a:cubicBezTo>
                  <a:cubicBezTo>
                    <a:pt x="1947" y="5139"/>
                    <a:pt x="1902" y="5323"/>
                    <a:pt x="1971" y="5499"/>
                  </a:cubicBezTo>
                  <a:moveTo>
                    <a:pt x="2298" y="745"/>
                  </a:moveTo>
                  <a:cubicBezTo>
                    <a:pt x="2289" y="712"/>
                    <a:pt x="2273" y="695"/>
                    <a:pt x="2248" y="690"/>
                  </a:cubicBezTo>
                  <a:cubicBezTo>
                    <a:pt x="2221" y="685"/>
                    <a:pt x="2211" y="708"/>
                    <a:pt x="2207" y="727"/>
                  </a:cubicBezTo>
                  <a:cubicBezTo>
                    <a:pt x="2202" y="752"/>
                    <a:pt x="2170" y="778"/>
                    <a:pt x="2203" y="802"/>
                  </a:cubicBezTo>
                  <a:cubicBezTo>
                    <a:pt x="2215" y="810"/>
                    <a:pt x="2241" y="815"/>
                    <a:pt x="2249" y="808"/>
                  </a:cubicBezTo>
                  <a:cubicBezTo>
                    <a:pt x="2269" y="792"/>
                    <a:pt x="2282" y="767"/>
                    <a:pt x="2298" y="745"/>
                  </a:cubicBezTo>
                  <a:moveTo>
                    <a:pt x="1929" y="2131"/>
                  </a:moveTo>
                  <a:cubicBezTo>
                    <a:pt x="1923" y="2135"/>
                    <a:pt x="1909" y="2140"/>
                    <a:pt x="1903" y="2150"/>
                  </a:cubicBezTo>
                  <a:cubicBezTo>
                    <a:pt x="1893" y="2167"/>
                    <a:pt x="1886" y="2187"/>
                    <a:pt x="1883" y="2207"/>
                  </a:cubicBezTo>
                  <a:cubicBezTo>
                    <a:pt x="1881" y="2218"/>
                    <a:pt x="1887" y="2237"/>
                    <a:pt x="1895" y="2241"/>
                  </a:cubicBezTo>
                  <a:cubicBezTo>
                    <a:pt x="1907" y="2247"/>
                    <a:pt x="1928" y="2249"/>
                    <a:pt x="1938" y="2242"/>
                  </a:cubicBezTo>
                  <a:cubicBezTo>
                    <a:pt x="1954" y="2231"/>
                    <a:pt x="1967" y="2214"/>
                    <a:pt x="1977" y="2196"/>
                  </a:cubicBezTo>
                  <a:cubicBezTo>
                    <a:pt x="1994" y="2165"/>
                    <a:pt x="1971" y="2132"/>
                    <a:pt x="1929" y="2131"/>
                  </a:cubicBezTo>
                  <a:moveTo>
                    <a:pt x="2567" y="1269"/>
                  </a:moveTo>
                  <a:cubicBezTo>
                    <a:pt x="2556" y="1254"/>
                    <a:pt x="2544" y="1238"/>
                    <a:pt x="2533" y="1222"/>
                  </a:cubicBezTo>
                  <a:cubicBezTo>
                    <a:pt x="2518" y="1233"/>
                    <a:pt x="2501" y="1242"/>
                    <a:pt x="2490" y="1256"/>
                  </a:cubicBezTo>
                  <a:cubicBezTo>
                    <a:pt x="2479" y="1270"/>
                    <a:pt x="2471" y="1288"/>
                    <a:pt x="2468" y="1305"/>
                  </a:cubicBezTo>
                  <a:cubicBezTo>
                    <a:pt x="2465" y="1318"/>
                    <a:pt x="2469" y="1338"/>
                    <a:pt x="2477" y="1344"/>
                  </a:cubicBezTo>
                  <a:cubicBezTo>
                    <a:pt x="2488" y="1351"/>
                    <a:pt x="2509" y="1353"/>
                    <a:pt x="2520" y="1347"/>
                  </a:cubicBezTo>
                  <a:cubicBezTo>
                    <a:pt x="2548" y="1333"/>
                    <a:pt x="2561" y="1306"/>
                    <a:pt x="2567" y="1269"/>
                  </a:cubicBezTo>
                  <a:moveTo>
                    <a:pt x="1761" y="456"/>
                  </a:moveTo>
                  <a:cubicBezTo>
                    <a:pt x="1765" y="462"/>
                    <a:pt x="1771" y="475"/>
                    <a:pt x="1780" y="483"/>
                  </a:cubicBezTo>
                  <a:cubicBezTo>
                    <a:pt x="1793" y="493"/>
                    <a:pt x="1808" y="499"/>
                    <a:pt x="1823" y="505"/>
                  </a:cubicBezTo>
                  <a:cubicBezTo>
                    <a:pt x="1852" y="517"/>
                    <a:pt x="1870" y="504"/>
                    <a:pt x="1870" y="474"/>
                  </a:cubicBezTo>
                  <a:cubicBezTo>
                    <a:pt x="1870" y="463"/>
                    <a:pt x="1868" y="452"/>
                    <a:pt x="1866" y="442"/>
                  </a:cubicBezTo>
                  <a:cubicBezTo>
                    <a:pt x="1860" y="421"/>
                    <a:pt x="1819" y="398"/>
                    <a:pt x="1794" y="400"/>
                  </a:cubicBezTo>
                  <a:cubicBezTo>
                    <a:pt x="1763" y="403"/>
                    <a:pt x="1767" y="429"/>
                    <a:pt x="1761" y="456"/>
                  </a:cubicBezTo>
                  <a:moveTo>
                    <a:pt x="1808" y="1857"/>
                  </a:moveTo>
                  <a:cubicBezTo>
                    <a:pt x="1808" y="1827"/>
                    <a:pt x="1799" y="1804"/>
                    <a:pt x="1774" y="1805"/>
                  </a:cubicBezTo>
                  <a:cubicBezTo>
                    <a:pt x="1754" y="1806"/>
                    <a:pt x="1727" y="1819"/>
                    <a:pt x="1719" y="1835"/>
                  </a:cubicBezTo>
                  <a:cubicBezTo>
                    <a:pt x="1710" y="1850"/>
                    <a:pt x="1716" y="1880"/>
                    <a:pt x="1726" y="1896"/>
                  </a:cubicBezTo>
                  <a:cubicBezTo>
                    <a:pt x="1735" y="1909"/>
                    <a:pt x="1760" y="1918"/>
                    <a:pt x="1777" y="1917"/>
                  </a:cubicBezTo>
                  <a:cubicBezTo>
                    <a:pt x="1787" y="1916"/>
                    <a:pt x="1796" y="1892"/>
                    <a:pt x="1804" y="1877"/>
                  </a:cubicBezTo>
                  <a:cubicBezTo>
                    <a:pt x="1807" y="1869"/>
                    <a:pt x="1807" y="1860"/>
                    <a:pt x="1808" y="1857"/>
                  </a:cubicBezTo>
                  <a:moveTo>
                    <a:pt x="2171" y="1810"/>
                  </a:moveTo>
                  <a:cubicBezTo>
                    <a:pt x="2167" y="1799"/>
                    <a:pt x="2165" y="1783"/>
                    <a:pt x="2158" y="1780"/>
                  </a:cubicBezTo>
                  <a:cubicBezTo>
                    <a:pt x="2148" y="1776"/>
                    <a:pt x="2133" y="1779"/>
                    <a:pt x="2122" y="1785"/>
                  </a:cubicBezTo>
                  <a:cubicBezTo>
                    <a:pt x="2101" y="1796"/>
                    <a:pt x="2076" y="1850"/>
                    <a:pt x="2085" y="1872"/>
                  </a:cubicBezTo>
                  <a:cubicBezTo>
                    <a:pt x="2091" y="1888"/>
                    <a:pt x="2104" y="1901"/>
                    <a:pt x="2114" y="1915"/>
                  </a:cubicBezTo>
                  <a:cubicBezTo>
                    <a:pt x="2127" y="1904"/>
                    <a:pt x="2144" y="1894"/>
                    <a:pt x="2151" y="1880"/>
                  </a:cubicBezTo>
                  <a:cubicBezTo>
                    <a:pt x="2162" y="1859"/>
                    <a:pt x="2165" y="1835"/>
                    <a:pt x="2171" y="1810"/>
                  </a:cubicBezTo>
                  <a:moveTo>
                    <a:pt x="2345" y="1777"/>
                  </a:moveTo>
                  <a:cubicBezTo>
                    <a:pt x="2345" y="1756"/>
                    <a:pt x="2320" y="1732"/>
                    <a:pt x="2298" y="1732"/>
                  </a:cubicBezTo>
                  <a:cubicBezTo>
                    <a:pt x="2278" y="1732"/>
                    <a:pt x="2251" y="1769"/>
                    <a:pt x="2249" y="1799"/>
                  </a:cubicBezTo>
                  <a:cubicBezTo>
                    <a:pt x="2248" y="1815"/>
                    <a:pt x="2276" y="1849"/>
                    <a:pt x="2290" y="1850"/>
                  </a:cubicBezTo>
                  <a:cubicBezTo>
                    <a:pt x="2312" y="1851"/>
                    <a:pt x="2345" y="1807"/>
                    <a:pt x="2345" y="1777"/>
                  </a:cubicBezTo>
                  <a:moveTo>
                    <a:pt x="2036" y="2271"/>
                  </a:moveTo>
                  <a:cubicBezTo>
                    <a:pt x="2006" y="2272"/>
                    <a:pt x="1980" y="2295"/>
                    <a:pt x="1981" y="2320"/>
                  </a:cubicBezTo>
                  <a:cubicBezTo>
                    <a:pt x="1982" y="2343"/>
                    <a:pt x="2018" y="2372"/>
                    <a:pt x="2044" y="2371"/>
                  </a:cubicBezTo>
                  <a:cubicBezTo>
                    <a:pt x="2065" y="2370"/>
                    <a:pt x="2084" y="2342"/>
                    <a:pt x="2084" y="2312"/>
                  </a:cubicBezTo>
                  <a:cubicBezTo>
                    <a:pt x="2083" y="2285"/>
                    <a:pt x="2066" y="2271"/>
                    <a:pt x="2036" y="2271"/>
                  </a:cubicBezTo>
                  <a:moveTo>
                    <a:pt x="2596" y="2604"/>
                  </a:moveTo>
                  <a:cubicBezTo>
                    <a:pt x="2592" y="2571"/>
                    <a:pt x="2579" y="2558"/>
                    <a:pt x="2550" y="2570"/>
                  </a:cubicBezTo>
                  <a:cubicBezTo>
                    <a:pt x="2535" y="2576"/>
                    <a:pt x="2516" y="2593"/>
                    <a:pt x="2516" y="2605"/>
                  </a:cubicBezTo>
                  <a:cubicBezTo>
                    <a:pt x="2516" y="2633"/>
                    <a:pt x="2527" y="2661"/>
                    <a:pt x="2533" y="2689"/>
                  </a:cubicBezTo>
                  <a:cubicBezTo>
                    <a:pt x="2544" y="2685"/>
                    <a:pt x="2561" y="2685"/>
                    <a:pt x="2565" y="2678"/>
                  </a:cubicBezTo>
                  <a:cubicBezTo>
                    <a:pt x="2578" y="2655"/>
                    <a:pt x="2586" y="2629"/>
                    <a:pt x="2596" y="2604"/>
                  </a:cubicBezTo>
                  <a:moveTo>
                    <a:pt x="2176" y="1053"/>
                  </a:moveTo>
                  <a:cubicBezTo>
                    <a:pt x="2144" y="1054"/>
                    <a:pt x="2113" y="1084"/>
                    <a:pt x="2120" y="1114"/>
                  </a:cubicBezTo>
                  <a:cubicBezTo>
                    <a:pt x="2124" y="1131"/>
                    <a:pt x="2144" y="1150"/>
                    <a:pt x="2161" y="1156"/>
                  </a:cubicBezTo>
                  <a:cubicBezTo>
                    <a:pt x="2180" y="1163"/>
                    <a:pt x="2214" y="1113"/>
                    <a:pt x="2214" y="1083"/>
                  </a:cubicBezTo>
                  <a:cubicBezTo>
                    <a:pt x="2213" y="1056"/>
                    <a:pt x="2191" y="1056"/>
                    <a:pt x="2175" y="1053"/>
                  </a:cubicBezTo>
                  <a:lnTo>
                    <a:pt x="2176" y="1053"/>
                  </a:lnTo>
                  <a:moveTo>
                    <a:pt x="2000" y="404"/>
                  </a:moveTo>
                  <a:cubicBezTo>
                    <a:pt x="1984" y="388"/>
                    <a:pt x="1970" y="374"/>
                    <a:pt x="1956" y="359"/>
                  </a:cubicBezTo>
                  <a:cubicBezTo>
                    <a:pt x="1944" y="372"/>
                    <a:pt x="1928" y="384"/>
                    <a:pt x="1920" y="399"/>
                  </a:cubicBezTo>
                  <a:cubicBezTo>
                    <a:pt x="1913" y="411"/>
                    <a:pt x="1911" y="428"/>
                    <a:pt x="1913" y="443"/>
                  </a:cubicBezTo>
                  <a:cubicBezTo>
                    <a:pt x="1914" y="454"/>
                    <a:pt x="1921" y="471"/>
                    <a:pt x="1929" y="474"/>
                  </a:cubicBezTo>
                  <a:cubicBezTo>
                    <a:pt x="1939" y="478"/>
                    <a:pt x="1959" y="475"/>
                    <a:pt x="1966" y="467"/>
                  </a:cubicBezTo>
                  <a:cubicBezTo>
                    <a:pt x="1979" y="451"/>
                    <a:pt x="1986" y="430"/>
                    <a:pt x="2000" y="404"/>
                  </a:cubicBezTo>
                  <a:moveTo>
                    <a:pt x="1634" y="2773"/>
                  </a:moveTo>
                  <a:cubicBezTo>
                    <a:pt x="1639" y="2780"/>
                    <a:pt x="1644" y="2786"/>
                    <a:pt x="1648" y="2792"/>
                  </a:cubicBezTo>
                  <a:cubicBezTo>
                    <a:pt x="1666" y="2824"/>
                    <a:pt x="1705" y="2833"/>
                    <a:pt x="1733" y="2809"/>
                  </a:cubicBezTo>
                  <a:cubicBezTo>
                    <a:pt x="1742" y="2801"/>
                    <a:pt x="1751" y="2785"/>
                    <a:pt x="1749" y="2774"/>
                  </a:cubicBezTo>
                  <a:cubicBezTo>
                    <a:pt x="1748" y="2763"/>
                    <a:pt x="1734" y="2751"/>
                    <a:pt x="1722" y="2746"/>
                  </a:cubicBezTo>
                  <a:cubicBezTo>
                    <a:pt x="1692" y="2733"/>
                    <a:pt x="1658" y="2745"/>
                    <a:pt x="1634" y="2773"/>
                  </a:cubicBezTo>
                  <a:moveTo>
                    <a:pt x="2154" y="3312"/>
                  </a:moveTo>
                  <a:cubicBezTo>
                    <a:pt x="2127" y="3313"/>
                    <a:pt x="2104" y="3315"/>
                    <a:pt x="2075" y="3316"/>
                  </a:cubicBezTo>
                  <a:lnTo>
                    <a:pt x="2075" y="3471"/>
                  </a:lnTo>
                  <a:cubicBezTo>
                    <a:pt x="2101" y="3418"/>
                    <a:pt x="2128" y="3364"/>
                    <a:pt x="2154" y="3312"/>
                  </a:cubicBezTo>
                  <a:moveTo>
                    <a:pt x="2654" y="1892"/>
                  </a:moveTo>
                  <a:cubicBezTo>
                    <a:pt x="2631" y="1915"/>
                    <a:pt x="2617" y="1943"/>
                    <a:pt x="2619" y="1975"/>
                  </a:cubicBezTo>
                  <a:cubicBezTo>
                    <a:pt x="2620" y="1988"/>
                    <a:pt x="2635" y="2009"/>
                    <a:pt x="2645" y="2010"/>
                  </a:cubicBezTo>
                  <a:cubicBezTo>
                    <a:pt x="2658" y="2011"/>
                    <a:pt x="2678" y="1999"/>
                    <a:pt x="2686" y="1987"/>
                  </a:cubicBezTo>
                  <a:cubicBezTo>
                    <a:pt x="2709" y="1949"/>
                    <a:pt x="2696" y="1918"/>
                    <a:pt x="2654" y="1892"/>
                  </a:cubicBezTo>
                  <a:moveTo>
                    <a:pt x="2189" y="3037"/>
                  </a:moveTo>
                  <a:cubicBezTo>
                    <a:pt x="2180" y="3017"/>
                    <a:pt x="2173" y="2998"/>
                    <a:pt x="2165" y="2979"/>
                  </a:cubicBezTo>
                  <a:cubicBezTo>
                    <a:pt x="2158" y="2961"/>
                    <a:pt x="2149" y="2943"/>
                    <a:pt x="2143" y="2929"/>
                  </a:cubicBezTo>
                  <a:cubicBezTo>
                    <a:pt x="2118" y="2935"/>
                    <a:pt x="2099" y="2940"/>
                    <a:pt x="2077" y="2946"/>
                  </a:cubicBezTo>
                  <a:cubicBezTo>
                    <a:pt x="2102" y="2982"/>
                    <a:pt x="2127" y="3018"/>
                    <a:pt x="2154" y="3056"/>
                  </a:cubicBezTo>
                  <a:cubicBezTo>
                    <a:pt x="2154" y="3056"/>
                    <a:pt x="2160" y="3051"/>
                    <a:pt x="2167" y="3048"/>
                  </a:cubicBezTo>
                  <a:cubicBezTo>
                    <a:pt x="2174" y="3043"/>
                    <a:pt x="2182" y="3040"/>
                    <a:pt x="2189" y="3037"/>
                  </a:cubicBezTo>
                  <a:moveTo>
                    <a:pt x="1614" y="3006"/>
                  </a:moveTo>
                  <a:cubicBezTo>
                    <a:pt x="1647" y="3006"/>
                    <a:pt x="1666" y="2992"/>
                    <a:pt x="1667" y="2970"/>
                  </a:cubicBezTo>
                  <a:cubicBezTo>
                    <a:pt x="1667" y="2949"/>
                    <a:pt x="1640" y="2921"/>
                    <a:pt x="1619" y="2921"/>
                  </a:cubicBezTo>
                  <a:cubicBezTo>
                    <a:pt x="1595" y="2920"/>
                    <a:pt x="1562" y="2945"/>
                    <a:pt x="1562" y="2964"/>
                  </a:cubicBezTo>
                  <a:cubicBezTo>
                    <a:pt x="1561" y="2987"/>
                    <a:pt x="1585" y="3006"/>
                    <a:pt x="1614" y="3006"/>
                  </a:cubicBezTo>
                  <a:moveTo>
                    <a:pt x="1967" y="2058"/>
                  </a:moveTo>
                  <a:cubicBezTo>
                    <a:pt x="2006" y="2058"/>
                    <a:pt x="2028" y="2033"/>
                    <a:pt x="2029" y="2004"/>
                  </a:cubicBezTo>
                  <a:cubicBezTo>
                    <a:pt x="2030" y="1986"/>
                    <a:pt x="2008" y="1967"/>
                    <a:pt x="1987" y="1967"/>
                  </a:cubicBezTo>
                  <a:cubicBezTo>
                    <a:pt x="1965" y="1968"/>
                    <a:pt x="1935" y="2000"/>
                    <a:pt x="1941" y="2024"/>
                  </a:cubicBezTo>
                  <a:cubicBezTo>
                    <a:pt x="1945" y="2039"/>
                    <a:pt x="1961" y="2051"/>
                    <a:pt x="1967" y="2058"/>
                  </a:cubicBezTo>
                  <a:moveTo>
                    <a:pt x="2210" y="2827"/>
                  </a:moveTo>
                  <a:cubicBezTo>
                    <a:pt x="2264" y="2843"/>
                    <a:pt x="2296" y="2825"/>
                    <a:pt x="2312" y="2777"/>
                  </a:cubicBezTo>
                  <a:cubicBezTo>
                    <a:pt x="2315" y="2767"/>
                    <a:pt x="2310" y="2753"/>
                    <a:pt x="2309" y="2741"/>
                  </a:cubicBezTo>
                  <a:cubicBezTo>
                    <a:pt x="2297" y="2742"/>
                    <a:pt x="2280" y="2739"/>
                    <a:pt x="2274" y="2746"/>
                  </a:cubicBezTo>
                  <a:cubicBezTo>
                    <a:pt x="2252" y="2769"/>
                    <a:pt x="2233" y="2796"/>
                    <a:pt x="2210" y="2827"/>
                  </a:cubicBezTo>
                  <a:moveTo>
                    <a:pt x="2110" y="868"/>
                  </a:moveTo>
                  <a:cubicBezTo>
                    <a:pt x="2105" y="860"/>
                    <a:pt x="2097" y="846"/>
                    <a:pt x="2089" y="832"/>
                  </a:cubicBezTo>
                  <a:cubicBezTo>
                    <a:pt x="2077" y="841"/>
                    <a:pt x="2062" y="849"/>
                    <a:pt x="2055" y="861"/>
                  </a:cubicBezTo>
                  <a:cubicBezTo>
                    <a:pt x="2044" y="878"/>
                    <a:pt x="2038" y="898"/>
                    <a:pt x="2032" y="918"/>
                  </a:cubicBezTo>
                  <a:cubicBezTo>
                    <a:pt x="2030" y="925"/>
                    <a:pt x="2031" y="939"/>
                    <a:pt x="2035" y="941"/>
                  </a:cubicBezTo>
                  <a:cubicBezTo>
                    <a:pt x="2042" y="945"/>
                    <a:pt x="2054" y="946"/>
                    <a:pt x="2062" y="943"/>
                  </a:cubicBezTo>
                  <a:cubicBezTo>
                    <a:pt x="2090" y="931"/>
                    <a:pt x="2104" y="907"/>
                    <a:pt x="2110" y="868"/>
                  </a:cubicBezTo>
                  <a:moveTo>
                    <a:pt x="2031" y="2684"/>
                  </a:moveTo>
                  <a:cubicBezTo>
                    <a:pt x="2009" y="2696"/>
                    <a:pt x="2007" y="2765"/>
                    <a:pt x="2012" y="2829"/>
                  </a:cubicBezTo>
                  <a:cubicBezTo>
                    <a:pt x="2017" y="2878"/>
                    <a:pt x="2013" y="2928"/>
                    <a:pt x="2013" y="2978"/>
                  </a:cubicBezTo>
                  <a:cubicBezTo>
                    <a:pt x="2018" y="2979"/>
                    <a:pt x="2023" y="2980"/>
                    <a:pt x="2027" y="2981"/>
                  </a:cubicBezTo>
                  <a:cubicBezTo>
                    <a:pt x="2032" y="2970"/>
                    <a:pt x="2040" y="2959"/>
                    <a:pt x="2039" y="2948"/>
                  </a:cubicBezTo>
                  <a:cubicBezTo>
                    <a:pt x="2038" y="2921"/>
                    <a:pt x="2032" y="2894"/>
                    <a:pt x="2031" y="2867"/>
                  </a:cubicBezTo>
                  <a:cubicBezTo>
                    <a:pt x="2030" y="2808"/>
                    <a:pt x="2031" y="2748"/>
                    <a:pt x="2031" y="2684"/>
                  </a:cubicBezTo>
                  <a:moveTo>
                    <a:pt x="2019" y="3103"/>
                  </a:moveTo>
                  <a:lnTo>
                    <a:pt x="2019" y="3224"/>
                  </a:lnTo>
                  <a:cubicBezTo>
                    <a:pt x="2052" y="3199"/>
                    <a:pt x="2081" y="3178"/>
                    <a:pt x="2113" y="3154"/>
                  </a:cubicBezTo>
                  <a:cubicBezTo>
                    <a:pt x="2084" y="3138"/>
                    <a:pt x="2053" y="3121"/>
                    <a:pt x="2019" y="3103"/>
                  </a:cubicBezTo>
                  <a:moveTo>
                    <a:pt x="2015" y="1235"/>
                  </a:moveTo>
                  <a:cubicBezTo>
                    <a:pt x="2046" y="1245"/>
                    <a:pt x="2068" y="1257"/>
                    <a:pt x="2090" y="1259"/>
                  </a:cubicBezTo>
                  <a:cubicBezTo>
                    <a:pt x="2101" y="1260"/>
                    <a:pt x="2116" y="1244"/>
                    <a:pt x="2126" y="1233"/>
                  </a:cubicBezTo>
                  <a:cubicBezTo>
                    <a:pt x="2129" y="1230"/>
                    <a:pt x="2125" y="1215"/>
                    <a:pt x="2119" y="1210"/>
                  </a:cubicBezTo>
                  <a:cubicBezTo>
                    <a:pt x="2106" y="1196"/>
                    <a:pt x="2091" y="1185"/>
                    <a:pt x="2071" y="1168"/>
                  </a:cubicBezTo>
                  <a:cubicBezTo>
                    <a:pt x="2056" y="1186"/>
                    <a:pt x="2039" y="1206"/>
                    <a:pt x="2015" y="1235"/>
                  </a:cubicBezTo>
                  <a:moveTo>
                    <a:pt x="2613" y="2398"/>
                  </a:moveTo>
                  <a:cubicBezTo>
                    <a:pt x="2607" y="2393"/>
                    <a:pt x="2598" y="2377"/>
                    <a:pt x="2584" y="2374"/>
                  </a:cubicBezTo>
                  <a:cubicBezTo>
                    <a:pt x="2563" y="2368"/>
                    <a:pt x="2528" y="2406"/>
                    <a:pt x="2529" y="2430"/>
                  </a:cubicBezTo>
                  <a:cubicBezTo>
                    <a:pt x="2530" y="2454"/>
                    <a:pt x="2546" y="2464"/>
                    <a:pt x="2568" y="2465"/>
                  </a:cubicBezTo>
                  <a:cubicBezTo>
                    <a:pt x="2589" y="2466"/>
                    <a:pt x="2613" y="2436"/>
                    <a:pt x="2613" y="2398"/>
                  </a:cubicBezTo>
                  <a:moveTo>
                    <a:pt x="1953" y="2661"/>
                  </a:moveTo>
                  <a:cubicBezTo>
                    <a:pt x="2005" y="2657"/>
                    <a:pt x="2038" y="2628"/>
                    <a:pt x="2030" y="2595"/>
                  </a:cubicBezTo>
                  <a:cubicBezTo>
                    <a:pt x="2027" y="2581"/>
                    <a:pt x="2012" y="2568"/>
                    <a:pt x="1999" y="2559"/>
                  </a:cubicBezTo>
                  <a:cubicBezTo>
                    <a:pt x="1995" y="2556"/>
                    <a:pt x="1976" y="2564"/>
                    <a:pt x="1974" y="2570"/>
                  </a:cubicBezTo>
                  <a:cubicBezTo>
                    <a:pt x="1965" y="2599"/>
                    <a:pt x="1960" y="2629"/>
                    <a:pt x="1953" y="2661"/>
                  </a:cubicBezTo>
                  <a:moveTo>
                    <a:pt x="1988" y="4286"/>
                  </a:moveTo>
                  <a:cubicBezTo>
                    <a:pt x="2016" y="4210"/>
                    <a:pt x="1999" y="4129"/>
                    <a:pt x="2010" y="4051"/>
                  </a:cubicBezTo>
                  <a:cubicBezTo>
                    <a:pt x="2022" y="3972"/>
                    <a:pt x="2028" y="3892"/>
                    <a:pt x="2036" y="3813"/>
                  </a:cubicBezTo>
                  <a:cubicBezTo>
                    <a:pt x="1983" y="3966"/>
                    <a:pt x="2003" y="4128"/>
                    <a:pt x="1988" y="4286"/>
                  </a:cubicBezTo>
                  <a:moveTo>
                    <a:pt x="1879" y="677"/>
                  </a:moveTo>
                  <a:cubicBezTo>
                    <a:pt x="1916" y="677"/>
                    <a:pt x="1927" y="660"/>
                    <a:pt x="1931" y="639"/>
                  </a:cubicBezTo>
                  <a:cubicBezTo>
                    <a:pt x="1936" y="619"/>
                    <a:pt x="1908" y="592"/>
                    <a:pt x="1881" y="588"/>
                  </a:cubicBezTo>
                  <a:cubicBezTo>
                    <a:pt x="1838" y="582"/>
                    <a:pt x="1864" y="628"/>
                    <a:pt x="1843" y="638"/>
                  </a:cubicBezTo>
                  <a:cubicBezTo>
                    <a:pt x="1857" y="653"/>
                    <a:pt x="1870" y="667"/>
                    <a:pt x="1879" y="677"/>
                  </a:cubicBezTo>
                  <a:moveTo>
                    <a:pt x="2611" y="2195"/>
                  </a:moveTo>
                  <a:cubicBezTo>
                    <a:pt x="2659" y="2196"/>
                    <a:pt x="2692" y="2175"/>
                    <a:pt x="2682" y="2158"/>
                  </a:cubicBezTo>
                  <a:cubicBezTo>
                    <a:pt x="2672" y="2140"/>
                    <a:pt x="2648" y="2127"/>
                    <a:pt x="2627" y="2118"/>
                  </a:cubicBezTo>
                  <a:cubicBezTo>
                    <a:pt x="2612" y="2112"/>
                    <a:pt x="2588" y="2143"/>
                    <a:pt x="2592" y="2167"/>
                  </a:cubicBezTo>
                  <a:cubicBezTo>
                    <a:pt x="2594" y="2179"/>
                    <a:pt x="2607" y="2189"/>
                    <a:pt x="2611" y="2195"/>
                  </a:cubicBezTo>
                  <a:moveTo>
                    <a:pt x="1622" y="2034"/>
                  </a:moveTo>
                  <a:cubicBezTo>
                    <a:pt x="1671" y="2034"/>
                    <a:pt x="1692" y="2020"/>
                    <a:pt x="1693" y="1995"/>
                  </a:cubicBezTo>
                  <a:cubicBezTo>
                    <a:pt x="1694" y="1976"/>
                    <a:pt x="1666" y="1943"/>
                    <a:pt x="1654" y="1951"/>
                  </a:cubicBezTo>
                  <a:cubicBezTo>
                    <a:pt x="1634" y="1965"/>
                    <a:pt x="1617" y="1986"/>
                    <a:pt x="1603" y="2007"/>
                  </a:cubicBezTo>
                  <a:cubicBezTo>
                    <a:pt x="1600" y="2011"/>
                    <a:pt x="1617" y="2029"/>
                    <a:pt x="1622" y="2034"/>
                  </a:cubicBezTo>
                  <a:moveTo>
                    <a:pt x="2552" y="2191"/>
                  </a:moveTo>
                  <a:cubicBezTo>
                    <a:pt x="2580" y="2234"/>
                    <a:pt x="2572" y="2274"/>
                    <a:pt x="2548" y="2311"/>
                  </a:cubicBezTo>
                  <a:cubicBezTo>
                    <a:pt x="2523" y="2351"/>
                    <a:pt x="2486" y="2366"/>
                    <a:pt x="2439" y="2353"/>
                  </a:cubicBezTo>
                  <a:cubicBezTo>
                    <a:pt x="2441" y="2370"/>
                    <a:pt x="2443" y="2383"/>
                    <a:pt x="2445" y="2394"/>
                  </a:cubicBezTo>
                  <a:cubicBezTo>
                    <a:pt x="2470" y="2405"/>
                    <a:pt x="2485" y="2397"/>
                    <a:pt x="2500" y="2378"/>
                  </a:cubicBezTo>
                  <a:cubicBezTo>
                    <a:pt x="2511" y="2364"/>
                    <a:pt x="2528" y="2355"/>
                    <a:pt x="2542" y="2343"/>
                  </a:cubicBezTo>
                  <a:cubicBezTo>
                    <a:pt x="2548" y="2339"/>
                    <a:pt x="2555" y="2334"/>
                    <a:pt x="2558" y="2328"/>
                  </a:cubicBezTo>
                  <a:cubicBezTo>
                    <a:pt x="2568" y="2306"/>
                    <a:pt x="2576" y="2282"/>
                    <a:pt x="2585" y="2259"/>
                  </a:cubicBezTo>
                  <a:cubicBezTo>
                    <a:pt x="2599" y="2225"/>
                    <a:pt x="2593" y="2211"/>
                    <a:pt x="2552" y="2190"/>
                  </a:cubicBezTo>
                  <a:lnTo>
                    <a:pt x="2552" y="2191"/>
                  </a:lnTo>
                  <a:moveTo>
                    <a:pt x="1807" y="1154"/>
                  </a:moveTo>
                  <a:cubicBezTo>
                    <a:pt x="1767" y="1164"/>
                    <a:pt x="1753" y="1195"/>
                    <a:pt x="1742" y="1226"/>
                  </a:cubicBezTo>
                  <a:cubicBezTo>
                    <a:pt x="1739" y="1235"/>
                    <a:pt x="1741" y="1255"/>
                    <a:pt x="1746" y="1256"/>
                  </a:cubicBezTo>
                  <a:cubicBezTo>
                    <a:pt x="1756" y="1259"/>
                    <a:pt x="1772" y="1259"/>
                    <a:pt x="1781" y="1253"/>
                  </a:cubicBezTo>
                  <a:cubicBezTo>
                    <a:pt x="1804" y="1239"/>
                    <a:pt x="1817" y="1187"/>
                    <a:pt x="1807" y="1154"/>
                  </a:cubicBezTo>
                  <a:moveTo>
                    <a:pt x="2226" y="3112"/>
                  </a:moveTo>
                  <a:cubicBezTo>
                    <a:pt x="2222" y="3106"/>
                    <a:pt x="2213" y="3094"/>
                    <a:pt x="2204" y="3082"/>
                  </a:cubicBezTo>
                  <a:cubicBezTo>
                    <a:pt x="2187" y="3096"/>
                    <a:pt x="2167" y="3107"/>
                    <a:pt x="2153" y="3125"/>
                  </a:cubicBezTo>
                  <a:cubicBezTo>
                    <a:pt x="2147" y="3131"/>
                    <a:pt x="2155" y="3150"/>
                    <a:pt x="2157" y="3164"/>
                  </a:cubicBezTo>
                  <a:cubicBezTo>
                    <a:pt x="2158" y="3166"/>
                    <a:pt x="2163" y="3167"/>
                    <a:pt x="2166" y="3168"/>
                  </a:cubicBezTo>
                  <a:cubicBezTo>
                    <a:pt x="2190" y="3174"/>
                    <a:pt x="2225" y="3147"/>
                    <a:pt x="2226" y="3112"/>
                  </a:cubicBezTo>
                  <a:moveTo>
                    <a:pt x="1668" y="475"/>
                  </a:moveTo>
                  <a:cubicBezTo>
                    <a:pt x="1682" y="470"/>
                    <a:pt x="1691" y="470"/>
                    <a:pt x="1693" y="466"/>
                  </a:cubicBezTo>
                  <a:cubicBezTo>
                    <a:pt x="1702" y="449"/>
                    <a:pt x="1709" y="430"/>
                    <a:pt x="1717" y="412"/>
                  </a:cubicBezTo>
                  <a:cubicBezTo>
                    <a:pt x="1717" y="410"/>
                    <a:pt x="1715" y="404"/>
                    <a:pt x="1714" y="404"/>
                  </a:cubicBezTo>
                  <a:cubicBezTo>
                    <a:pt x="1696" y="398"/>
                    <a:pt x="1673" y="384"/>
                    <a:pt x="1661" y="390"/>
                  </a:cubicBezTo>
                  <a:cubicBezTo>
                    <a:pt x="1647" y="398"/>
                    <a:pt x="1636" y="423"/>
                    <a:pt x="1636" y="440"/>
                  </a:cubicBezTo>
                  <a:cubicBezTo>
                    <a:pt x="1637" y="453"/>
                    <a:pt x="1658" y="465"/>
                    <a:pt x="1668" y="475"/>
                  </a:cubicBezTo>
                  <a:moveTo>
                    <a:pt x="2335" y="2410"/>
                  </a:moveTo>
                  <a:cubicBezTo>
                    <a:pt x="2336" y="2412"/>
                    <a:pt x="2336" y="2413"/>
                    <a:pt x="2336" y="2414"/>
                  </a:cubicBezTo>
                  <a:cubicBezTo>
                    <a:pt x="2354" y="2410"/>
                    <a:pt x="2372" y="2408"/>
                    <a:pt x="2388" y="2400"/>
                  </a:cubicBezTo>
                  <a:cubicBezTo>
                    <a:pt x="2394" y="2398"/>
                    <a:pt x="2399" y="2378"/>
                    <a:pt x="2395" y="2373"/>
                  </a:cubicBezTo>
                  <a:cubicBezTo>
                    <a:pt x="2381" y="2353"/>
                    <a:pt x="2316" y="2350"/>
                    <a:pt x="2300" y="2368"/>
                  </a:cubicBezTo>
                  <a:cubicBezTo>
                    <a:pt x="2295" y="2374"/>
                    <a:pt x="2290" y="2386"/>
                    <a:pt x="2292" y="2393"/>
                  </a:cubicBezTo>
                  <a:cubicBezTo>
                    <a:pt x="2294" y="2400"/>
                    <a:pt x="2305" y="2406"/>
                    <a:pt x="2313" y="2410"/>
                  </a:cubicBezTo>
                  <a:cubicBezTo>
                    <a:pt x="2319" y="2412"/>
                    <a:pt x="2328" y="2410"/>
                    <a:pt x="2335" y="2410"/>
                  </a:cubicBezTo>
                  <a:moveTo>
                    <a:pt x="1582" y="933"/>
                  </a:moveTo>
                  <a:cubicBezTo>
                    <a:pt x="1624" y="957"/>
                    <a:pt x="1659" y="949"/>
                    <a:pt x="1670" y="914"/>
                  </a:cubicBezTo>
                  <a:cubicBezTo>
                    <a:pt x="1673" y="903"/>
                    <a:pt x="1668" y="882"/>
                    <a:pt x="1660" y="877"/>
                  </a:cubicBezTo>
                  <a:cubicBezTo>
                    <a:pt x="1651" y="870"/>
                    <a:pt x="1628" y="871"/>
                    <a:pt x="1620" y="879"/>
                  </a:cubicBezTo>
                  <a:cubicBezTo>
                    <a:pt x="1604" y="893"/>
                    <a:pt x="1594" y="914"/>
                    <a:pt x="1582" y="933"/>
                  </a:cubicBezTo>
                  <a:moveTo>
                    <a:pt x="2225" y="3004"/>
                  </a:moveTo>
                  <a:cubicBezTo>
                    <a:pt x="2255" y="2990"/>
                    <a:pt x="2267" y="2963"/>
                    <a:pt x="2272" y="2932"/>
                  </a:cubicBezTo>
                  <a:cubicBezTo>
                    <a:pt x="2273" y="2925"/>
                    <a:pt x="2261" y="2911"/>
                    <a:pt x="2253" y="2909"/>
                  </a:cubicBezTo>
                  <a:cubicBezTo>
                    <a:pt x="2240" y="2907"/>
                    <a:pt x="2220" y="2907"/>
                    <a:pt x="2213" y="2915"/>
                  </a:cubicBezTo>
                  <a:cubicBezTo>
                    <a:pt x="2194" y="2936"/>
                    <a:pt x="2201" y="2981"/>
                    <a:pt x="2225" y="3004"/>
                  </a:cubicBezTo>
                  <a:moveTo>
                    <a:pt x="2386" y="1449"/>
                  </a:moveTo>
                  <a:cubicBezTo>
                    <a:pt x="2411" y="1447"/>
                    <a:pt x="2428" y="1433"/>
                    <a:pt x="2438" y="1411"/>
                  </a:cubicBezTo>
                  <a:cubicBezTo>
                    <a:pt x="2442" y="1401"/>
                    <a:pt x="2443" y="1377"/>
                    <a:pt x="2439" y="1375"/>
                  </a:cubicBezTo>
                  <a:cubicBezTo>
                    <a:pt x="2422" y="1369"/>
                    <a:pt x="2402" y="1363"/>
                    <a:pt x="2386" y="1368"/>
                  </a:cubicBezTo>
                  <a:cubicBezTo>
                    <a:pt x="2378" y="1370"/>
                    <a:pt x="2373" y="1395"/>
                    <a:pt x="2373" y="1410"/>
                  </a:cubicBezTo>
                  <a:cubicBezTo>
                    <a:pt x="2372" y="1421"/>
                    <a:pt x="2380" y="1432"/>
                    <a:pt x="2386" y="1448"/>
                  </a:cubicBezTo>
                  <a:lnTo>
                    <a:pt x="2386" y="1449"/>
                  </a:lnTo>
                  <a:moveTo>
                    <a:pt x="1687" y="1686"/>
                  </a:moveTo>
                  <a:cubicBezTo>
                    <a:pt x="1668" y="1671"/>
                    <a:pt x="1643" y="1660"/>
                    <a:pt x="1624" y="1679"/>
                  </a:cubicBezTo>
                  <a:cubicBezTo>
                    <a:pt x="1613" y="1690"/>
                    <a:pt x="1613" y="1715"/>
                    <a:pt x="1615" y="1734"/>
                  </a:cubicBezTo>
                  <a:cubicBezTo>
                    <a:pt x="1616" y="1740"/>
                    <a:pt x="1637" y="1750"/>
                    <a:pt x="1647" y="1749"/>
                  </a:cubicBezTo>
                  <a:cubicBezTo>
                    <a:pt x="1683" y="1745"/>
                    <a:pt x="1687" y="1717"/>
                    <a:pt x="1687" y="1686"/>
                  </a:cubicBezTo>
                  <a:moveTo>
                    <a:pt x="1769" y="3084"/>
                  </a:moveTo>
                  <a:cubicBezTo>
                    <a:pt x="1761" y="3078"/>
                    <a:pt x="1750" y="3064"/>
                    <a:pt x="1735" y="3060"/>
                  </a:cubicBezTo>
                  <a:cubicBezTo>
                    <a:pt x="1718" y="3055"/>
                    <a:pt x="1686" y="3094"/>
                    <a:pt x="1690" y="3114"/>
                  </a:cubicBezTo>
                  <a:cubicBezTo>
                    <a:pt x="1692" y="3124"/>
                    <a:pt x="1709" y="3136"/>
                    <a:pt x="1720" y="3137"/>
                  </a:cubicBezTo>
                  <a:cubicBezTo>
                    <a:pt x="1747" y="3141"/>
                    <a:pt x="1769" y="3121"/>
                    <a:pt x="1769" y="3084"/>
                  </a:cubicBezTo>
                  <a:moveTo>
                    <a:pt x="2457" y="2312"/>
                  </a:moveTo>
                  <a:cubicBezTo>
                    <a:pt x="2493" y="2323"/>
                    <a:pt x="2532" y="2286"/>
                    <a:pt x="2528" y="2244"/>
                  </a:cubicBezTo>
                  <a:cubicBezTo>
                    <a:pt x="2527" y="2236"/>
                    <a:pt x="2521" y="2224"/>
                    <a:pt x="2514" y="2221"/>
                  </a:cubicBezTo>
                  <a:cubicBezTo>
                    <a:pt x="2508" y="2218"/>
                    <a:pt x="2496" y="2223"/>
                    <a:pt x="2490" y="2229"/>
                  </a:cubicBezTo>
                  <a:cubicBezTo>
                    <a:pt x="2466" y="2251"/>
                    <a:pt x="2452" y="2278"/>
                    <a:pt x="2457" y="2312"/>
                  </a:cubicBezTo>
                  <a:moveTo>
                    <a:pt x="2457" y="2729"/>
                  </a:moveTo>
                  <a:cubicBezTo>
                    <a:pt x="2452" y="2724"/>
                    <a:pt x="2444" y="2710"/>
                    <a:pt x="2433" y="2706"/>
                  </a:cubicBezTo>
                  <a:cubicBezTo>
                    <a:pt x="2417" y="2701"/>
                    <a:pt x="2375" y="2746"/>
                    <a:pt x="2378" y="2766"/>
                  </a:cubicBezTo>
                  <a:cubicBezTo>
                    <a:pt x="2380" y="2776"/>
                    <a:pt x="2397" y="2788"/>
                    <a:pt x="2409" y="2790"/>
                  </a:cubicBezTo>
                  <a:cubicBezTo>
                    <a:pt x="2433" y="2793"/>
                    <a:pt x="2456" y="2765"/>
                    <a:pt x="2457" y="2729"/>
                  </a:cubicBezTo>
                  <a:moveTo>
                    <a:pt x="2573" y="2070"/>
                  </a:moveTo>
                  <a:cubicBezTo>
                    <a:pt x="2568" y="2066"/>
                    <a:pt x="2559" y="2053"/>
                    <a:pt x="2549" y="2051"/>
                  </a:cubicBezTo>
                  <a:cubicBezTo>
                    <a:pt x="2527" y="2047"/>
                    <a:pt x="2500" y="2092"/>
                    <a:pt x="2503" y="2127"/>
                  </a:cubicBezTo>
                  <a:cubicBezTo>
                    <a:pt x="2504" y="2135"/>
                    <a:pt x="2515" y="2146"/>
                    <a:pt x="2523" y="2147"/>
                  </a:cubicBezTo>
                  <a:cubicBezTo>
                    <a:pt x="2543" y="2151"/>
                    <a:pt x="2574" y="2106"/>
                    <a:pt x="2573" y="2070"/>
                  </a:cubicBezTo>
                  <a:moveTo>
                    <a:pt x="1833" y="267"/>
                  </a:moveTo>
                  <a:cubicBezTo>
                    <a:pt x="1828" y="290"/>
                    <a:pt x="1824" y="302"/>
                    <a:pt x="1821" y="315"/>
                  </a:cubicBezTo>
                  <a:cubicBezTo>
                    <a:pt x="1815" y="346"/>
                    <a:pt x="1852" y="375"/>
                    <a:pt x="1868" y="352"/>
                  </a:cubicBezTo>
                  <a:cubicBezTo>
                    <a:pt x="1880" y="335"/>
                    <a:pt x="1889" y="310"/>
                    <a:pt x="1886" y="291"/>
                  </a:cubicBezTo>
                  <a:cubicBezTo>
                    <a:pt x="1884" y="281"/>
                    <a:pt x="1854" y="275"/>
                    <a:pt x="1833" y="267"/>
                  </a:cubicBezTo>
                  <a:moveTo>
                    <a:pt x="2795" y="1697"/>
                  </a:moveTo>
                  <a:cubicBezTo>
                    <a:pt x="2797" y="1662"/>
                    <a:pt x="2778" y="1637"/>
                    <a:pt x="2756" y="1641"/>
                  </a:cubicBezTo>
                  <a:cubicBezTo>
                    <a:pt x="2743" y="1643"/>
                    <a:pt x="2726" y="1655"/>
                    <a:pt x="2722" y="1666"/>
                  </a:cubicBezTo>
                  <a:cubicBezTo>
                    <a:pt x="2715" y="1687"/>
                    <a:pt x="2745" y="1724"/>
                    <a:pt x="2766" y="1721"/>
                  </a:cubicBezTo>
                  <a:cubicBezTo>
                    <a:pt x="2779" y="1718"/>
                    <a:pt x="2789" y="1702"/>
                    <a:pt x="2795" y="1698"/>
                  </a:cubicBezTo>
                  <a:lnTo>
                    <a:pt x="2795" y="1697"/>
                  </a:lnTo>
                  <a:moveTo>
                    <a:pt x="1763" y="259"/>
                  </a:moveTo>
                  <a:cubicBezTo>
                    <a:pt x="1753" y="259"/>
                    <a:pt x="1737" y="256"/>
                    <a:pt x="1728" y="263"/>
                  </a:cubicBezTo>
                  <a:cubicBezTo>
                    <a:pt x="1715" y="273"/>
                    <a:pt x="1698" y="295"/>
                    <a:pt x="1702" y="303"/>
                  </a:cubicBezTo>
                  <a:cubicBezTo>
                    <a:pt x="1709" y="319"/>
                    <a:pt x="1729" y="329"/>
                    <a:pt x="1745" y="339"/>
                  </a:cubicBezTo>
                  <a:cubicBezTo>
                    <a:pt x="1748" y="340"/>
                    <a:pt x="1765" y="325"/>
                    <a:pt x="1766" y="317"/>
                  </a:cubicBezTo>
                  <a:cubicBezTo>
                    <a:pt x="1769" y="300"/>
                    <a:pt x="1765" y="282"/>
                    <a:pt x="1763" y="259"/>
                  </a:cubicBezTo>
                  <a:moveTo>
                    <a:pt x="1469" y="950"/>
                  </a:moveTo>
                  <a:cubicBezTo>
                    <a:pt x="1470" y="973"/>
                    <a:pt x="1484" y="985"/>
                    <a:pt x="1504" y="979"/>
                  </a:cubicBezTo>
                  <a:cubicBezTo>
                    <a:pt x="1529" y="971"/>
                    <a:pt x="1544" y="914"/>
                    <a:pt x="1525" y="897"/>
                  </a:cubicBezTo>
                  <a:cubicBezTo>
                    <a:pt x="1521" y="893"/>
                    <a:pt x="1514" y="892"/>
                    <a:pt x="1508" y="892"/>
                  </a:cubicBezTo>
                  <a:cubicBezTo>
                    <a:pt x="1485" y="895"/>
                    <a:pt x="1468" y="921"/>
                    <a:pt x="1469" y="950"/>
                  </a:cubicBezTo>
                  <a:moveTo>
                    <a:pt x="2109" y="1958"/>
                  </a:moveTo>
                  <a:cubicBezTo>
                    <a:pt x="2058" y="1942"/>
                    <a:pt x="2048" y="1931"/>
                    <a:pt x="2027" y="1874"/>
                  </a:cubicBezTo>
                  <a:cubicBezTo>
                    <a:pt x="2014" y="1891"/>
                    <a:pt x="2002" y="1907"/>
                    <a:pt x="1990" y="1924"/>
                  </a:cubicBezTo>
                  <a:cubicBezTo>
                    <a:pt x="2052" y="1938"/>
                    <a:pt x="2067" y="1958"/>
                    <a:pt x="2071" y="2030"/>
                  </a:cubicBezTo>
                  <a:cubicBezTo>
                    <a:pt x="2084" y="2006"/>
                    <a:pt x="2096" y="1983"/>
                    <a:pt x="2109" y="1958"/>
                  </a:cubicBezTo>
                  <a:moveTo>
                    <a:pt x="1808" y="3080"/>
                  </a:moveTo>
                  <a:cubicBezTo>
                    <a:pt x="1851" y="3149"/>
                    <a:pt x="1890" y="3212"/>
                    <a:pt x="1932" y="3278"/>
                  </a:cubicBezTo>
                  <a:cubicBezTo>
                    <a:pt x="1915" y="3196"/>
                    <a:pt x="1889" y="3126"/>
                    <a:pt x="1808" y="3080"/>
                  </a:cubicBezTo>
                  <a:moveTo>
                    <a:pt x="2048" y="2424"/>
                  </a:moveTo>
                  <a:cubicBezTo>
                    <a:pt x="2031" y="2440"/>
                    <a:pt x="2010" y="2456"/>
                    <a:pt x="2012" y="2460"/>
                  </a:cubicBezTo>
                  <a:cubicBezTo>
                    <a:pt x="2020" y="2477"/>
                    <a:pt x="2013" y="2512"/>
                    <a:pt x="2044" y="2506"/>
                  </a:cubicBezTo>
                  <a:cubicBezTo>
                    <a:pt x="2061" y="2503"/>
                    <a:pt x="2075" y="2481"/>
                    <a:pt x="2090" y="2467"/>
                  </a:cubicBezTo>
                  <a:cubicBezTo>
                    <a:pt x="2078" y="2455"/>
                    <a:pt x="2066" y="2442"/>
                    <a:pt x="2048" y="2424"/>
                  </a:cubicBezTo>
                  <a:moveTo>
                    <a:pt x="2108" y="2085"/>
                  </a:moveTo>
                  <a:cubicBezTo>
                    <a:pt x="2153" y="2083"/>
                    <a:pt x="2185" y="2045"/>
                    <a:pt x="2177" y="2015"/>
                  </a:cubicBezTo>
                  <a:cubicBezTo>
                    <a:pt x="2175" y="2006"/>
                    <a:pt x="2165" y="1995"/>
                    <a:pt x="2157" y="1994"/>
                  </a:cubicBezTo>
                  <a:cubicBezTo>
                    <a:pt x="2149" y="1992"/>
                    <a:pt x="2134" y="1999"/>
                    <a:pt x="2132" y="2006"/>
                  </a:cubicBezTo>
                  <a:cubicBezTo>
                    <a:pt x="2122" y="2030"/>
                    <a:pt x="2116" y="2055"/>
                    <a:pt x="2108" y="2085"/>
                  </a:cubicBezTo>
                  <a:moveTo>
                    <a:pt x="1392" y="2618"/>
                  </a:moveTo>
                  <a:cubicBezTo>
                    <a:pt x="1380" y="2605"/>
                    <a:pt x="1373" y="2591"/>
                    <a:pt x="1363" y="2588"/>
                  </a:cubicBezTo>
                  <a:cubicBezTo>
                    <a:pt x="1345" y="2584"/>
                    <a:pt x="1319" y="2610"/>
                    <a:pt x="1319" y="2630"/>
                  </a:cubicBezTo>
                  <a:cubicBezTo>
                    <a:pt x="1319" y="2651"/>
                    <a:pt x="1342" y="2678"/>
                    <a:pt x="1356" y="2670"/>
                  </a:cubicBezTo>
                  <a:cubicBezTo>
                    <a:pt x="1371" y="2660"/>
                    <a:pt x="1379" y="2639"/>
                    <a:pt x="1392" y="2618"/>
                  </a:cubicBezTo>
                  <a:moveTo>
                    <a:pt x="1729" y="3468"/>
                  </a:moveTo>
                  <a:cubicBezTo>
                    <a:pt x="1727" y="3487"/>
                    <a:pt x="1729" y="3507"/>
                    <a:pt x="1757" y="3506"/>
                  </a:cubicBezTo>
                  <a:cubicBezTo>
                    <a:pt x="1781" y="3506"/>
                    <a:pt x="1792" y="3492"/>
                    <a:pt x="1790" y="3468"/>
                  </a:cubicBezTo>
                  <a:cubicBezTo>
                    <a:pt x="1788" y="3448"/>
                    <a:pt x="1784" y="3427"/>
                    <a:pt x="1759" y="3426"/>
                  </a:cubicBezTo>
                  <a:cubicBezTo>
                    <a:pt x="1736" y="3426"/>
                    <a:pt x="1725" y="3442"/>
                    <a:pt x="1729" y="3468"/>
                  </a:cubicBezTo>
                  <a:moveTo>
                    <a:pt x="2225" y="393"/>
                  </a:moveTo>
                  <a:cubicBezTo>
                    <a:pt x="2240" y="369"/>
                    <a:pt x="2257" y="353"/>
                    <a:pt x="2256" y="340"/>
                  </a:cubicBezTo>
                  <a:cubicBezTo>
                    <a:pt x="2254" y="326"/>
                    <a:pt x="2234" y="315"/>
                    <a:pt x="2222" y="303"/>
                  </a:cubicBezTo>
                  <a:cubicBezTo>
                    <a:pt x="2210" y="318"/>
                    <a:pt x="2193" y="332"/>
                    <a:pt x="2189" y="349"/>
                  </a:cubicBezTo>
                  <a:cubicBezTo>
                    <a:pt x="2186" y="358"/>
                    <a:pt x="2207" y="372"/>
                    <a:pt x="2225" y="393"/>
                  </a:cubicBezTo>
                  <a:moveTo>
                    <a:pt x="2542" y="1060"/>
                  </a:moveTo>
                  <a:cubicBezTo>
                    <a:pt x="2515" y="1060"/>
                    <a:pt x="2487" y="1086"/>
                    <a:pt x="2490" y="1109"/>
                  </a:cubicBezTo>
                  <a:cubicBezTo>
                    <a:pt x="2491" y="1120"/>
                    <a:pt x="2504" y="1135"/>
                    <a:pt x="2516" y="1140"/>
                  </a:cubicBezTo>
                  <a:cubicBezTo>
                    <a:pt x="2529" y="1146"/>
                    <a:pt x="2560" y="1103"/>
                    <a:pt x="2557" y="1081"/>
                  </a:cubicBezTo>
                  <a:cubicBezTo>
                    <a:pt x="2556" y="1072"/>
                    <a:pt x="2545" y="1065"/>
                    <a:pt x="2542" y="1060"/>
                  </a:cubicBezTo>
                  <a:moveTo>
                    <a:pt x="1818" y="3010"/>
                  </a:moveTo>
                  <a:cubicBezTo>
                    <a:pt x="1843" y="3030"/>
                    <a:pt x="1861" y="3043"/>
                    <a:pt x="1881" y="3059"/>
                  </a:cubicBezTo>
                  <a:cubicBezTo>
                    <a:pt x="1896" y="3037"/>
                    <a:pt x="1902" y="3015"/>
                    <a:pt x="1887" y="2992"/>
                  </a:cubicBezTo>
                  <a:cubicBezTo>
                    <a:pt x="1882" y="2984"/>
                    <a:pt x="1863" y="2974"/>
                    <a:pt x="1857" y="2977"/>
                  </a:cubicBezTo>
                  <a:cubicBezTo>
                    <a:pt x="1842" y="2984"/>
                    <a:pt x="1830" y="2999"/>
                    <a:pt x="1818" y="3010"/>
                  </a:cubicBezTo>
                  <a:moveTo>
                    <a:pt x="2654" y="853"/>
                  </a:moveTo>
                  <a:cubicBezTo>
                    <a:pt x="2648" y="842"/>
                    <a:pt x="2644" y="830"/>
                    <a:pt x="2637" y="826"/>
                  </a:cubicBezTo>
                  <a:cubicBezTo>
                    <a:pt x="2632" y="823"/>
                    <a:pt x="2618" y="830"/>
                    <a:pt x="2613" y="837"/>
                  </a:cubicBezTo>
                  <a:cubicBezTo>
                    <a:pt x="2602" y="852"/>
                    <a:pt x="2593" y="868"/>
                    <a:pt x="2588" y="885"/>
                  </a:cubicBezTo>
                  <a:cubicBezTo>
                    <a:pt x="2586" y="893"/>
                    <a:pt x="2593" y="908"/>
                    <a:pt x="2600" y="912"/>
                  </a:cubicBezTo>
                  <a:cubicBezTo>
                    <a:pt x="2606" y="915"/>
                    <a:pt x="2623" y="911"/>
                    <a:pt x="2627" y="905"/>
                  </a:cubicBezTo>
                  <a:cubicBezTo>
                    <a:pt x="2638" y="890"/>
                    <a:pt x="2645" y="871"/>
                    <a:pt x="2654" y="853"/>
                  </a:cubicBezTo>
                  <a:moveTo>
                    <a:pt x="2791" y="1909"/>
                  </a:moveTo>
                  <a:cubicBezTo>
                    <a:pt x="2786" y="1874"/>
                    <a:pt x="2770" y="1862"/>
                    <a:pt x="2748" y="1863"/>
                  </a:cubicBezTo>
                  <a:cubicBezTo>
                    <a:pt x="2741" y="1864"/>
                    <a:pt x="2728" y="1882"/>
                    <a:pt x="2730" y="1889"/>
                  </a:cubicBezTo>
                  <a:cubicBezTo>
                    <a:pt x="2736" y="1910"/>
                    <a:pt x="2729" y="1943"/>
                    <a:pt x="2760" y="1945"/>
                  </a:cubicBezTo>
                  <a:cubicBezTo>
                    <a:pt x="2771" y="1945"/>
                    <a:pt x="2783" y="1918"/>
                    <a:pt x="2791" y="1909"/>
                  </a:cubicBezTo>
                  <a:moveTo>
                    <a:pt x="2457" y="912"/>
                  </a:moveTo>
                  <a:cubicBezTo>
                    <a:pt x="2462" y="913"/>
                    <a:pt x="2467" y="915"/>
                    <a:pt x="2471" y="917"/>
                  </a:cubicBezTo>
                  <a:cubicBezTo>
                    <a:pt x="2501" y="896"/>
                    <a:pt x="2509" y="863"/>
                    <a:pt x="2514" y="829"/>
                  </a:cubicBezTo>
                  <a:cubicBezTo>
                    <a:pt x="2515" y="820"/>
                    <a:pt x="2504" y="808"/>
                    <a:pt x="2499" y="797"/>
                  </a:cubicBezTo>
                  <a:lnTo>
                    <a:pt x="2485" y="799"/>
                  </a:lnTo>
                  <a:lnTo>
                    <a:pt x="2457" y="912"/>
                  </a:lnTo>
                  <a:moveTo>
                    <a:pt x="1075" y="2351"/>
                  </a:moveTo>
                  <a:cubicBezTo>
                    <a:pt x="1096" y="2384"/>
                    <a:pt x="1124" y="2399"/>
                    <a:pt x="1142" y="2384"/>
                  </a:cubicBezTo>
                  <a:cubicBezTo>
                    <a:pt x="1157" y="2371"/>
                    <a:pt x="1161" y="2355"/>
                    <a:pt x="1148" y="2338"/>
                  </a:cubicBezTo>
                  <a:cubicBezTo>
                    <a:pt x="1129" y="2314"/>
                    <a:pt x="1110" y="2318"/>
                    <a:pt x="1075" y="2351"/>
                  </a:cubicBezTo>
                  <a:moveTo>
                    <a:pt x="2745" y="2050"/>
                  </a:moveTo>
                  <a:cubicBezTo>
                    <a:pt x="2729" y="2069"/>
                    <a:pt x="2712" y="2080"/>
                    <a:pt x="2711" y="2092"/>
                  </a:cubicBezTo>
                  <a:cubicBezTo>
                    <a:pt x="2710" y="2114"/>
                    <a:pt x="2727" y="2134"/>
                    <a:pt x="2750" y="2129"/>
                  </a:cubicBezTo>
                  <a:cubicBezTo>
                    <a:pt x="2762" y="2127"/>
                    <a:pt x="2777" y="2105"/>
                    <a:pt x="2779" y="2091"/>
                  </a:cubicBezTo>
                  <a:cubicBezTo>
                    <a:pt x="2781" y="2081"/>
                    <a:pt x="2761" y="2068"/>
                    <a:pt x="2745" y="2050"/>
                  </a:cubicBezTo>
                  <a:moveTo>
                    <a:pt x="2147" y="1639"/>
                  </a:moveTo>
                  <a:cubicBezTo>
                    <a:pt x="2120" y="1632"/>
                    <a:pt x="2104" y="1646"/>
                    <a:pt x="2089" y="1700"/>
                  </a:cubicBezTo>
                  <a:cubicBezTo>
                    <a:pt x="2111" y="1707"/>
                    <a:pt x="2133" y="1713"/>
                    <a:pt x="2152" y="1719"/>
                  </a:cubicBezTo>
                  <a:cubicBezTo>
                    <a:pt x="2150" y="1689"/>
                    <a:pt x="2149" y="1666"/>
                    <a:pt x="2147" y="1639"/>
                  </a:cubicBezTo>
                  <a:moveTo>
                    <a:pt x="1738" y="43"/>
                  </a:moveTo>
                  <a:cubicBezTo>
                    <a:pt x="1733" y="73"/>
                    <a:pt x="1728" y="98"/>
                    <a:pt x="1726" y="123"/>
                  </a:cubicBezTo>
                  <a:cubicBezTo>
                    <a:pt x="1725" y="130"/>
                    <a:pt x="1733" y="140"/>
                    <a:pt x="1740" y="144"/>
                  </a:cubicBezTo>
                  <a:cubicBezTo>
                    <a:pt x="1745" y="146"/>
                    <a:pt x="1757" y="141"/>
                    <a:pt x="1761" y="135"/>
                  </a:cubicBezTo>
                  <a:cubicBezTo>
                    <a:pt x="1785" y="108"/>
                    <a:pt x="1777" y="69"/>
                    <a:pt x="1738" y="43"/>
                  </a:cubicBezTo>
                  <a:moveTo>
                    <a:pt x="2194" y="892"/>
                  </a:moveTo>
                  <a:cubicBezTo>
                    <a:pt x="2180" y="907"/>
                    <a:pt x="2170" y="917"/>
                    <a:pt x="2161" y="927"/>
                  </a:cubicBezTo>
                  <a:cubicBezTo>
                    <a:pt x="2177" y="939"/>
                    <a:pt x="2192" y="955"/>
                    <a:pt x="2211" y="961"/>
                  </a:cubicBezTo>
                  <a:cubicBezTo>
                    <a:pt x="2218" y="963"/>
                    <a:pt x="2232" y="942"/>
                    <a:pt x="2243" y="933"/>
                  </a:cubicBezTo>
                  <a:cubicBezTo>
                    <a:pt x="2228" y="920"/>
                    <a:pt x="2213" y="908"/>
                    <a:pt x="2194" y="892"/>
                  </a:cubicBezTo>
                  <a:moveTo>
                    <a:pt x="2634" y="1738"/>
                  </a:moveTo>
                  <a:cubicBezTo>
                    <a:pt x="2630" y="1742"/>
                    <a:pt x="2626" y="1745"/>
                    <a:pt x="2622" y="1748"/>
                  </a:cubicBezTo>
                  <a:cubicBezTo>
                    <a:pt x="2628" y="1770"/>
                    <a:pt x="2633" y="1792"/>
                    <a:pt x="2642" y="1813"/>
                  </a:cubicBezTo>
                  <a:cubicBezTo>
                    <a:pt x="2644" y="1817"/>
                    <a:pt x="2667" y="1818"/>
                    <a:pt x="2669" y="1814"/>
                  </a:cubicBezTo>
                  <a:cubicBezTo>
                    <a:pt x="2677" y="1802"/>
                    <a:pt x="2689" y="1780"/>
                    <a:pt x="2683" y="1773"/>
                  </a:cubicBezTo>
                  <a:cubicBezTo>
                    <a:pt x="2672" y="1757"/>
                    <a:pt x="2651" y="1749"/>
                    <a:pt x="2634" y="1738"/>
                  </a:cubicBezTo>
                  <a:moveTo>
                    <a:pt x="1639" y="1105"/>
                  </a:moveTo>
                  <a:cubicBezTo>
                    <a:pt x="1599" y="1115"/>
                    <a:pt x="1572" y="1144"/>
                    <a:pt x="1573" y="1168"/>
                  </a:cubicBezTo>
                  <a:cubicBezTo>
                    <a:pt x="1574" y="1177"/>
                    <a:pt x="1581" y="1190"/>
                    <a:pt x="1588" y="1193"/>
                  </a:cubicBezTo>
                  <a:cubicBezTo>
                    <a:pt x="1594" y="1196"/>
                    <a:pt x="1610" y="1189"/>
                    <a:pt x="1613" y="1182"/>
                  </a:cubicBezTo>
                  <a:cubicBezTo>
                    <a:pt x="1623" y="1160"/>
                    <a:pt x="1629" y="1136"/>
                    <a:pt x="1639" y="1105"/>
                  </a:cubicBezTo>
                  <a:moveTo>
                    <a:pt x="1571" y="761"/>
                  </a:moveTo>
                  <a:cubicBezTo>
                    <a:pt x="1531" y="765"/>
                    <a:pt x="1516" y="787"/>
                    <a:pt x="1510" y="815"/>
                  </a:cubicBezTo>
                  <a:cubicBezTo>
                    <a:pt x="1508" y="822"/>
                    <a:pt x="1519" y="836"/>
                    <a:pt x="1527" y="839"/>
                  </a:cubicBezTo>
                  <a:cubicBezTo>
                    <a:pt x="1534" y="842"/>
                    <a:pt x="1553" y="837"/>
                    <a:pt x="1555" y="831"/>
                  </a:cubicBezTo>
                  <a:cubicBezTo>
                    <a:pt x="1563" y="810"/>
                    <a:pt x="1566" y="787"/>
                    <a:pt x="1571" y="761"/>
                  </a:cubicBezTo>
                  <a:moveTo>
                    <a:pt x="1586" y="1887"/>
                  </a:moveTo>
                  <a:cubicBezTo>
                    <a:pt x="1599" y="1870"/>
                    <a:pt x="1616" y="1854"/>
                    <a:pt x="1613" y="1849"/>
                  </a:cubicBezTo>
                  <a:cubicBezTo>
                    <a:pt x="1607" y="1836"/>
                    <a:pt x="1591" y="1821"/>
                    <a:pt x="1578" y="1821"/>
                  </a:cubicBezTo>
                  <a:cubicBezTo>
                    <a:pt x="1564" y="1821"/>
                    <a:pt x="1549" y="1836"/>
                    <a:pt x="1534" y="1844"/>
                  </a:cubicBezTo>
                  <a:cubicBezTo>
                    <a:pt x="1549" y="1857"/>
                    <a:pt x="1564" y="1869"/>
                    <a:pt x="1586" y="1887"/>
                  </a:cubicBezTo>
                  <a:moveTo>
                    <a:pt x="1706" y="540"/>
                  </a:moveTo>
                  <a:cubicBezTo>
                    <a:pt x="1704" y="581"/>
                    <a:pt x="1730" y="589"/>
                    <a:pt x="1755" y="594"/>
                  </a:cubicBezTo>
                  <a:cubicBezTo>
                    <a:pt x="1765" y="596"/>
                    <a:pt x="1776" y="587"/>
                    <a:pt x="1787" y="584"/>
                  </a:cubicBezTo>
                  <a:cubicBezTo>
                    <a:pt x="1781" y="573"/>
                    <a:pt x="1777" y="556"/>
                    <a:pt x="1768" y="552"/>
                  </a:cubicBezTo>
                  <a:cubicBezTo>
                    <a:pt x="1749" y="544"/>
                    <a:pt x="1727" y="544"/>
                    <a:pt x="1706" y="540"/>
                  </a:cubicBezTo>
                  <a:moveTo>
                    <a:pt x="2112" y="3061"/>
                  </a:moveTo>
                  <a:cubicBezTo>
                    <a:pt x="2095" y="3042"/>
                    <a:pt x="2082" y="3027"/>
                    <a:pt x="2069" y="3012"/>
                  </a:cubicBezTo>
                  <a:cubicBezTo>
                    <a:pt x="2061" y="3023"/>
                    <a:pt x="2048" y="3033"/>
                    <a:pt x="2045" y="3045"/>
                  </a:cubicBezTo>
                  <a:cubicBezTo>
                    <a:pt x="2041" y="3064"/>
                    <a:pt x="2066" y="3094"/>
                    <a:pt x="2083" y="3091"/>
                  </a:cubicBezTo>
                  <a:cubicBezTo>
                    <a:pt x="2092" y="3089"/>
                    <a:pt x="2098" y="3075"/>
                    <a:pt x="2112" y="3061"/>
                  </a:cubicBezTo>
                  <a:moveTo>
                    <a:pt x="2303" y="3210"/>
                  </a:moveTo>
                  <a:cubicBezTo>
                    <a:pt x="2273" y="3204"/>
                    <a:pt x="2242" y="3207"/>
                    <a:pt x="2228" y="3229"/>
                  </a:cubicBezTo>
                  <a:cubicBezTo>
                    <a:pt x="2220" y="3241"/>
                    <a:pt x="2204" y="3265"/>
                    <a:pt x="2228" y="3277"/>
                  </a:cubicBezTo>
                  <a:cubicBezTo>
                    <a:pt x="2276" y="3289"/>
                    <a:pt x="2323" y="3229"/>
                    <a:pt x="2303" y="3210"/>
                  </a:cubicBezTo>
                  <a:moveTo>
                    <a:pt x="2048" y="2126"/>
                  </a:moveTo>
                  <a:cubicBezTo>
                    <a:pt x="2038" y="2133"/>
                    <a:pt x="2030" y="2139"/>
                    <a:pt x="2023" y="2144"/>
                  </a:cubicBezTo>
                  <a:cubicBezTo>
                    <a:pt x="2030" y="2148"/>
                    <a:pt x="2038" y="2151"/>
                    <a:pt x="2043" y="2157"/>
                  </a:cubicBezTo>
                  <a:cubicBezTo>
                    <a:pt x="2050" y="2164"/>
                    <a:pt x="2055" y="2174"/>
                    <a:pt x="2060" y="2182"/>
                  </a:cubicBezTo>
                  <a:cubicBezTo>
                    <a:pt x="2064" y="2189"/>
                    <a:pt x="2067" y="2201"/>
                    <a:pt x="2071" y="2201"/>
                  </a:cubicBezTo>
                  <a:cubicBezTo>
                    <a:pt x="2079" y="2201"/>
                    <a:pt x="2092" y="2197"/>
                    <a:pt x="2094" y="2192"/>
                  </a:cubicBezTo>
                  <a:cubicBezTo>
                    <a:pt x="2099" y="2180"/>
                    <a:pt x="2106" y="2159"/>
                    <a:pt x="2100" y="2153"/>
                  </a:cubicBezTo>
                  <a:cubicBezTo>
                    <a:pt x="2087" y="2141"/>
                    <a:pt x="2067" y="2135"/>
                    <a:pt x="2049" y="2126"/>
                  </a:cubicBezTo>
                  <a:lnTo>
                    <a:pt x="2048" y="2126"/>
                  </a:lnTo>
                  <a:moveTo>
                    <a:pt x="1600" y="1285"/>
                  </a:moveTo>
                  <a:cubicBezTo>
                    <a:pt x="1601" y="1289"/>
                    <a:pt x="1602" y="1293"/>
                    <a:pt x="1602" y="1297"/>
                  </a:cubicBezTo>
                  <a:cubicBezTo>
                    <a:pt x="1620" y="1296"/>
                    <a:pt x="1640" y="1300"/>
                    <a:pt x="1654" y="1292"/>
                  </a:cubicBezTo>
                  <a:cubicBezTo>
                    <a:pt x="1677" y="1279"/>
                    <a:pt x="1684" y="1254"/>
                    <a:pt x="1673" y="1216"/>
                  </a:cubicBezTo>
                  <a:cubicBezTo>
                    <a:pt x="1645" y="1242"/>
                    <a:pt x="1623" y="1263"/>
                    <a:pt x="1600" y="1285"/>
                  </a:cubicBezTo>
                  <a:moveTo>
                    <a:pt x="2240" y="3055"/>
                  </a:moveTo>
                  <a:cubicBezTo>
                    <a:pt x="2245" y="3061"/>
                    <a:pt x="2254" y="3072"/>
                    <a:pt x="2264" y="3084"/>
                  </a:cubicBezTo>
                  <a:cubicBezTo>
                    <a:pt x="2287" y="3045"/>
                    <a:pt x="2310" y="3007"/>
                    <a:pt x="2333" y="2969"/>
                  </a:cubicBezTo>
                  <a:cubicBezTo>
                    <a:pt x="2332" y="2966"/>
                    <a:pt x="2331" y="2963"/>
                    <a:pt x="2329" y="2961"/>
                  </a:cubicBezTo>
                  <a:cubicBezTo>
                    <a:pt x="2321" y="2966"/>
                    <a:pt x="2310" y="2969"/>
                    <a:pt x="2304" y="2976"/>
                  </a:cubicBezTo>
                  <a:cubicBezTo>
                    <a:pt x="2282" y="3001"/>
                    <a:pt x="2262" y="3027"/>
                    <a:pt x="2240" y="3055"/>
                  </a:cubicBezTo>
                  <a:moveTo>
                    <a:pt x="2700" y="652"/>
                  </a:moveTo>
                  <a:cubicBezTo>
                    <a:pt x="2696" y="648"/>
                    <a:pt x="2692" y="645"/>
                    <a:pt x="2688" y="642"/>
                  </a:cubicBezTo>
                  <a:cubicBezTo>
                    <a:pt x="2672" y="653"/>
                    <a:pt x="2655" y="664"/>
                    <a:pt x="2640" y="677"/>
                  </a:cubicBezTo>
                  <a:cubicBezTo>
                    <a:pt x="2625" y="689"/>
                    <a:pt x="2628" y="702"/>
                    <a:pt x="2643" y="714"/>
                  </a:cubicBezTo>
                  <a:cubicBezTo>
                    <a:pt x="2659" y="726"/>
                    <a:pt x="2673" y="724"/>
                    <a:pt x="2681" y="707"/>
                  </a:cubicBezTo>
                  <a:cubicBezTo>
                    <a:pt x="2689" y="689"/>
                    <a:pt x="2694" y="670"/>
                    <a:pt x="2700" y="652"/>
                  </a:cubicBezTo>
                  <a:moveTo>
                    <a:pt x="1189" y="2481"/>
                  </a:moveTo>
                  <a:cubicBezTo>
                    <a:pt x="1210" y="2494"/>
                    <a:pt x="1226" y="2507"/>
                    <a:pt x="1245" y="2514"/>
                  </a:cubicBezTo>
                  <a:cubicBezTo>
                    <a:pt x="1254" y="2518"/>
                    <a:pt x="1267" y="2512"/>
                    <a:pt x="1278" y="2510"/>
                  </a:cubicBezTo>
                  <a:cubicBezTo>
                    <a:pt x="1273" y="2498"/>
                    <a:pt x="1273" y="2481"/>
                    <a:pt x="1264" y="2475"/>
                  </a:cubicBezTo>
                  <a:cubicBezTo>
                    <a:pt x="1242" y="2458"/>
                    <a:pt x="1218" y="2461"/>
                    <a:pt x="1189" y="2481"/>
                  </a:cubicBezTo>
                  <a:moveTo>
                    <a:pt x="2148" y="3245"/>
                  </a:moveTo>
                  <a:cubicBezTo>
                    <a:pt x="2168" y="3217"/>
                    <a:pt x="2118" y="3209"/>
                    <a:pt x="2110" y="3210"/>
                  </a:cubicBezTo>
                  <a:cubicBezTo>
                    <a:pt x="2097" y="3214"/>
                    <a:pt x="2072" y="3217"/>
                    <a:pt x="2075" y="3242"/>
                  </a:cubicBezTo>
                  <a:cubicBezTo>
                    <a:pt x="2072" y="3265"/>
                    <a:pt x="2096" y="3277"/>
                    <a:pt x="2112" y="3276"/>
                  </a:cubicBezTo>
                  <a:cubicBezTo>
                    <a:pt x="2117" y="3275"/>
                    <a:pt x="2156" y="3277"/>
                    <a:pt x="2148" y="3245"/>
                  </a:cubicBezTo>
                  <a:moveTo>
                    <a:pt x="1685" y="1154"/>
                  </a:moveTo>
                  <a:cubicBezTo>
                    <a:pt x="1720" y="1145"/>
                    <a:pt x="1742" y="1110"/>
                    <a:pt x="1741" y="1065"/>
                  </a:cubicBezTo>
                  <a:cubicBezTo>
                    <a:pt x="1697" y="1086"/>
                    <a:pt x="1672" y="1124"/>
                    <a:pt x="1685" y="1154"/>
                  </a:cubicBezTo>
                  <a:moveTo>
                    <a:pt x="1836" y="1364"/>
                  </a:moveTo>
                  <a:cubicBezTo>
                    <a:pt x="1863" y="1361"/>
                    <a:pt x="1874" y="1326"/>
                    <a:pt x="1853" y="1296"/>
                  </a:cubicBezTo>
                  <a:cubicBezTo>
                    <a:pt x="1848" y="1289"/>
                    <a:pt x="1834" y="1287"/>
                    <a:pt x="1825" y="1283"/>
                  </a:cubicBezTo>
                  <a:cubicBezTo>
                    <a:pt x="1821" y="1297"/>
                    <a:pt x="1813" y="1311"/>
                    <a:pt x="1814" y="1323"/>
                  </a:cubicBezTo>
                  <a:cubicBezTo>
                    <a:pt x="1816" y="1336"/>
                    <a:pt x="1827" y="1348"/>
                    <a:pt x="1836" y="1364"/>
                  </a:cubicBezTo>
                  <a:moveTo>
                    <a:pt x="2211" y="2662"/>
                  </a:moveTo>
                  <a:cubicBezTo>
                    <a:pt x="2207" y="2660"/>
                    <a:pt x="2203" y="2658"/>
                    <a:pt x="2198" y="2656"/>
                  </a:cubicBezTo>
                  <a:cubicBezTo>
                    <a:pt x="2164" y="2667"/>
                    <a:pt x="2167" y="2702"/>
                    <a:pt x="2157" y="2728"/>
                  </a:cubicBezTo>
                  <a:cubicBezTo>
                    <a:pt x="2155" y="2734"/>
                    <a:pt x="2161" y="2742"/>
                    <a:pt x="2163" y="2750"/>
                  </a:cubicBezTo>
                  <a:cubicBezTo>
                    <a:pt x="2171" y="2747"/>
                    <a:pt x="2185" y="2746"/>
                    <a:pt x="2187" y="2740"/>
                  </a:cubicBezTo>
                  <a:cubicBezTo>
                    <a:pt x="2197" y="2715"/>
                    <a:pt x="2203" y="2688"/>
                    <a:pt x="2211" y="2662"/>
                  </a:cubicBezTo>
                  <a:moveTo>
                    <a:pt x="2218" y="509"/>
                  </a:moveTo>
                  <a:cubicBezTo>
                    <a:pt x="2243" y="518"/>
                    <a:pt x="2264" y="533"/>
                    <a:pt x="2278" y="503"/>
                  </a:cubicBezTo>
                  <a:cubicBezTo>
                    <a:pt x="2288" y="482"/>
                    <a:pt x="2281" y="458"/>
                    <a:pt x="2262" y="454"/>
                  </a:cubicBezTo>
                  <a:cubicBezTo>
                    <a:pt x="2226" y="448"/>
                    <a:pt x="2233" y="486"/>
                    <a:pt x="2218" y="509"/>
                  </a:cubicBezTo>
                  <a:moveTo>
                    <a:pt x="1366" y="2507"/>
                  </a:moveTo>
                  <a:cubicBezTo>
                    <a:pt x="1365" y="2510"/>
                    <a:pt x="1363" y="2513"/>
                    <a:pt x="1362" y="2517"/>
                  </a:cubicBezTo>
                  <a:cubicBezTo>
                    <a:pt x="1381" y="2525"/>
                    <a:pt x="1400" y="2536"/>
                    <a:pt x="1420" y="2539"/>
                  </a:cubicBezTo>
                  <a:cubicBezTo>
                    <a:pt x="1429" y="2541"/>
                    <a:pt x="1442" y="2529"/>
                    <a:pt x="1450" y="2520"/>
                  </a:cubicBezTo>
                  <a:cubicBezTo>
                    <a:pt x="1453" y="2516"/>
                    <a:pt x="1451" y="2500"/>
                    <a:pt x="1447" y="2498"/>
                  </a:cubicBezTo>
                  <a:cubicBezTo>
                    <a:pt x="1438" y="2494"/>
                    <a:pt x="1426" y="2494"/>
                    <a:pt x="1415" y="2495"/>
                  </a:cubicBezTo>
                  <a:cubicBezTo>
                    <a:pt x="1399" y="2497"/>
                    <a:pt x="1382" y="2503"/>
                    <a:pt x="1366" y="2507"/>
                  </a:cubicBezTo>
                  <a:moveTo>
                    <a:pt x="1235" y="2399"/>
                  </a:moveTo>
                  <a:cubicBezTo>
                    <a:pt x="1256" y="2409"/>
                    <a:pt x="1274" y="2419"/>
                    <a:pt x="1294" y="2424"/>
                  </a:cubicBezTo>
                  <a:cubicBezTo>
                    <a:pt x="1300" y="2425"/>
                    <a:pt x="1314" y="2414"/>
                    <a:pt x="1316" y="2407"/>
                  </a:cubicBezTo>
                  <a:cubicBezTo>
                    <a:pt x="1318" y="2399"/>
                    <a:pt x="1313" y="2385"/>
                    <a:pt x="1306" y="2381"/>
                  </a:cubicBezTo>
                  <a:cubicBezTo>
                    <a:pt x="1282" y="2368"/>
                    <a:pt x="1259" y="2369"/>
                    <a:pt x="1235" y="2399"/>
                  </a:cubicBezTo>
                  <a:moveTo>
                    <a:pt x="1409" y="838"/>
                  </a:moveTo>
                  <a:cubicBezTo>
                    <a:pt x="1417" y="848"/>
                    <a:pt x="1426" y="869"/>
                    <a:pt x="1431" y="868"/>
                  </a:cubicBezTo>
                  <a:cubicBezTo>
                    <a:pt x="1460" y="863"/>
                    <a:pt x="1461" y="837"/>
                    <a:pt x="1462" y="815"/>
                  </a:cubicBezTo>
                  <a:cubicBezTo>
                    <a:pt x="1462" y="807"/>
                    <a:pt x="1449" y="793"/>
                    <a:pt x="1442" y="793"/>
                  </a:cubicBezTo>
                  <a:cubicBezTo>
                    <a:pt x="1416" y="793"/>
                    <a:pt x="1411" y="811"/>
                    <a:pt x="1409" y="838"/>
                  </a:cubicBezTo>
                  <a:moveTo>
                    <a:pt x="2189" y="258"/>
                  </a:moveTo>
                  <a:cubicBezTo>
                    <a:pt x="2214" y="262"/>
                    <a:pt x="2233" y="267"/>
                    <a:pt x="2251" y="266"/>
                  </a:cubicBezTo>
                  <a:cubicBezTo>
                    <a:pt x="2262" y="265"/>
                    <a:pt x="2273" y="255"/>
                    <a:pt x="2281" y="246"/>
                  </a:cubicBezTo>
                  <a:cubicBezTo>
                    <a:pt x="2283" y="244"/>
                    <a:pt x="2275" y="226"/>
                    <a:pt x="2268" y="224"/>
                  </a:cubicBezTo>
                  <a:cubicBezTo>
                    <a:pt x="2258" y="220"/>
                    <a:pt x="2243" y="219"/>
                    <a:pt x="2234" y="224"/>
                  </a:cubicBezTo>
                  <a:cubicBezTo>
                    <a:pt x="2219" y="231"/>
                    <a:pt x="2207" y="244"/>
                    <a:pt x="2189" y="258"/>
                  </a:cubicBezTo>
                  <a:moveTo>
                    <a:pt x="1822" y="3345"/>
                  </a:moveTo>
                  <a:cubicBezTo>
                    <a:pt x="1808" y="3385"/>
                    <a:pt x="1832" y="3409"/>
                    <a:pt x="1857" y="3414"/>
                  </a:cubicBezTo>
                  <a:cubicBezTo>
                    <a:pt x="1874" y="3417"/>
                    <a:pt x="1889" y="3423"/>
                    <a:pt x="1888" y="3407"/>
                  </a:cubicBezTo>
                  <a:cubicBezTo>
                    <a:pt x="1888" y="3401"/>
                    <a:pt x="1887" y="3396"/>
                    <a:pt x="1886" y="3391"/>
                  </a:cubicBezTo>
                  <a:cubicBezTo>
                    <a:pt x="1882" y="3360"/>
                    <a:pt x="1857" y="3352"/>
                    <a:pt x="1822" y="3345"/>
                  </a:cubicBezTo>
                  <a:moveTo>
                    <a:pt x="2488" y="1035"/>
                  </a:moveTo>
                  <a:cubicBezTo>
                    <a:pt x="2503" y="1016"/>
                    <a:pt x="2512" y="1005"/>
                    <a:pt x="2522" y="993"/>
                  </a:cubicBezTo>
                  <a:cubicBezTo>
                    <a:pt x="2511" y="985"/>
                    <a:pt x="2499" y="969"/>
                    <a:pt x="2490" y="970"/>
                  </a:cubicBezTo>
                  <a:cubicBezTo>
                    <a:pt x="2477" y="972"/>
                    <a:pt x="2466" y="987"/>
                    <a:pt x="2455" y="996"/>
                  </a:cubicBezTo>
                  <a:cubicBezTo>
                    <a:pt x="2464" y="1007"/>
                    <a:pt x="2472" y="1017"/>
                    <a:pt x="2488" y="1035"/>
                  </a:cubicBezTo>
                  <a:moveTo>
                    <a:pt x="1727" y="1945"/>
                  </a:moveTo>
                  <a:cubicBezTo>
                    <a:pt x="1731" y="1974"/>
                    <a:pt x="1733" y="1997"/>
                    <a:pt x="1735" y="2017"/>
                  </a:cubicBezTo>
                  <a:cubicBezTo>
                    <a:pt x="1752" y="2008"/>
                    <a:pt x="1771" y="1997"/>
                    <a:pt x="1793" y="1984"/>
                  </a:cubicBezTo>
                  <a:cubicBezTo>
                    <a:pt x="1790" y="1943"/>
                    <a:pt x="1748" y="1965"/>
                    <a:pt x="1727" y="1945"/>
                  </a:cubicBezTo>
                  <a:moveTo>
                    <a:pt x="1162" y="2249"/>
                  </a:moveTo>
                  <a:cubicBezTo>
                    <a:pt x="1160" y="2253"/>
                    <a:pt x="1158" y="2257"/>
                    <a:pt x="1155" y="2262"/>
                  </a:cubicBezTo>
                  <a:cubicBezTo>
                    <a:pt x="1173" y="2277"/>
                    <a:pt x="1190" y="2293"/>
                    <a:pt x="1209" y="2306"/>
                  </a:cubicBezTo>
                  <a:cubicBezTo>
                    <a:pt x="1214" y="2310"/>
                    <a:pt x="1226" y="2307"/>
                    <a:pt x="1234" y="2307"/>
                  </a:cubicBezTo>
                  <a:cubicBezTo>
                    <a:pt x="1233" y="2296"/>
                    <a:pt x="1234" y="2279"/>
                    <a:pt x="1229" y="2276"/>
                  </a:cubicBezTo>
                  <a:cubicBezTo>
                    <a:pt x="1208" y="2265"/>
                    <a:pt x="1184" y="2258"/>
                    <a:pt x="1162" y="2249"/>
                  </a:cubicBezTo>
                  <a:moveTo>
                    <a:pt x="1790" y="2150"/>
                  </a:moveTo>
                  <a:cubicBezTo>
                    <a:pt x="1795" y="2172"/>
                    <a:pt x="1797" y="2190"/>
                    <a:pt x="1804" y="2205"/>
                  </a:cubicBezTo>
                  <a:cubicBezTo>
                    <a:pt x="1806" y="2210"/>
                    <a:pt x="1830" y="2211"/>
                    <a:pt x="1833" y="2207"/>
                  </a:cubicBezTo>
                  <a:cubicBezTo>
                    <a:pt x="1841" y="2194"/>
                    <a:pt x="1844" y="2178"/>
                    <a:pt x="1850" y="2161"/>
                  </a:cubicBezTo>
                  <a:cubicBezTo>
                    <a:pt x="1831" y="2157"/>
                    <a:pt x="1815" y="2155"/>
                    <a:pt x="1790" y="2150"/>
                  </a:cubicBezTo>
                  <a:moveTo>
                    <a:pt x="1906" y="2475"/>
                  </a:moveTo>
                  <a:cubicBezTo>
                    <a:pt x="1900" y="2503"/>
                    <a:pt x="1876" y="2529"/>
                    <a:pt x="1911" y="2548"/>
                  </a:cubicBezTo>
                  <a:cubicBezTo>
                    <a:pt x="1915" y="2550"/>
                    <a:pt x="1933" y="2536"/>
                    <a:pt x="1936" y="2527"/>
                  </a:cubicBezTo>
                  <a:cubicBezTo>
                    <a:pt x="1945" y="2502"/>
                    <a:pt x="1938" y="2483"/>
                    <a:pt x="1906" y="2475"/>
                  </a:cubicBezTo>
                  <a:moveTo>
                    <a:pt x="2049" y="1031"/>
                  </a:moveTo>
                  <a:cubicBezTo>
                    <a:pt x="2057" y="1039"/>
                    <a:pt x="2071" y="1055"/>
                    <a:pt x="2074" y="1054"/>
                  </a:cubicBezTo>
                  <a:cubicBezTo>
                    <a:pt x="2087" y="1046"/>
                    <a:pt x="2099" y="1035"/>
                    <a:pt x="2104" y="1022"/>
                  </a:cubicBezTo>
                  <a:cubicBezTo>
                    <a:pt x="2106" y="1017"/>
                    <a:pt x="2091" y="998"/>
                    <a:pt x="2081" y="996"/>
                  </a:cubicBezTo>
                  <a:cubicBezTo>
                    <a:pt x="2062" y="991"/>
                    <a:pt x="2051" y="1003"/>
                    <a:pt x="2049" y="1031"/>
                  </a:cubicBezTo>
                  <a:moveTo>
                    <a:pt x="1862" y="1995"/>
                  </a:moveTo>
                  <a:cubicBezTo>
                    <a:pt x="1866" y="1974"/>
                    <a:pt x="1872" y="1956"/>
                    <a:pt x="1871" y="1938"/>
                  </a:cubicBezTo>
                  <a:cubicBezTo>
                    <a:pt x="1871" y="1930"/>
                    <a:pt x="1860" y="1920"/>
                    <a:pt x="1852" y="1916"/>
                  </a:cubicBezTo>
                  <a:cubicBezTo>
                    <a:pt x="1848" y="1914"/>
                    <a:pt x="1836" y="1922"/>
                    <a:pt x="1833" y="1929"/>
                  </a:cubicBezTo>
                  <a:cubicBezTo>
                    <a:pt x="1821" y="1953"/>
                    <a:pt x="1830" y="1976"/>
                    <a:pt x="1862" y="1995"/>
                  </a:cubicBezTo>
                  <a:moveTo>
                    <a:pt x="1472" y="703"/>
                  </a:moveTo>
                  <a:cubicBezTo>
                    <a:pt x="1460" y="689"/>
                    <a:pt x="1454" y="682"/>
                    <a:pt x="1447" y="674"/>
                  </a:cubicBezTo>
                  <a:cubicBezTo>
                    <a:pt x="1437" y="694"/>
                    <a:pt x="1425" y="713"/>
                    <a:pt x="1416" y="733"/>
                  </a:cubicBezTo>
                  <a:cubicBezTo>
                    <a:pt x="1415" y="735"/>
                    <a:pt x="1425" y="743"/>
                    <a:pt x="1430" y="749"/>
                  </a:cubicBezTo>
                  <a:cubicBezTo>
                    <a:pt x="1443" y="734"/>
                    <a:pt x="1457" y="720"/>
                    <a:pt x="1472" y="703"/>
                  </a:cubicBezTo>
                  <a:moveTo>
                    <a:pt x="2337" y="1188"/>
                  </a:moveTo>
                  <a:cubicBezTo>
                    <a:pt x="2359" y="1172"/>
                    <a:pt x="2378" y="1159"/>
                    <a:pt x="2401" y="1143"/>
                  </a:cubicBezTo>
                  <a:cubicBezTo>
                    <a:pt x="2379" y="1110"/>
                    <a:pt x="2358" y="1136"/>
                    <a:pt x="2340" y="1144"/>
                  </a:cubicBezTo>
                  <a:cubicBezTo>
                    <a:pt x="2313" y="1156"/>
                    <a:pt x="2326" y="1172"/>
                    <a:pt x="2337" y="1188"/>
                  </a:cubicBezTo>
                  <a:moveTo>
                    <a:pt x="1712" y="2920"/>
                  </a:moveTo>
                  <a:cubicBezTo>
                    <a:pt x="1718" y="2949"/>
                    <a:pt x="1721" y="2966"/>
                    <a:pt x="1725" y="2984"/>
                  </a:cubicBezTo>
                  <a:cubicBezTo>
                    <a:pt x="1734" y="2981"/>
                    <a:pt x="1747" y="2980"/>
                    <a:pt x="1753" y="2973"/>
                  </a:cubicBezTo>
                  <a:cubicBezTo>
                    <a:pt x="1760" y="2965"/>
                    <a:pt x="1766" y="2944"/>
                    <a:pt x="1762" y="2940"/>
                  </a:cubicBezTo>
                  <a:cubicBezTo>
                    <a:pt x="1752" y="2931"/>
                    <a:pt x="1736" y="2929"/>
                    <a:pt x="1712" y="2920"/>
                  </a:cubicBezTo>
                  <a:moveTo>
                    <a:pt x="1023" y="2223"/>
                  </a:moveTo>
                  <a:cubicBezTo>
                    <a:pt x="1035" y="2241"/>
                    <a:pt x="1044" y="2255"/>
                    <a:pt x="1052" y="2268"/>
                  </a:cubicBezTo>
                  <a:cubicBezTo>
                    <a:pt x="1060" y="2258"/>
                    <a:pt x="1074" y="2246"/>
                    <a:pt x="1073" y="2236"/>
                  </a:cubicBezTo>
                  <a:cubicBezTo>
                    <a:pt x="1072" y="2225"/>
                    <a:pt x="1058" y="2214"/>
                    <a:pt x="1049" y="2204"/>
                  </a:cubicBezTo>
                  <a:cubicBezTo>
                    <a:pt x="1047" y="2203"/>
                    <a:pt x="1035" y="2214"/>
                    <a:pt x="1023" y="2223"/>
                  </a:cubicBezTo>
                  <a:moveTo>
                    <a:pt x="2607" y="671"/>
                  </a:moveTo>
                  <a:cubicBezTo>
                    <a:pt x="2622" y="654"/>
                    <a:pt x="2635" y="639"/>
                    <a:pt x="2649" y="624"/>
                  </a:cubicBezTo>
                  <a:cubicBezTo>
                    <a:pt x="2629" y="599"/>
                    <a:pt x="2610" y="612"/>
                    <a:pt x="2596" y="628"/>
                  </a:cubicBezTo>
                  <a:cubicBezTo>
                    <a:pt x="2582" y="644"/>
                    <a:pt x="2580" y="662"/>
                    <a:pt x="2607" y="671"/>
                  </a:cubicBezTo>
                  <a:moveTo>
                    <a:pt x="1826" y="2116"/>
                  </a:moveTo>
                  <a:cubicBezTo>
                    <a:pt x="1852" y="2123"/>
                    <a:pt x="1872" y="2113"/>
                    <a:pt x="1886" y="2094"/>
                  </a:cubicBezTo>
                  <a:cubicBezTo>
                    <a:pt x="1890" y="2088"/>
                    <a:pt x="1886" y="2076"/>
                    <a:pt x="1886" y="2067"/>
                  </a:cubicBezTo>
                  <a:cubicBezTo>
                    <a:pt x="1876" y="2069"/>
                    <a:pt x="1862" y="2067"/>
                    <a:pt x="1856" y="2073"/>
                  </a:cubicBezTo>
                  <a:cubicBezTo>
                    <a:pt x="1844" y="2085"/>
                    <a:pt x="1836" y="2100"/>
                    <a:pt x="1826" y="2116"/>
                  </a:cubicBezTo>
                  <a:moveTo>
                    <a:pt x="1798" y="172"/>
                  </a:moveTo>
                  <a:cubicBezTo>
                    <a:pt x="1822" y="184"/>
                    <a:pt x="1834" y="193"/>
                    <a:pt x="1848" y="195"/>
                  </a:cubicBezTo>
                  <a:cubicBezTo>
                    <a:pt x="1853" y="196"/>
                    <a:pt x="1863" y="175"/>
                    <a:pt x="1864" y="164"/>
                  </a:cubicBezTo>
                  <a:cubicBezTo>
                    <a:pt x="1864" y="158"/>
                    <a:pt x="1848" y="145"/>
                    <a:pt x="1842" y="146"/>
                  </a:cubicBezTo>
                  <a:cubicBezTo>
                    <a:pt x="1830" y="149"/>
                    <a:pt x="1819" y="159"/>
                    <a:pt x="1798" y="172"/>
                  </a:cubicBezTo>
                  <a:moveTo>
                    <a:pt x="1923" y="2331"/>
                  </a:moveTo>
                  <a:cubicBezTo>
                    <a:pt x="1903" y="2345"/>
                    <a:pt x="1884" y="2357"/>
                    <a:pt x="1890" y="2383"/>
                  </a:cubicBezTo>
                  <a:cubicBezTo>
                    <a:pt x="1891" y="2387"/>
                    <a:pt x="1912" y="2391"/>
                    <a:pt x="1920" y="2387"/>
                  </a:cubicBezTo>
                  <a:cubicBezTo>
                    <a:pt x="1945" y="2372"/>
                    <a:pt x="1940" y="2353"/>
                    <a:pt x="1923" y="2331"/>
                  </a:cubicBezTo>
                  <a:moveTo>
                    <a:pt x="1708" y="969"/>
                  </a:moveTo>
                  <a:cubicBezTo>
                    <a:pt x="1693" y="982"/>
                    <a:pt x="1682" y="991"/>
                    <a:pt x="1671" y="1000"/>
                  </a:cubicBezTo>
                  <a:cubicBezTo>
                    <a:pt x="1679" y="1009"/>
                    <a:pt x="1688" y="1017"/>
                    <a:pt x="1696" y="1026"/>
                  </a:cubicBezTo>
                  <a:cubicBezTo>
                    <a:pt x="1705" y="1015"/>
                    <a:pt x="1716" y="1006"/>
                    <a:pt x="1722" y="994"/>
                  </a:cubicBezTo>
                  <a:cubicBezTo>
                    <a:pt x="1724" y="990"/>
                    <a:pt x="1715" y="980"/>
                    <a:pt x="1708" y="969"/>
                  </a:cubicBezTo>
                  <a:moveTo>
                    <a:pt x="2720" y="1502"/>
                  </a:moveTo>
                  <a:cubicBezTo>
                    <a:pt x="2711" y="1527"/>
                    <a:pt x="2704" y="1545"/>
                    <a:pt x="2700" y="1564"/>
                  </a:cubicBezTo>
                  <a:cubicBezTo>
                    <a:pt x="2699" y="1567"/>
                    <a:pt x="2713" y="1577"/>
                    <a:pt x="2717" y="1576"/>
                  </a:cubicBezTo>
                  <a:cubicBezTo>
                    <a:pt x="2737" y="1567"/>
                    <a:pt x="2742" y="1530"/>
                    <a:pt x="2720" y="1502"/>
                  </a:cubicBezTo>
                  <a:moveTo>
                    <a:pt x="1577" y="2849"/>
                  </a:moveTo>
                  <a:lnTo>
                    <a:pt x="1576" y="2834"/>
                  </a:lnTo>
                  <a:cubicBezTo>
                    <a:pt x="1545" y="2811"/>
                    <a:pt x="1519" y="2834"/>
                    <a:pt x="1492" y="2845"/>
                  </a:cubicBezTo>
                  <a:cubicBezTo>
                    <a:pt x="1492" y="2849"/>
                    <a:pt x="1492" y="2852"/>
                    <a:pt x="1493" y="2856"/>
                  </a:cubicBezTo>
                  <a:cubicBezTo>
                    <a:pt x="1521" y="2854"/>
                    <a:pt x="1549" y="2852"/>
                    <a:pt x="1577" y="2849"/>
                  </a:cubicBezTo>
                  <a:moveTo>
                    <a:pt x="2528" y="753"/>
                  </a:moveTo>
                  <a:cubicBezTo>
                    <a:pt x="2559" y="766"/>
                    <a:pt x="2568" y="743"/>
                    <a:pt x="2578" y="725"/>
                  </a:cubicBezTo>
                  <a:cubicBezTo>
                    <a:pt x="2581" y="720"/>
                    <a:pt x="2575" y="709"/>
                    <a:pt x="2573" y="701"/>
                  </a:cubicBezTo>
                  <a:cubicBezTo>
                    <a:pt x="2565" y="703"/>
                    <a:pt x="2553" y="703"/>
                    <a:pt x="2549" y="708"/>
                  </a:cubicBezTo>
                  <a:cubicBezTo>
                    <a:pt x="2540" y="721"/>
                    <a:pt x="2535" y="737"/>
                    <a:pt x="2528" y="753"/>
                  </a:cubicBezTo>
                  <a:moveTo>
                    <a:pt x="2620" y="2494"/>
                  </a:moveTo>
                  <a:cubicBezTo>
                    <a:pt x="2593" y="2498"/>
                    <a:pt x="2564" y="2503"/>
                    <a:pt x="2532" y="2509"/>
                  </a:cubicBezTo>
                  <a:cubicBezTo>
                    <a:pt x="2532" y="2511"/>
                    <a:pt x="2530" y="2518"/>
                    <a:pt x="2528" y="2529"/>
                  </a:cubicBezTo>
                  <a:cubicBezTo>
                    <a:pt x="2543" y="2527"/>
                    <a:pt x="2556" y="2522"/>
                    <a:pt x="2566" y="2525"/>
                  </a:cubicBezTo>
                  <a:cubicBezTo>
                    <a:pt x="2598" y="2534"/>
                    <a:pt x="2614" y="2520"/>
                    <a:pt x="2620" y="2494"/>
                  </a:cubicBezTo>
                  <a:moveTo>
                    <a:pt x="1588" y="1002"/>
                  </a:moveTo>
                  <a:cubicBezTo>
                    <a:pt x="1560" y="1002"/>
                    <a:pt x="1555" y="1006"/>
                    <a:pt x="1537" y="1044"/>
                  </a:cubicBezTo>
                  <a:cubicBezTo>
                    <a:pt x="1576" y="1059"/>
                    <a:pt x="1593" y="1044"/>
                    <a:pt x="1588" y="1002"/>
                  </a:cubicBezTo>
                  <a:moveTo>
                    <a:pt x="1798" y="2020"/>
                  </a:moveTo>
                  <a:cubicBezTo>
                    <a:pt x="1785" y="2038"/>
                    <a:pt x="1773" y="2048"/>
                    <a:pt x="1769" y="2061"/>
                  </a:cubicBezTo>
                  <a:cubicBezTo>
                    <a:pt x="1767" y="2066"/>
                    <a:pt x="1781" y="2077"/>
                    <a:pt x="1787" y="2085"/>
                  </a:cubicBezTo>
                  <a:cubicBezTo>
                    <a:pt x="1798" y="2073"/>
                    <a:pt x="1809" y="2061"/>
                    <a:pt x="1817" y="2047"/>
                  </a:cubicBezTo>
                  <a:cubicBezTo>
                    <a:pt x="1819" y="2045"/>
                    <a:pt x="1809" y="2035"/>
                    <a:pt x="1798" y="2020"/>
                  </a:cubicBezTo>
                  <a:moveTo>
                    <a:pt x="2175" y="402"/>
                  </a:moveTo>
                  <a:cubicBezTo>
                    <a:pt x="2170" y="401"/>
                    <a:pt x="2165" y="401"/>
                    <a:pt x="2159" y="400"/>
                  </a:cubicBezTo>
                  <a:cubicBezTo>
                    <a:pt x="2153" y="416"/>
                    <a:pt x="2146" y="431"/>
                    <a:pt x="2142" y="447"/>
                  </a:cubicBezTo>
                  <a:cubicBezTo>
                    <a:pt x="2140" y="453"/>
                    <a:pt x="2146" y="465"/>
                    <a:pt x="2152" y="467"/>
                  </a:cubicBezTo>
                  <a:cubicBezTo>
                    <a:pt x="2157" y="468"/>
                    <a:pt x="2170" y="462"/>
                    <a:pt x="2171" y="457"/>
                  </a:cubicBezTo>
                  <a:cubicBezTo>
                    <a:pt x="2175" y="439"/>
                    <a:pt x="2174" y="421"/>
                    <a:pt x="2175" y="402"/>
                  </a:cubicBezTo>
                  <a:moveTo>
                    <a:pt x="1764" y="1381"/>
                  </a:moveTo>
                  <a:cubicBezTo>
                    <a:pt x="1780" y="1350"/>
                    <a:pt x="1762" y="1340"/>
                    <a:pt x="1741" y="1335"/>
                  </a:cubicBezTo>
                  <a:cubicBezTo>
                    <a:pt x="1733" y="1333"/>
                    <a:pt x="1724" y="1339"/>
                    <a:pt x="1716" y="1341"/>
                  </a:cubicBezTo>
                  <a:cubicBezTo>
                    <a:pt x="1719" y="1348"/>
                    <a:pt x="1720" y="1359"/>
                    <a:pt x="1726" y="1363"/>
                  </a:cubicBezTo>
                  <a:cubicBezTo>
                    <a:pt x="1737" y="1371"/>
                    <a:pt x="1751" y="1375"/>
                    <a:pt x="1764" y="1381"/>
                  </a:cubicBezTo>
                  <a:moveTo>
                    <a:pt x="2160" y="641"/>
                  </a:moveTo>
                  <a:cubicBezTo>
                    <a:pt x="2167" y="648"/>
                    <a:pt x="2177" y="660"/>
                    <a:pt x="2185" y="670"/>
                  </a:cubicBezTo>
                  <a:cubicBezTo>
                    <a:pt x="2202" y="661"/>
                    <a:pt x="2218" y="651"/>
                    <a:pt x="2236" y="641"/>
                  </a:cubicBezTo>
                  <a:cubicBezTo>
                    <a:pt x="2233" y="636"/>
                    <a:pt x="2229" y="629"/>
                    <a:pt x="2227" y="626"/>
                  </a:cubicBezTo>
                  <a:cubicBezTo>
                    <a:pt x="2202" y="631"/>
                    <a:pt x="2179" y="636"/>
                    <a:pt x="2160" y="641"/>
                  </a:cubicBezTo>
                  <a:moveTo>
                    <a:pt x="2104" y="2895"/>
                  </a:moveTo>
                  <a:cubicBezTo>
                    <a:pt x="2108" y="2895"/>
                    <a:pt x="2111" y="2895"/>
                    <a:pt x="2115" y="2895"/>
                  </a:cubicBezTo>
                  <a:cubicBezTo>
                    <a:pt x="2117" y="2880"/>
                    <a:pt x="2119" y="2865"/>
                    <a:pt x="2120" y="2850"/>
                  </a:cubicBezTo>
                  <a:cubicBezTo>
                    <a:pt x="2109" y="2850"/>
                    <a:pt x="2093" y="2845"/>
                    <a:pt x="2089" y="2850"/>
                  </a:cubicBezTo>
                  <a:cubicBezTo>
                    <a:pt x="2065" y="2875"/>
                    <a:pt x="2105" y="2877"/>
                    <a:pt x="2104" y="2895"/>
                  </a:cubicBezTo>
                  <a:moveTo>
                    <a:pt x="1671" y="197"/>
                  </a:moveTo>
                  <a:cubicBezTo>
                    <a:pt x="1671" y="201"/>
                    <a:pt x="1671" y="205"/>
                    <a:pt x="1670" y="209"/>
                  </a:cubicBezTo>
                  <a:lnTo>
                    <a:pt x="1732" y="215"/>
                  </a:lnTo>
                  <a:cubicBezTo>
                    <a:pt x="1733" y="211"/>
                    <a:pt x="1733" y="207"/>
                    <a:pt x="1734" y="203"/>
                  </a:cubicBezTo>
                  <a:cubicBezTo>
                    <a:pt x="1715" y="177"/>
                    <a:pt x="1693" y="187"/>
                    <a:pt x="1671" y="197"/>
                  </a:cubicBezTo>
                  <a:moveTo>
                    <a:pt x="2611" y="2047"/>
                  </a:moveTo>
                  <a:cubicBezTo>
                    <a:pt x="2613" y="2090"/>
                    <a:pt x="2650" y="2069"/>
                    <a:pt x="2669" y="2087"/>
                  </a:cubicBezTo>
                  <a:lnTo>
                    <a:pt x="2669" y="2055"/>
                  </a:lnTo>
                  <a:cubicBezTo>
                    <a:pt x="2650" y="2052"/>
                    <a:pt x="2632" y="2050"/>
                    <a:pt x="2611" y="2047"/>
                  </a:cubicBezTo>
                  <a:moveTo>
                    <a:pt x="2217" y="185"/>
                  </a:moveTo>
                  <a:cubicBezTo>
                    <a:pt x="2204" y="175"/>
                    <a:pt x="2192" y="164"/>
                    <a:pt x="2191" y="165"/>
                  </a:cubicBezTo>
                  <a:cubicBezTo>
                    <a:pt x="2180" y="174"/>
                    <a:pt x="2171" y="185"/>
                    <a:pt x="2162" y="195"/>
                  </a:cubicBezTo>
                  <a:cubicBezTo>
                    <a:pt x="2167" y="200"/>
                    <a:pt x="2175" y="210"/>
                    <a:pt x="2179" y="209"/>
                  </a:cubicBezTo>
                  <a:cubicBezTo>
                    <a:pt x="2190" y="204"/>
                    <a:pt x="2200" y="196"/>
                    <a:pt x="2217" y="185"/>
                  </a:cubicBezTo>
                  <a:moveTo>
                    <a:pt x="2374" y="1274"/>
                  </a:moveTo>
                  <a:cubicBezTo>
                    <a:pt x="2377" y="1276"/>
                    <a:pt x="2380" y="1278"/>
                    <a:pt x="2383" y="1279"/>
                  </a:cubicBezTo>
                  <a:cubicBezTo>
                    <a:pt x="2399" y="1261"/>
                    <a:pt x="2415" y="1242"/>
                    <a:pt x="2430" y="1224"/>
                  </a:cubicBezTo>
                  <a:cubicBezTo>
                    <a:pt x="2428" y="1222"/>
                    <a:pt x="2426" y="1221"/>
                    <a:pt x="2424" y="1219"/>
                  </a:cubicBezTo>
                  <a:cubicBezTo>
                    <a:pt x="2407" y="1229"/>
                    <a:pt x="2390" y="1239"/>
                    <a:pt x="2371" y="1250"/>
                  </a:cubicBezTo>
                  <a:cubicBezTo>
                    <a:pt x="2372" y="1256"/>
                    <a:pt x="2373" y="1265"/>
                    <a:pt x="2374" y="1274"/>
                  </a:cubicBezTo>
                  <a:moveTo>
                    <a:pt x="2330" y="2920"/>
                  </a:moveTo>
                  <a:cubicBezTo>
                    <a:pt x="2332" y="2921"/>
                    <a:pt x="2334" y="2923"/>
                    <a:pt x="2336" y="2924"/>
                  </a:cubicBezTo>
                  <a:cubicBezTo>
                    <a:pt x="2345" y="2918"/>
                    <a:pt x="2355" y="2913"/>
                    <a:pt x="2361" y="2905"/>
                  </a:cubicBezTo>
                  <a:cubicBezTo>
                    <a:pt x="2366" y="2898"/>
                    <a:pt x="2366" y="2887"/>
                    <a:pt x="2365" y="2878"/>
                  </a:cubicBezTo>
                  <a:cubicBezTo>
                    <a:pt x="2365" y="2876"/>
                    <a:pt x="2352" y="2870"/>
                    <a:pt x="2351" y="2872"/>
                  </a:cubicBezTo>
                  <a:cubicBezTo>
                    <a:pt x="2345" y="2878"/>
                    <a:pt x="2340" y="2886"/>
                    <a:pt x="2337" y="2894"/>
                  </a:cubicBezTo>
                  <a:cubicBezTo>
                    <a:pt x="2334" y="2902"/>
                    <a:pt x="2333" y="2911"/>
                    <a:pt x="2330" y="2920"/>
                  </a:cubicBezTo>
                  <a:moveTo>
                    <a:pt x="2422" y="2834"/>
                  </a:moveTo>
                  <a:cubicBezTo>
                    <a:pt x="2403" y="2830"/>
                    <a:pt x="2387" y="2826"/>
                    <a:pt x="2372" y="2822"/>
                  </a:cubicBezTo>
                  <a:cubicBezTo>
                    <a:pt x="2359" y="2818"/>
                    <a:pt x="2344" y="2795"/>
                    <a:pt x="2338" y="2821"/>
                  </a:cubicBezTo>
                  <a:cubicBezTo>
                    <a:pt x="2364" y="2833"/>
                    <a:pt x="2388" y="2844"/>
                    <a:pt x="2412" y="2855"/>
                  </a:cubicBezTo>
                  <a:cubicBezTo>
                    <a:pt x="2415" y="2850"/>
                    <a:pt x="2418" y="2843"/>
                    <a:pt x="2422" y="2834"/>
                  </a:cubicBezTo>
                  <a:moveTo>
                    <a:pt x="2007" y="2406"/>
                  </a:moveTo>
                  <a:cubicBezTo>
                    <a:pt x="1970" y="2381"/>
                    <a:pt x="1962" y="2408"/>
                    <a:pt x="1947" y="2421"/>
                  </a:cubicBezTo>
                  <a:cubicBezTo>
                    <a:pt x="1955" y="2428"/>
                    <a:pt x="1962" y="2433"/>
                    <a:pt x="1969" y="2438"/>
                  </a:cubicBezTo>
                  <a:cubicBezTo>
                    <a:pt x="1975" y="2431"/>
                    <a:pt x="1979" y="2425"/>
                    <a:pt x="1985" y="2420"/>
                  </a:cubicBezTo>
                  <a:cubicBezTo>
                    <a:pt x="1990" y="2415"/>
                    <a:pt x="1997" y="2411"/>
                    <a:pt x="2007" y="2406"/>
                  </a:cubicBezTo>
                  <a:moveTo>
                    <a:pt x="2093" y="731"/>
                  </a:moveTo>
                  <a:cubicBezTo>
                    <a:pt x="2119" y="747"/>
                    <a:pt x="2135" y="730"/>
                    <a:pt x="2137" y="679"/>
                  </a:cubicBezTo>
                  <a:cubicBezTo>
                    <a:pt x="2121" y="698"/>
                    <a:pt x="2107" y="714"/>
                    <a:pt x="2093" y="731"/>
                  </a:cubicBezTo>
                  <a:moveTo>
                    <a:pt x="1618" y="1065"/>
                  </a:moveTo>
                  <a:cubicBezTo>
                    <a:pt x="1638" y="1067"/>
                    <a:pt x="1654" y="1069"/>
                    <a:pt x="1669" y="1071"/>
                  </a:cubicBezTo>
                  <a:lnTo>
                    <a:pt x="1670" y="1062"/>
                  </a:lnTo>
                  <a:cubicBezTo>
                    <a:pt x="1660" y="1053"/>
                    <a:pt x="1649" y="1044"/>
                    <a:pt x="1637" y="1033"/>
                  </a:cubicBezTo>
                  <a:cubicBezTo>
                    <a:pt x="1631" y="1044"/>
                    <a:pt x="1626" y="1052"/>
                    <a:pt x="1618" y="1065"/>
                  </a:cubicBezTo>
                  <a:moveTo>
                    <a:pt x="2283" y="628"/>
                  </a:moveTo>
                  <a:cubicBezTo>
                    <a:pt x="2289" y="629"/>
                    <a:pt x="2295" y="631"/>
                    <a:pt x="2301" y="632"/>
                  </a:cubicBezTo>
                  <a:cubicBezTo>
                    <a:pt x="2305" y="618"/>
                    <a:pt x="2309" y="603"/>
                    <a:pt x="2313" y="588"/>
                  </a:cubicBezTo>
                  <a:cubicBezTo>
                    <a:pt x="2306" y="588"/>
                    <a:pt x="2294" y="586"/>
                    <a:pt x="2294" y="587"/>
                  </a:cubicBezTo>
                  <a:cubicBezTo>
                    <a:pt x="2289" y="600"/>
                    <a:pt x="2287" y="614"/>
                    <a:pt x="2283" y="628"/>
                  </a:cubicBezTo>
                  <a:moveTo>
                    <a:pt x="2231" y="1651"/>
                  </a:moveTo>
                  <a:cubicBezTo>
                    <a:pt x="2229" y="1654"/>
                    <a:pt x="2227" y="1656"/>
                    <a:pt x="2224" y="1659"/>
                  </a:cubicBezTo>
                  <a:cubicBezTo>
                    <a:pt x="2225" y="1671"/>
                    <a:pt x="2226" y="1684"/>
                    <a:pt x="2228" y="1707"/>
                  </a:cubicBezTo>
                  <a:cubicBezTo>
                    <a:pt x="2242" y="1691"/>
                    <a:pt x="2250" y="1682"/>
                    <a:pt x="2258" y="1673"/>
                  </a:cubicBezTo>
                  <a:cubicBezTo>
                    <a:pt x="2249" y="1666"/>
                    <a:pt x="2240" y="1658"/>
                    <a:pt x="2231" y="1651"/>
                  </a:cubicBezTo>
                  <a:moveTo>
                    <a:pt x="2100" y="3526"/>
                  </a:moveTo>
                  <a:cubicBezTo>
                    <a:pt x="2103" y="3527"/>
                    <a:pt x="2105" y="3528"/>
                    <a:pt x="2108" y="3529"/>
                  </a:cubicBezTo>
                  <a:cubicBezTo>
                    <a:pt x="2124" y="3492"/>
                    <a:pt x="2139" y="3454"/>
                    <a:pt x="2155" y="3417"/>
                  </a:cubicBezTo>
                  <a:cubicBezTo>
                    <a:pt x="2152" y="3416"/>
                    <a:pt x="2150" y="3415"/>
                    <a:pt x="2147" y="3414"/>
                  </a:cubicBezTo>
                  <a:cubicBezTo>
                    <a:pt x="2132" y="3451"/>
                    <a:pt x="2116" y="3489"/>
                    <a:pt x="2100" y="3526"/>
                  </a:cubicBezTo>
                  <a:moveTo>
                    <a:pt x="1860" y="3309"/>
                  </a:moveTo>
                  <a:cubicBezTo>
                    <a:pt x="1878" y="3320"/>
                    <a:pt x="1893" y="3328"/>
                    <a:pt x="1912" y="3340"/>
                  </a:cubicBezTo>
                  <a:cubicBezTo>
                    <a:pt x="1903" y="3321"/>
                    <a:pt x="1896" y="3307"/>
                    <a:pt x="1888" y="3292"/>
                  </a:cubicBezTo>
                  <a:cubicBezTo>
                    <a:pt x="1877" y="3298"/>
                    <a:pt x="1869" y="3304"/>
                    <a:pt x="1860" y="33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1342365" y="1931510"/>
              <a:ext cx="198000" cy="226800"/>
            </a:xfrm>
            <a:custGeom>
              <a:avLst/>
              <a:gdLst/>
              <a:ahLst/>
              <a:cxnLst/>
              <a:rect l="l" t="t" r="r" b="b"/>
              <a:pathLst>
                <a:path w="550" h="630" extrusionOk="0">
                  <a:moveTo>
                    <a:pt x="467" y="505"/>
                  </a:moveTo>
                  <a:cubicBezTo>
                    <a:pt x="490" y="557"/>
                    <a:pt x="469" y="605"/>
                    <a:pt x="416" y="625"/>
                  </a:cubicBezTo>
                  <a:cubicBezTo>
                    <a:pt x="370" y="642"/>
                    <a:pt x="325" y="620"/>
                    <a:pt x="307" y="572"/>
                  </a:cubicBezTo>
                  <a:cubicBezTo>
                    <a:pt x="305" y="566"/>
                    <a:pt x="300" y="559"/>
                    <a:pt x="294" y="557"/>
                  </a:cubicBezTo>
                  <a:cubicBezTo>
                    <a:pt x="254" y="540"/>
                    <a:pt x="246" y="508"/>
                    <a:pt x="249" y="468"/>
                  </a:cubicBezTo>
                  <a:cubicBezTo>
                    <a:pt x="250" y="460"/>
                    <a:pt x="248" y="445"/>
                    <a:pt x="244" y="444"/>
                  </a:cubicBezTo>
                  <a:cubicBezTo>
                    <a:pt x="200" y="429"/>
                    <a:pt x="193" y="394"/>
                    <a:pt x="196" y="354"/>
                  </a:cubicBezTo>
                  <a:cubicBezTo>
                    <a:pt x="150" y="349"/>
                    <a:pt x="100" y="353"/>
                    <a:pt x="75" y="309"/>
                  </a:cubicBezTo>
                  <a:cubicBezTo>
                    <a:pt x="56" y="276"/>
                    <a:pt x="65" y="241"/>
                    <a:pt x="97" y="221"/>
                  </a:cubicBezTo>
                  <a:cubicBezTo>
                    <a:pt x="75" y="207"/>
                    <a:pt x="48" y="198"/>
                    <a:pt x="31" y="180"/>
                  </a:cubicBezTo>
                  <a:cubicBezTo>
                    <a:pt x="1" y="144"/>
                    <a:pt x="61" y="144"/>
                    <a:pt x="60" y="116"/>
                  </a:cubicBezTo>
                  <a:cubicBezTo>
                    <a:pt x="30" y="124"/>
                    <a:pt x="11" y="111"/>
                    <a:pt x="3" y="83"/>
                  </a:cubicBezTo>
                  <a:cubicBezTo>
                    <a:pt x="-6" y="57"/>
                    <a:pt x="8" y="19"/>
                    <a:pt x="31" y="6"/>
                  </a:cubicBezTo>
                  <a:cubicBezTo>
                    <a:pt x="53" y="-7"/>
                    <a:pt x="94" y="3"/>
                    <a:pt x="118" y="26"/>
                  </a:cubicBezTo>
                  <a:cubicBezTo>
                    <a:pt x="141" y="50"/>
                    <a:pt x="136" y="74"/>
                    <a:pt x="121" y="100"/>
                  </a:cubicBezTo>
                  <a:cubicBezTo>
                    <a:pt x="189" y="130"/>
                    <a:pt x="196" y="145"/>
                    <a:pt x="163" y="199"/>
                  </a:cubicBezTo>
                  <a:cubicBezTo>
                    <a:pt x="179" y="212"/>
                    <a:pt x="190" y="209"/>
                    <a:pt x="202" y="192"/>
                  </a:cubicBezTo>
                  <a:cubicBezTo>
                    <a:pt x="235" y="149"/>
                    <a:pt x="293" y="144"/>
                    <a:pt x="335" y="179"/>
                  </a:cubicBezTo>
                  <a:cubicBezTo>
                    <a:pt x="356" y="198"/>
                    <a:pt x="360" y="224"/>
                    <a:pt x="342" y="256"/>
                  </a:cubicBezTo>
                  <a:cubicBezTo>
                    <a:pt x="336" y="268"/>
                    <a:pt x="327" y="277"/>
                    <a:pt x="321" y="295"/>
                  </a:cubicBezTo>
                  <a:cubicBezTo>
                    <a:pt x="328" y="292"/>
                    <a:pt x="337" y="292"/>
                    <a:pt x="342" y="287"/>
                  </a:cubicBezTo>
                  <a:cubicBezTo>
                    <a:pt x="350" y="280"/>
                    <a:pt x="355" y="271"/>
                    <a:pt x="361" y="262"/>
                  </a:cubicBezTo>
                  <a:cubicBezTo>
                    <a:pt x="376" y="235"/>
                    <a:pt x="400" y="218"/>
                    <a:pt x="430" y="222"/>
                  </a:cubicBezTo>
                  <a:cubicBezTo>
                    <a:pt x="462" y="225"/>
                    <a:pt x="481" y="249"/>
                    <a:pt x="486" y="278"/>
                  </a:cubicBezTo>
                  <a:cubicBezTo>
                    <a:pt x="491" y="303"/>
                    <a:pt x="500" y="319"/>
                    <a:pt x="522" y="333"/>
                  </a:cubicBezTo>
                  <a:cubicBezTo>
                    <a:pt x="536" y="342"/>
                    <a:pt x="546" y="365"/>
                    <a:pt x="549" y="382"/>
                  </a:cubicBezTo>
                  <a:cubicBezTo>
                    <a:pt x="556" y="436"/>
                    <a:pt x="520" y="488"/>
                    <a:pt x="467" y="506"/>
                  </a:cubicBezTo>
                  <a:lnTo>
                    <a:pt x="467" y="505"/>
                  </a:lnTo>
                  <a:moveTo>
                    <a:pt x="512" y="383"/>
                  </a:moveTo>
                  <a:cubicBezTo>
                    <a:pt x="503" y="377"/>
                    <a:pt x="491" y="361"/>
                    <a:pt x="479" y="361"/>
                  </a:cubicBezTo>
                  <a:cubicBezTo>
                    <a:pt x="454" y="360"/>
                    <a:pt x="411" y="410"/>
                    <a:pt x="412" y="436"/>
                  </a:cubicBezTo>
                  <a:cubicBezTo>
                    <a:pt x="413" y="442"/>
                    <a:pt x="420" y="451"/>
                    <a:pt x="426" y="454"/>
                  </a:cubicBezTo>
                  <a:cubicBezTo>
                    <a:pt x="477" y="476"/>
                    <a:pt x="498" y="450"/>
                    <a:pt x="512" y="383"/>
                  </a:cubicBezTo>
                  <a:moveTo>
                    <a:pt x="329" y="357"/>
                  </a:moveTo>
                  <a:cubicBezTo>
                    <a:pt x="323" y="352"/>
                    <a:pt x="305" y="332"/>
                    <a:pt x="301" y="334"/>
                  </a:cubicBezTo>
                  <a:cubicBezTo>
                    <a:pt x="280" y="347"/>
                    <a:pt x="263" y="366"/>
                    <a:pt x="245" y="382"/>
                  </a:cubicBezTo>
                  <a:cubicBezTo>
                    <a:pt x="262" y="396"/>
                    <a:pt x="276" y="413"/>
                    <a:pt x="295" y="422"/>
                  </a:cubicBezTo>
                  <a:cubicBezTo>
                    <a:pt x="310" y="429"/>
                    <a:pt x="329" y="398"/>
                    <a:pt x="329" y="357"/>
                  </a:cubicBezTo>
                  <a:moveTo>
                    <a:pt x="180" y="314"/>
                  </a:moveTo>
                  <a:cubicBezTo>
                    <a:pt x="187" y="310"/>
                    <a:pt x="202" y="305"/>
                    <a:pt x="207" y="295"/>
                  </a:cubicBezTo>
                  <a:cubicBezTo>
                    <a:pt x="210" y="290"/>
                    <a:pt x="197" y="275"/>
                    <a:pt x="191" y="266"/>
                  </a:cubicBezTo>
                  <a:cubicBezTo>
                    <a:pt x="189" y="261"/>
                    <a:pt x="185" y="255"/>
                    <a:pt x="181" y="255"/>
                  </a:cubicBezTo>
                  <a:cubicBezTo>
                    <a:pt x="164" y="253"/>
                    <a:pt x="146" y="249"/>
                    <a:pt x="130" y="254"/>
                  </a:cubicBezTo>
                  <a:cubicBezTo>
                    <a:pt x="122" y="256"/>
                    <a:pt x="110" y="277"/>
                    <a:pt x="113" y="282"/>
                  </a:cubicBezTo>
                  <a:cubicBezTo>
                    <a:pt x="118" y="293"/>
                    <a:pt x="133" y="301"/>
                    <a:pt x="145" y="307"/>
                  </a:cubicBezTo>
                  <a:cubicBezTo>
                    <a:pt x="153" y="312"/>
                    <a:pt x="163" y="311"/>
                    <a:pt x="180" y="314"/>
                  </a:cubicBezTo>
                  <a:moveTo>
                    <a:pt x="353" y="587"/>
                  </a:moveTo>
                  <a:cubicBezTo>
                    <a:pt x="356" y="591"/>
                    <a:pt x="360" y="604"/>
                    <a:pt x="368" y="605"/>
                  </a:cubicBezTo>
                  <a:cubicBezTo>
                    <a:pt x="379" y="607"/>
                    <a:pt x="394" y="604"/>
                    <a:pt x="403" y="598"/>
                  </a:cubicBezTo>
                  <a:cubicBezTo>
                    <a:pt x="415" y="589"/>
                    <a:pt x="422" y="575"/>
                    <a:pt x="431" y="563"/>
                  </a:cubicBezTo>
                  <a:cubicBezTo>
                    <a:pt x="446" y="543"/>
                    <a:pt x="436" y="532"/>
                    <a:pt x="416" y="528"/>
                  </a:cubicBezTo>
                  <a:cubicBezTo>
                    <a:pt x="392" y="522"/>
                    <a:pt x="353" y="555"/>
                    <a:pt x="353" y="587"/>
                  </a:cubicBezTo>
                  <a:moveTo>
                    <a:pt x="394" y="361"/>
                  </a:moveTo>
                  <a:cubicBezTo>
                    <a:pt x="416" y="344"/>
                    <a:pt x="432" y="336"/>
                    <a:pt x="440" y="323"/>
                  </a:cubicBezTo>
                  <a:cubicBezTo>
                    <a:pt x="447" y="314"/>
                    <a:pt x="448" y="297"/>
                    <a:pt x="445" y="286"/>
                  </a:cubicBezTo>
                  <a:cubicBezTo>
                    <a:pt x="443" y="277"/>
                    <a:pt x="428" y="263"/>
                    <a:pt x="422" y="265"/>
                  </a:cubicBezTo>
                  <a:cubicBezTo>
                    <a:pt x="411" y="267"/>
                    <a:pt x="397" y="279"/>
                    <a:pt x="395" y="288"/>
                  </a:cubicBezTo>
                  <a:cubicBezTo>
                    <a:pt x="391" y="310"/>
                    <a:pt x="394" y="333"/>
                    <a:pt x="394" y="362"/>
                  </a:cubicBezTo>
                  <a:lnTo>
                    <a:pt x="394" y="361"/>
                  </a:lnTo>
                  <a:moveTo>
                    <a:pt x="340" y="449"/>
                  </a:moveTo>
                  <a:cubicBezTo>
                    <a:pt x="321" y="466"/>
                    <a:pt x="275" y="459"/>
                    <a:pt x="293" y="504"/>
                  </a:cubicBezTo>
                  <a:cubicBezTo>
                    <a:pt x="301" y="523"/>
                    <a:pt x="319" y="526"/>
                    <a:pt x="337" y="515"/>
                  </a:cubicBezTo>
                  <a:cubicBezTo>
                    <a:pt x="359" y="501"/>
                    <a:pt x="361" y="474"/>
                    <a:pt x="340" y="449"/>
                  </a:cubicBezTo>
                  <a:moveTo>
                    <a:pt x="232" y="227"/>
                  </a:moveTo>
                  <a:cubicBezTo>
                    <a:pt x="244" y="236"/>
                    <a:pt x="254" y="246"/>
                    <a:pt x="266" y="252"/>
                  </a:cubicBezTo>
                  <a:cubicBezTo>
                    <a:pt x="275" y="255"/>
                    <a:pt x="290" y="256"/>
                    <a:pt x="295" y="251"/>
                  </a:cubicBezTo>
                  <a:cubicBezTo>
                    <a:pt x="303" y="243"/>
                    <a:pt x="309" y="229"/>
                    <a:pt x="310" y="218"/>
                  </a:cubicBezTo>
                  <a:cubicBezTo>
                    <a:pt x="310" y="212"/>
                    <a:pt x="294" y="204"/>
                    <a:pt x="285" y="201"/>
                  </a:cubicBezTo>
                  <a:cubicBezTo>
                    <a:pt x="263" y="195"/>
                    <a:pt x="244" y="197"/>
                    <a:pt x="232" y="227"/>
                  </a:cubicBezTo>
                  <a:moveTo>
                    <a:pt x="140" y="165"/>
                  </a:moveTo>
                  <a:cubicBezTo>
                    <a:pt x="139" y="161"/>
                    <a:pt x="138" y="157"/>
                    <a:pt x="137" y="153"/>
                  </a:cubicBezTo>
                  <a:cubicBezTo>
                    <a:pt x="103" y="139"/>
                    <a:pt x="98" y="140"/>
                    <a:pt x="85" y="176"/>
                  </a:cubicBezTo>
                  <a:cubicBezTo>
                    <a:pt x="106" y="172"/>
                    <a:pt x="123" y="169"/>
                    <a:pt x="140" y="165"/>
                  </a:cubicBezTo>
                  <a:moveTo>
                    <a:pt x="57" y="40"/>
                  </a:moveTo>
                  <a:cubicBezTo>
                    <a:pt x="53" y="42"/>
                    <a:pt x="50" y="45"/>
                    <a:pt x="46" y="47"/>
                  </a:cubicBezTo>
                  <a:cubicBezTo>
                    <a:pt x="50" y="56"/>
                    <a:pt x="52" y="71"/>
                    <a:pt x="59" y="73"/>
                  </a:cubicBezTo>
                  <a:cubicBezTo>
                    <a:pt x="69" y="76"/>
                    <a:pt x="81" y="72"/>
                    <a:pt x="93" y="70"/>
                  </a:cubicBezTo>
                  <a:cubicBezTo>
                    <a:pt x="93" y="66"/>
                    <a:pt x="94" y="63"/>
                    <a:pt x="94" y="59"/>
                  </a:cubicBezTo>
                  <a:lnTo>
                    <a:pt x="57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1412565" y="1720910"/>
              <a:ext cx="49320" cy="50400"/>
            </a:xfrm>
            <a:custGeom>
              <a:avLst/>
              <a:gdLst/>
              <a:ahLst/>
              <a:cxnLst/>
              <a:rect l="l" t="t" r="r" b="b"/>
              <a:pathLst>
                <a:path w="137" h="140" extrusionOk="0">
                  <a:moveTo>
                    <a:pt x="133" y="86"/>
                  </a:moveTo>
                  <a:cubicBezTo>
                    <a:pt x="130" y="93"/>
                    <a:pt x="126" y="101"/>
                    <a:pt x="123" y="108"/>
                  </a:cubicBezTo>
                  <a:cubicBezTo>
                    <a:pt x="73" y="149"/>
                    <a:pt x="42" y="151"/>
                    <a:pt x="14" y="115"/>
                  </a:cubicBezTo>
                  <a:cubicBezTo>
                    <a:pt x="-1" y="95"/>
                    <a:pt x="-10" y="73"/>
                    <a:pt x="18" y="54"/>
                  </a:cubicBezTo>
                  <a:cubicBezTo>
                    <a:pt x="24" y="51"/>
                    <a:pt x="27" y="42"/>
                    <a:pt x="30" y="36"/>
                  </a:cubicBezTo>
                  <a:cubicBezTo>
                    <a:pt x="47" y="5"/>
                    <a:pt x="69" y="-5"/>
                    <a:pt x="97" y="3"/>
                  </a:cubicBezTo>
                  <a:cubicBezTo>
                    <a:pt x="124" y="12"/>
                    <a:pt x="140" y="39"/>
                    <a:pt x="136" y="70"/>
                  </a:cubicBezTo>
                  <a:cubicBezTo>
                    <a:pt x="135" y="75"/>
                    <a:pt x="134" y="81"/>
                    <a:pt x="133" y="86"/>
                  </a:cubicBezTo>
                  <a:moveTo>
                    <a:pt x="52" y="96"/>
                  </a:moveTo>
                  <a:cubicBezTo>
                    <a:pt x="56" y="99"/>
                    <a:pt x="60" y="102"/>
                    <a:pt x="64" y="104"/>
                  </a:cubicBezTo>
                  <a:cubicBezTo>
                    <a:pt x="74" y="91"/>
                    <a:pt x="85" y="79"/>
                    <a:pt x="93" y="64"/>
                  </a:cubicBezTo>
                  <a:cubicBezTo>
                    <a:pt x="96" y="60"/>
                    <a:pt x="87" y="50"/>
                    <a:pt x="84" y="43"/>
                  </a:cubicBezTo>
                  <a:cubicBezTo>
                    <a:pt x="78" y="47"/>
                    <a:pt x="70" y="50"/>
                    <a:pt x="68" y="55"/>
                  </a:cubicBezTo>
                  <a:cubicBezTo>
                    <a:pt x="61" y="68"/>
                    <a:pt x="57" y="82"/>
                    <a:pt x="52" y="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5400" rIns="90000" bIns="5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73" name="Google Shape;173;p1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74" name="Google Shape;174;p17"/>
          <p:cNvGrpSpPr/>
          <p:nvPr/>
        </p:nvGrpSpPr>
        <p:grpSpPr>
          <a:xfrm flipH="1">
            <a:off x="-767833" y="-516198"/>
            <a:ext cx="10259599" cy="8652148"/>
            <a:chOff x="-335700" y="-516198"/>
            <a:chExt cx="10259599" cy="8652148"/>
          </a:xfrm>
        </p:grpSpPr>
        <p:pic>
          <p:nvPicPr>
            <p:cNvPr id="175" name="Google Shape;175;p17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7337449" y="-516198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176" name="Google Shape;176;p17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title"/>
          </p:nvPr>
        </p:nvSpPr>
        <p:spPr>
          <a:xfrm>
            <a:off x="713225" y="539500"/>
            <a:ext cx="7717500" cy="5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type="subTitle" idx="1"/>
          </p:nvPr>
        </p:nvSpPr>
        <p:spPr>
          <a:xfrm>
            <a:off x="1081850" y="1802175"/>
            <a:ext cx="3284700" cy="10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type="subTitle" idx="2"/>
          </p:nvPr>
        </p:nvSpPr>
        <p:spPr>
          <a:xfrm>
            <a:off x="2929650" y="3544400"/>
            <a:ext cx="3284700" cy="10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18"/>
          <p:cNvSpPr txBox="1"/>
          <p:nvPr>
            <p:ph type="subTitle" idx="3"/>
          </p:nvPr>
        </p:nvSpPr>
        <p:spPr>
          <a:xfrm>
            <a:off x="4777450" y="1802238"/>
            <a:ext cx="3284700" cy="10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type="subTitle" idx="4"/>
          </p:nvPr>
        </p:nvSpPr>
        <p:spPr>
          <a:xfrm>
            <a:off x="1081850" y="1341200"/>
            <a:ext cx="3284700" cy="4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type="subTitle" idx="5"/>
          </p:nvPr>
        </p:nvSpPr>
        <p:spPr>
          <a:xfrm>
            <a:off x="2929650" y="3083325"/>
            <a:ext cx="3284700" cy="4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type="subTitle" idx="6"/>
          </p:nvPr>
        </p:nvSpPr>
        <p:spPr>
          <a:xfrm>
            <a:off x="4777450" y="1341175"/>
            <a:ext cx="3284700" cy="4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85" name="Google Shape;185;p18"/>
          <p:cNvGrpSpPr/>
          <p:nvPr/>
        </p:nvGrpSpPr>
        <p:grpSpPr>
          <a:xfrm>
            <a:off x="-335700" y="1"/>
            <a:ext cx="9494223" cy="8135949"/>
            <a:chOff x="-335700" y="1"/>
            <a:chExt cx="9494223" cy="8135949"/>
          </a:xfrm>
        </p:grpSpPr>
        <p:pic>
          <p:nvPicPr>
            <p:cNvPr id="186" name="Google Shape;186;p18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 rot="5400000">
              <a:off x="7337449" y="765377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187" name="Google Shape;187;p18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694126" y="57218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sp>
        <p:nvSpPr>
          <p:cNvPr id="188" name="Google Shape;188;p18"/>
          <p:cNvSpPr/>
          <p:nvPr/>
        </p:nvSpPr>
        <p:spPr>
          <a:xfrm rot="-2540861">
            <a:off x="15028" y="214063"/>
            <a:ext cx="1036605" cy="727902"/>
          </a:xfrm>
          <a:custGeom>
            <a:avLst/>
            <a:gdLst/>
            <a:ahLst/>
            <a:cxnLst/>
            <a:rect l="l" t="t" r="r" b="b"/>
            <a:pathLst>
              <a:path w="4029" h="2829" extrusionOk="0">
                <a:moveTo>
                  <a:pt x="4029" y="1244"/>
                </a:moveTo>
                <a:cubicBezTo>
                  <a:pt x="4023" y="1209"/>
                  <a:pt x="4009" y="1176"/>
                  <a:pt x="4003" y="1141"/>
                </a:cubicBezTo>
                <a:cubicBezTo>
                  <a:pt x="3975" y="990"/>
                  <a:pt x="3880" y="889"/>
                  <a:pt x="3737" y="865"/>
                </a:cubicBezTo>
                <a:cubicBezTo>
                  <a:pt x="3703" y="859"/>
                  <a:pt x="3668" y="858"/>
                  <a:pt x="3633" y="855"/>
                </a:cubicBezTo>
                <a:cubicBezTo>
                  <a:pt x="3553" y="847"/>
                  <a:pt x="3481" y="819"/>
                  <a:pt x="3421" y="762"/>
                </a:cubicBezTo>
                <a:cubicBezTo>
                  <a:pt x="3392" y="735"/>
                  <a:pt x="3380" y="694"/>
                  <a:pt x="3386" y="655"/>
                </a:cubicBezTo>
                <a:cubicBezTo>
                  <a:pt x="3388" y="639"/>
                  <a:pt x="3391" y="622"/>
                  <a:pt x="3394" y="606"/>
                </a:cubicBezTo>
                <a:cubicBezTo>
                  <a:pt x="3409" y="526"/>
                  <a:pt x="3379" y="457"/>
                  <a:pt x="3304" y="427"/>
                </a:cubicBezTo>
                <a:cubicBezTo>
                  <a:pt x="3241" y="401"/>
                  <a:pt x="3175" y="379"/>
                  <a:pt x="3108" y="366"/>
                </a:cubicBezTo>
                <a:cubicBezTo>
                  <a:pt x="3021" y="349"/>
                  <a:pt x="2958" y="307"/>
                  <a:pt x="2925" y="223"/>
                </a:cubicBezTo>
                <a:cubicBezTo>
                  <a:pt x="2914" y="194"/>
                  <a:pt x="2897" y="166"/>
                  <a:pt x="2882" y="139"/>
                </a:cubicBezTo>
                <a:cubicBezTo>
                  <a:pt x="2869" y="117"/>
                  <a:pt x="2848" y="108"/>
                  <a:pt x="2823" y="115"/>
                </a:cubicBezTo>
                <a:cubicBezTo>
                  <a:pt x="2784" y="124"/>
                  <a:pt x="2745" y="134"/>
                  <a:pt x="2706" y="144"/>
                </a:cubicBezTo>
                <a:cubicBezTo>
                  <a:pt x="2664" y="155"/>
                  <a:pt x="2631" y="142"/>
                  <a:pt x="2609" y="103"/>
                </a:cubicBezTo>
                <a:cubicBezTo>
                  <a:pt x="2590" y="69"/>
                  <a:pt x="2558" y="45"/>
                  <a:pt x="2520" y="35"/>
                </a:cubicBezTo>
                <a:cubicBezTo>
                  <a:pt x="2482" y="26"/>
                  <a:pt x="2447" y="13"/>
                  <a:pt x="2409" y="7"/>
                </a:cubicBezTo>
                <a:cubicBezTo>
                  <a:pt x="2369" y="2"/>
                  <a:pt x="2325" y="-5"/>
                  <a:pt x="2287" y="5"/>
                </a:cubicBezTo>
                <a:cubicBezTo>
                  <a:pt x="2218" y="23"/>
                  <a:pt x="2153" y="53"/>
                  <a:pt x="2087" y="81"/>
                </a:cubicBezTo>
                <a:cubicBezTo>
                  <a:pt x="1969" y="129"/>
                  <a:pt x="1850" y="174"/>
                  <a:pt x="1736" y="230"/>
                </a:cubicBezTo>
                <a:cubicBezTo>
                  <a:pt x="1654" y="271"/>
                  <a:pt x="1582" y="275"/>
                  <a:pt x="1507" y="222"/>
                </a:cubicBezTo>
                <a:cubicBezTo>
                  <a:pt x="1468" y="194"/>
                  <a:pt x="1417" y="185"/>
                  <a:pt x="1370" y="198"/>
                </a:cubicBezTo>
                <a:cubicBezTo>
                  <a:pt x="1306" y="214"/>
                  <a:pt x="1249" y="246"/>
                  <a:pt x="1202" y="292"/>
                </a:cubicBezTo>
                <a:cubicBezTo>
                  <a:pt x="1137" y="356"/>
                  <a:pt x="1073" y="421"/>
                  <a:pt x="1012" y="489"/>
                </a:cubicBezTo>
                <a:cubicBezTo>
                  <a:pt x="962" y="545"/>
                  <a:pt x="910" y="593"/>
                  <a:pt x="828" y="588"/>
                </a:cubicBezTo>
                <a:cubicBezTo>
                  <a:pt x="823" y="588"/>
                  <a:pt x="819" y="590"/>
                  <a:pt x="815" y="591"/>
                </a:cubicBezTo>
                <a:cubicBezTo>
                  <a:pt x="720" y="616"/>
                  <a:pt x="662" y="685"/>
                  <a:pt x="615" y="763"/>
                </a:cubicBezTo>
                <a:cubicBezTo>
                  <a:pt x="549" y="871"/>
                  <a:pt x="507" y="991"/>
                  <a:pt x="479" y="1115"/>
                </a:cubicBezTo>
                <a:cubicBezTo>
                  <a:pt x="440" y="1289"/>
                  <a:pt x="401" y="1463"/>
                  <a:pt x="370" y="1638"/>
                </a:cubicBezTo>
                <a:cubicBezTo>
                  <a:pt x="356" y="1713"/>
                  <a:pt x="341" y="1779"/>
                  <a:pt x="272" y="1823"/>
                </a:cubicBezTo>
                <a:cubicBezTo>
                  <a:pt x="193" y="1874"/>
                  <a:pt x="119" y="1945"/>
                  <a:pt x="56" y="2019"/>
                </a:cubicBezTo>
                <a:cubicBezTo>
                  <a:pt x="20" y="2061"/>
                  <a:pt x="0" y="2115"/>
                  <a:pt x="0" y="2171"/>
                </a:cubicBezTo>
                <a:lnTo>
                  <a:pt x="0" y="2209"/>
                </a:lnTo>
                <a:cubicBezTo>
                  <a:pt x="6" y="2195"/>
                  <a:pt x="23" y="2137"/>
                  <a:pt x="33" y="2120"/>
                </a:cubicBezTo>
                <a:cubicBezTo>
                  <a:pt x="76" y="2040"/>
                  <a:pt x="153" y="1983"/>
                  <a:pt x="217" y="1918"/>
                </a:cubicBezTo>
                <a:cubicBezTo>
                  <a:pt x="256" y="1879"/>
                  <a:pt x="301" y="1847"/>
                  <a:pt x="355" y="1828"/>
                </a:cubicBezTo>
                <a:cubicBezTo>
                  <a:pt x="397" y="1814"/>
                  <a:pt x="437" y="1793"/>
                  <a:pt x="480" y="1779"/>
                </a:cubicBezTo>
                <a:cubicBezTo>
                  <a:pt x="550" y="1755"/>
                  <a:pt x="621" y="1721"/>
                  <a:pt x="694" y="1713"/>
                </a:cubicBezTo>
                <a:cubicBezTo>
                  <a:pt x="851" y="1695"/>
                  <a:pt x="1010" y="1688"/>
                  <a:pt x="1168" y="1680"/>
                </a:cubicBezTo>
                <a:cubicBezTo>
                  <a:pt x="1208" y="1678"/>
                  <a:pt x="1249" y="1684"/>
                  <a:pt x="1288" y="1694"/>
                </a:cubicBezTo>
                <a:cubicBezTo>
                  <a:pt x="1434" y="1730"/>
                  <a:pt x="1567" y="1802"/>
                  <a:pt x="1702" y="1866"/>
                </a:cubicBezTo>
                <a:cubicBezTo>
                  <a:pt x="1721" y="1874"/>
                  <a:pt x="1736" y="1891"/>
                  <a:pt x="1747" y="1900"/>
                </a:cubicBezTo>
                <a:cubicBezTo>
                  <a:pt x="1734" y="1929"/>
                  <a:pt x="1721" y="1951"/>
                  <a:pt x="1712" y="1975"/>
                </a:cubicBezTo>
                <a:cubicBezTo>
                  <a:pt x="1701" y="2002"/>
                  <a:pt x="1697" y="2032"/>
                  <a:pt x="1683" y="2057"/>
                </a:cubicBezTo>
                <a:cubicBezTo>
                  <a:pt x="1661" y="2099"/>
                  <a:pt x="1627" y="2129"/>
                  <a:pt x="1576" y="2124"/>
                </a:cubicBezTo>
                <a:cubicBezTo>
                  <a:pt x="1528" y="2119"/>
                  <a:pt x="1483" y="2126"/>
                  <a:pt x="1440" y="2148"/>
                </a:cubicBezTo>
                <a:cubicBezTo>
                  <a:pt x="1351" y="2192"/>
                  <a:pt x="1291" y="2175"/>
                  <a:pt x="1215" y="2106"/>
                </a:cubicBezTo>
                <a:cubicBezTo>
                  <a:pt x="1186" y="2080"/>
                  <a:pt x="1164" y="2044"/>
                  <a:pt x="1139" y="2013"/>
                </a:cubicBezTo>
                <a:cubicBezTo>
                  <a:pt x="1059" y="1913"/>
                  <a:pt x="961" y="1845"/>
                  <a:pt x="817" y="1853"/>
                </a:cubicBezTo>
                <a:cubicBezTo>
                  <a:pt x="755" y="1857"/>
                  <a:pt x="693" y="1850"/>
                  <a:pt x="631" y="1839"/>
                </a:cubicBezTo>
                <a:cubicBezTo>
                  <a:pt x="536" y="1822"/>
                  <a:pt x="453" y="1837"/>
                  <a:pt x="379" y="1894"/>
                </a:cubicBezTo>
                <a:cubicBezTo>
                  <a:pt x="279" y="1969"/>
                  <a:pt x="201" y="2064"/>
                  <a:pt x="149" y="2178"/>
                </a:cubicBezTo>
                <a:cubicBezTo>
                  <a:pt x="109" y="2266"/>
                  <a:pt x="73" y="2355"/>
                  <a:pt x="44" y="2447"/>
                </a:cubicBezTo>
                <a:cubicBezTo>
                  <a:pt x="17" y="2530"/>
                  <a:pt x="4" y="2618"/>
                  <a:pt x="3" y="2705"/>
                </a:cubicBezTo>
                <a:lnTo>
                  <a:pt x="2" y="2829"/>
                </a:lnTo>
                <a:cubicBezTo>
                  <a:pt x="7" y="2792"/>
                  <a:pt x="18" y="2755"/>
                  <a:pt x="26" y="2719"/>
                </a:cubicBezTo>
                <a:cubicBezTo>
                  <a:pt x="42" y="2643"/>
                  <a:pt x="57" y="2568"/>
                  <a:pt x="76" y="2493"/>
                </a:cubicBezTo>
                <a:cubicBezTo>
                  <a:pt x="91" y="2439"/>
                  <a:pt x="112" y="2386"/>
                  <a:pt x="131" y="2333"/>
                </a:cubicBezTo>
                <a:cubicBezTo>
                  <a:pt x="187" y="2172"/>
                  <a:pt x="269" y="2028"/>
                  <a:pt x="410" y="1925"/>
                </a:cubicBezTo>
                <a:cubicBezTo>
                  <a:pt x="455" y="1892"/>
                  <a:pt x="503" y="1872"/>
                  <a:pt x="559" y="1876"/>
                </a:cubicBezTo>
                <a:cubicBezTo>
                  <a:pt x="663" y="1882"/>
                  <a:pt x="767" y="1887"/>
                  <a:pt x="871" y="1897"/>
                </a:cubicBezTo>
                <a:cubicBezTo>
                  <a:pt x="940" y="1903"/>
                  <a:pt x="1002" y="1931"/>
                  <a:pt x="1050" y="1982"/>
                </a:cubicBezTo>
                <a:cubicBezTo>
                  <a:pt x="1087" y="2022"/>
                  <a:pt x="1119" y="2066"/>
                  <a:pt x="1155" y="2107"/>
                </a:cubicBezTo>
                <a:cubicBezTo>
                  <a:pt x="1236" y="2201"/>
                  <a:pt x="1340" y="2250"/>
                  <a:pt x="1468" y="2184"/>
                </a:cubicBezTo>
                <a:cubicBezTo>
                  <a:pt x="1493" y="2172"/>
                  <a:pt x="1524" y="2164"/>
                  <a:pt x="1552" y="2166"/>
                </a:cubicBezTo>
                <a:cubicBezTo>
                  <a:pt x="1636" y="2172"/>
                  <a:pt x="1698" y="2139"/>
                  <a:pt x="1730" y="2060"/>
                </a:cubicBezTo>
                <a:cubicBezTo>
                  <a:pt x="1742" y="2033"/>
                  <a:pt x="1749" y="2005"/>
                  <a:pt x="1756" y="1976"/>
                </a:cubicBezTo>
                <a:cubicBezTo>
                  <a:pt x="1762" y="1955"/>
                  <a:pt x="1772" y="1949"/>
                  <a:pt x="1794" y="1957"/>
                </a:cubicBezTo>
                <a:cubicBezTo>
                  <a:pt x="1887" y="1992"/>
                  <a:pt x="1983" y="2021"/>
                  <a:pt x="2074" y="2062"/>
                </a:cubicBezTo>
                <a:cubicBezTo>
                  <a:pt x="2154" y="2097"/>
                  <a:pt x="2229" y="2089"/>
                  <a:pt x="2299" y="2050"/>
                </a:cubicBezTo>
                <a:cubicBezTo>
                  <a:pt x="2459" y="1961"/>
                  <a:pt x="2606" y="1858"/>
                  <a:pt x="2676" y="1677"/>
                </a:cubicBezTo>
                <a:cubicBezTo>
                  <a:pt x="2681" y="1663"/>
                  <a:pt x="2691" y="1650"/>
                  <a:pt x="2700" y="1638"/>
                </a:cubicBezTo>
                <a:cubicBezTo>
                  <a:pt x="2705" y="1631"/>
                  <a:pt x="2712" y="1626"/>
                  <a:pt x="2718" y="1620"/>
                </a:cubicBezTo>
                <a:cubicBezTo>
                  <a:pt x="2762" y="1578"/>
                  <a:pt x="2819" y="1566"/>
                  <a:pt x="2875" y="1555"/>
                </a:cubicBezTo>
                <a:cubicBezTo>
                  <a:pt x="2946" y="1540"/>
                  <a:pt x="3018" y="1529"/>
                  <a:pt x="3089" y="1515"/>
                </a:cubicBezTo>
                <a:cubicBezTo>
                  <a:pt x="3137" y="1505"/>
                  <a:pt x="3176" y="1481"/>
                  <a:pt x="3204" y="1440"/>
                </a:cubicBezTo>
                <a:cubicBezTo>
                  <a:pt x="3239" y="1387"/>
                  <a:pt x="3292" y="1360"/>
                  <a:pt x="3349" y="1355"/>
                </a:cubicBezTo>
                <a:cubicBezTo>
                  <a:pt x="3443" y="1345"/>
                  <a:pt x="3538" y="1352"/>
                  <a:pt x="3628" y="1389"/>
                </a:cubicBezTo>
                <a:cubicBezTo>
                  <a:pt x="3702" y="1419"/>
                  <a:pt x="3774" y="1416"/>
                  <a:pt x="3844" y="1379"/>
                </a:cubicBezTo>
                <a:cubicBezTo>
                  <a:pt x="3902" y="1348"/>
                  <a:pt x="3958" y="1315"/>
                  <a:pt x="4014" y="1281"/>
                </a:cubicBezTo>
                <a:cubicBezTo>
                  <a:pt x="4023" y="1275"/>
                  <a:pt x="4031" y="1255"/>
                  <a:pt x="4029" y="1244"/>
                </a:cubicBezTo>
                <a:moveTo>
                  <a:pt x="1404" y="251"/>
                </a:moveTo>
                <a:cubicBezTo>
                  <a:pt x="1411" y="235"/>
                  <a:pt x="1429" y="228"/>
                  <a:pt x="1444" y="236"/>
                </a:cubicBezTo>
                <a:cubicBezTo>
                  <a:pt x="1486" y="259"/>
                  <a:pt x="1527" y="282"/>
                  <a:pt x="1571" y="298"/>
                </a:cubicBezTo>
                <a:cubicBezTo>
                  <a:pt x="1615" y="314"/>
                  <a:pt x="1661" y="311"/>
                  <a:pt x="1703" y="293"/>
                </a:cubicBezTo>
                <a:cubicBezTo>
                  <a:pt x="1872" y="218"/>
                  <a:pt x="2041" y="143"/>
                  <a:pt x="2210" y="70"/>
                </a:cubicBezTo>
                <a:cubicBezTo>
                  <a:pt x="2282" y="40"/>
                  <a:pt x="2355" y="27"/>
                  <a:pt x="2432" y="58"/>
                </a:cubicBezTo>
                <a:cubicBezTo>
                  <a:pt x="2443" y="63"/>
                  <a:pt x="2456" y="66"/>
                  <a:pt x="2468" y="67"/>
                </a:cubicBezTo>
                <a:cubicBezTo>
                  <a:pt x="2537" y="73"/>
                  <a:pt x="2578" y="122"/>
                  <a:pt x="2621" y="167"/>
                </a:cubicBezTo>
                <a:cubicBezTo>
                  <a:pt x="2626" y="173"/>
                  <a:pt x="2629" y="186"/>
                  <a:pt x="2627" y="194"/>
                </a:cubicBezTo>
                <a:cubicBezTo>
                  <a:pt x="2617" y="234"/>
                  <a:pt x="2609" y="277"/>
                  <a:pt x="2592" y="315"/>
                </a:cubicBezTo>
                <a:cubicBezTo>
                  <a:pt x="2544" y="416"/>
                  <a:pt x="2492" y="515"/>
                  <a:pt x="2442" y="615"/>
                </a:cubicBezTo>
                <a:cubicBezTo>
                  <a:pt x="2407" y="686"/>
                  <a:pt x="2362" y="746"/>
                  <a:pt x="2299" y="795"/>
                </a:cubicBezTo>
                <a:cubicBezTo>
                  <a:pt x="2143" y="917"/>
                  <a:pt x="1978" y="1020"/>
                  <a:pt x="1790" y="1087"/>
                </a:cubicBezTo>
                <a:cubicBezTo>
                  <a:pt x="1612" y="1150"/>
                  <a:pt x="1436" y="1218"/>
                  <a:pt x="1252" y="1256"/>
                </a:cubicBezTo>
                <a:cubicBezTo>
                  <a:pt x="1121" y="1284"/>
                  <a:pt x="989" y="1306"/>
                  <a:pt x="866" y="1360"/>
                </a:cubicBezTo>
                <a:cubicBezTo>
                  <a:pt x="835" y="1374"/>
                  <a:pt x="805" y="1389"/>
                  <a:pt x="771" y="1406"/>
                </a:cubicBezTo>
                <a:cubicBezTo>
                  <a:pt x="875" y="1205"/>
                  <a:pt x="922" y="989"/>
                  <a:pt x="986" y="779"/>
                </a:cubicBezTo>
                <a:cubicBezTo>
                  <a:pt x="1021" y="664"/>
                  <a:pt x="1081" y="569"/>
                  <a:pt x="1168" y="490"/>
                </a:cubicBezTo>
                <a:cubicBezTo>
                  <a:pt x="1219" y="443"/>
                  <a:pt x="1272" y="398"/>
                  <a:pt x="1327" y="355"/>
                </a:cubicBezTo>
                <a:cubicBezTo>
                  <a:pt x="1364" y="327"/>
                  <a:pt x="1387" y="291"/>
                  <a:pt x="1404" y="250"/>
                </a:cubicBezTo>
                <a:lnTo>
                  <a:pt x="1404" y="251"/>
                </a:lnTo>
                <a:moveTo>
                  <a:pt x="464" y="1378"/>
                </a:moveTo>
                <a:cubicBezTo>
                  <a:pt x="500" y="1222"/>
                  <a:pt x="527" y="1064"/>
                  <a:pt x="588" y="915"/>
                </a:cubicBezTo>
                <a:cubicBezTo>
                  <a:pt x="624" y="829"/>
                  <a:pt x="664" y="747"/>
                  <a:pt x="736" y="683"/>
                </a:cubicBezTo>
                <a:cubicBezTo>
                  <a:pt x="773" y="650"/>
                  <a:pt x="814" y="630"/>
                  <a:pt x="864" y="627"/>
                </a:cubicBezTo>
                <a:cubicBezTo>
                  <a:pt x="919" y="624"/>
                  <a:pt x="963" y="603"/>
                  <a:pt x="1001" y="563"/>
                </a:cubicBezTo>
                <a:cubicBezTo>
                  <a:pt x="1081" y="478"/>
                  <a:pt x="1162" y="394"/>
                  <a:pt x="1246" y="313"/>
                </a:cubicBezTo>
                <a:cubicBezTo>
                  <a:pt x="1275" y="285"/>
                  <a:pt x="1315" y="267"/>
                  <a:pt x="1350" y="244"/>
                </a:cubicBezTo>
                <a:cubicBezTo>
                  <a:pt x="1353" y="248"/>
                  <a:pt x="1356" y="252"/>
                  <a:pt x="1359" y="256"/>
                </a:cubicBezTo>
                <a:cubicBezTo>
                  <a:pt x="1339" y="278"/>
                  <a:pt x="1319" y="302"/>
                  <a:pt x="1297" y="322"/>
                </a:cubicBezTo>
                <a:cubicBezTo>
                  <a:pt x="1235" y="378"/>
                  <a:pt x="1169" y="430"/>
                  <a:pt x="1109" y="488"/>
                </a:cubicBezTo>
                <a:cubicBezTo>
                  <a:pt x="1029" y="564"/>
                  <a:pt x="977" y="656"/>
                  <a:pt x="946" y="763"/>
                </a:cubicBezTo>
                <a:cubicBezTo>
                  <a:pt x="903" y="915"/>
                  <a:pt x="853" y="1066"/>
                  <a:pt x="807" y="1218"/>
                </a:cubicBezTo>
                <a:cubicBezTo>
                  <a:pt x="777" y="1316"/>
                  <a:pt x="726" y="1401"/>
                  <a:pt x="649" y="1469"/>
                </a:cubicBezTo>
                <a:cubicBezTo>
                  <a:pt x="572" y="1538"/>
                  <a:pt x="494" y="1605"/>
                  <a:pt x="416" y="1673"/>
                </a:cubicBezTo>
                <a:lnTo>
                  <a:pt x="404" y="1666"/>
                </a:lnTo>
                <a:cubicBezTo>
                  <a:pt x="424" y="1570"/>
                  <a:pt x="442" y="1473"/>
                  <a:pt x="464" y="1378"/>
                </a:cubicBezTo>
                <a:moveTo>
                  <a:pt x="2684" y="1590"/>
                </a:moveTo>
                <a:cubicBezTo>
                  <a:pt x="2665" y="1614"/>
                  <a:pt x="2644" y="1638"/>
                  <a:pt x="2633" y="1665"/>
                </a:cubicBezTo>
                <a:cubicBezTo>
                  <a:pt x="2586" y="1794"/>
                  <a:pt x="2486" y="1875"/>
                  <a:pt x="2380" y="1951"/>
                </a:cubicBezTo>
                <a:cubicBezTo>
                  <a:pt x="2320" y="1994"/>
                  <a:pt x="2258" y="2035"/>
                  <a:pt x="2180" y="2040"/>
                </a:cubicBezTo>
                <a:cubicBezTo>
                  <a:pt x="2164" y="2041"/>
                  <a:pt x="2147" y="2042"/>
                  <a:pt x="2132" y="2036"/>
                </a:cubicBezTo>
                <a:cubicBezTo>
                  <a:pt x="2091" y="2022"/>
                  <a:pt x="2050" y="2003"/>
                  <a:pt x="2008" y="1987"/>
                </a:cubicBezTo>
                <a:cubicBezTo>
                  <a:pt x="1963" y="1970"/>
                  <a:pt x="1917" y="1954"/>
                  <a:pt x="1871" y="1939"/>
                </a:cubicBezTo>
                <a:cubicBezTo>
                  <a:pt x="1844" y="1930"/>
                  <a:pt x="1819" y="1921"/>
                  <a:pt x="1801" y="1896"/>
                </a:cubicBezTo>
                <a:cubicBezTo>
                  <a:pt x="1770" y="1854"/>
                  <a:pt x="1728" y="1825"/>
                  <a:pt x="1680" y="1805"/>
                </a:cubicBezTo>
                <a:cubicBezTo>
                  <a:pt x="1595" y="1768"/>
                  <a:pt x="1512" y="1727"/>
                  <a:pt x="1427" y="1692"/>
                </a:cubicBezTo>
                <a:cubicBezTo>
                  <a:pt x="1318" y="1647"/>
                  <a:pt x="1204" y="1625"/>
                  <a:pt x="1083" y="1641"/>
                </a:cubicBezTo>
                <a:cubicBezTo>
                  <a:pt x="1020" y="1650"/>
                  <a:pt x="955" y="1655"/>
                  <a:pt x="891" y="1652"/>
                </a:cubicBezTo>
                <a:cubicBezTo>
                  <a:pt x="713" y="1643"/>
                  <a:pt x="555" y="1696"/>
                  <a:pt x="405" y="1778"/>
                </a:cubicBezTo>
                <a:cubicBezTo>
                  <a:pt x="395" y="1783"/>
                  <a:pt x="386" y="1788"/>
                  <a:pt x="376" y="1793"/>
                </a:cubicBezTo>
                <a:lnTo>
                  <a:pt x="370" y="1785"/>
                </a:lnTo>
                <a:cubicBezTo>
                  <a:pt x="387" y="1763"/>
                  <a:pt x="401" y="1737"/>
                  <a:pt x="423" y="1720"/>
                </a:cubicBezTo>
                <a:cubicBezTo>
                  <a:pt x="525" y="1640"/>
                  <a:pt x="628" y="1562"/>
                  <a:pt x="733" y="1486"/>
                </a:cubicBezTo>
                <a:cubicBezTo>
                  <a:pt x="853" y="1399"/>
                  <a:pt x="990" y="1349"/>
                  <a:pt x="1135" y="1324"/>
                </a:cubicBezTo>
                <a:cubicBezTo>
                  <a:pt x="1276" y="1300"/>
                  <a:pt x="1411" y="1255"/>
                  <a:pt x="1549" y="1221"/>
                </a:cubicBezTo>
                <a:cubicBezTo>
                  <a:pt x="1773" y="1165"/>
                  <a:pt x="1996" y="1165"/>
                  <a:pt x="2217" y="1255"/>
                </a:cubicBezTo>
                <a:cubicBezTo>
                  <a:pt x="2371" y="1318"/>
                  <a:pt x="2512" y="1402"/>
                  <a:pt x="2651" y="1491"/>
                </a:cubicBezTo>
                <a:cubicBezTo>
                  <a:pt x="2663" y="1499"/>
                  <a:pt x="2674" y="1507"/>
                  <a:pt x="2684" y="1517"/>
                </a:cubicBezTo>
                <a:cubicBezTo>
                  <a:pt x="2704" y="1538"/>
                  <a:pt x="2702" y="1568"/>
                  <a:pt x="2684" y="1590"/>
                </a:cubicBezTo>
                <a:moveTo>
                  <a:pt x="3800" y="1351"/>
                </a:moveTo>
                <a:cubicBezTo>
                  <a:pt x="3751" y="1374"/>
                  <a:pt x="3699" y="1371"/>
                  <a:pt x="3648" y="1350"/>
                </a:cubicBezTo>
                <a:cubicBezTo>
                  <a:pt x="3552" y="1309"/>
                  <a:pt x="3450" y="1302"/>
                  <a:pt x="3350" y="1310"/>
                </a:cubicBezTo>
                <a:cubicBezTo>
                  <a:pt x="3279" y="1316"/>
                  <a:pt x="3215" y="1351"/>
                  <a:pt x="3167" y="1412"/>
                </a:cubicBezTo>
                <a:cubicBezTo>
                  <a:pt x="3147" y="1438"/>
                  <a:pt x="3121" y="1458"/>
                  <a:pt x="3089" y="1468"/>
                </a:cubicBezTo>
                <a:cubicBezTo>
                  <a:pt x="3022" y="1487"/>
                  <a:pt x="2952" y="1495"/>
                  <a:pt x="2883" y="1509"/>
                </a:cubicBezTo>
                <a:cubicBezTo>
                  <a:pt x="2836" y="1519"/>
                  <a:pt x="2791" y="1532"/>
                  <a:pt x="2741" y="1544"/>
                </a:cubicBezTo>
                <a:cubicBezTo>
                  <a:pt x="2740" y="1495"/>
                  <a:pt x="2702" y="1472"/>
                  <a:pt x="2666" y="1448"/>
                </a:cubicBezTo>
                <a:cubicBezTo>
                  <a:pt x="2522" y="1354"/>
                  <a:pt x="2375" y="1265"/>
                  <a:pt x="2212" y="1207"/>
                </a:cubicBezTo>
                <a:cubicBezTo>
                  <a:pt x="2082" y="1161"/>
                  <a:pt x="1951" y="1131"/>
                  <a:pt x="1813" y="1143"/>
                </a:cubicBezTo>
                <a:cubicBezTo>
                  <a:pt x="1803" y="1144"/>
                  <a:pt x="1793" y="1144"/>
                  <a:pt x="1783" y="1144"/>
                </a:cubicBezTo>
                <a:cubicBezTo>
                  <a:pt x="1782" y="1144"/>
                  <a:pt x="1780" y="1142"/>
                  <a:pt x="1777" y="1139"/>
                </a:cubicBezTo>
                <a:cubicBezTo>
                  <a:pt x="1829" y="1127"/>
                  <a:pt x="1880" y="1112"/>
                  <a:pt x="1932" y="1104"/>
                </a:cubicBezTo>
                <a:cubicBezTo>
                  <a:pt x="2058" y="1085"/>
                  <a:pt x="2183" y="1067"/>
                  <a:pt x="2309" y="1053"/>
                </a:cubicBezTo>
                <a:cubicBezTo>
                  <a:pt x="2394" y="1044"/>
                  <a:pt x="2481" y="1039"/>
                  <a:pt x="2566" y="1041"/>
                </a:cubicBezTo>
                <a:cubicBezTo>
                  <a:pt x="2625" y="1042"/>
                  <a:pt x="2685" y="1054"/>
                  <a:pt x="2742" y="1070"/>
                </a:cubicBezTo>
                <a:cubicBezTo>
                  <a:pt x="2888" y="1109"/>
                  <a:pt x="3031" y="1166"/>
                  <a:pt x="3185" y="1168"/>
                </a:cubicBezTo>
                <a:cubicBezTo>
                  <a:pt x="3302" y="1170"/>
                  <a:pt x="3418" y="1169"/>
                  <a:pt x="3534" y="1159"/>
                </a:cubicBezTo>
                <a:cubicBezTo>
                  <a:pt x="3635" y="1151"/>
                  <a:pt x="3728" y="1165"/>
                  <a:pt x="3816" y="1216"/>
                </a:cubicBezTo>
                <a:cubicBezTo>
                  <a:pt x="3859" y="1240"/>
                  <a:pt x="3903" y="1261"/>
                  <a:pt x="3956" y="1260"/>
                </a:cubicBezTo>
                <a:cubicBezTo>
                  <a:pt x="3904" y="1291"/>
                  <a:pt x="3854" y="1325"/>
                  <a:pt x="3799" y="1351"/>
                </a:cubicBezTo>
                <a:lnTo>
                  <a:pt x="3800" y="1351"/>
                </a:lnTo>
                <a:moveTo>
                  <a:pt x="3936" y="1221"/>
                </a:moveTo>
                <a:cubicBezTo>
                  <a:pt x="3913" y="1219"/>
                  <a:pt x="3891" y="1203"/>
                  <a:pt x="3873" y="1197"/>
                </a:cubicBezTo>
                <a:cubicBezTo>
                  <a:pt x="3845" y="1188"/>
                  <a:pt x="3818" y="1177"/>
                  <a:pt x="3794" y="1160"/>
                </a:cubicBezTo>
                <a:cubicBezTo>
                  <a:pt x="3707" y="1101"/>
                  <a:pt x="3613" y="1116"/>
                  <a:pt x="3521" y="1118"/>
                </a:cubicBezTo>
                <a:cubicBezTo>
                  <a:pt x="3448" y="1119"/>
                  <a:pt x="3375" y="1128"/>
                  <a:pt x="3303" y="1129"/>
                </a:cubicBezTo>
                <a:cubicBezTo>
                  <a:pt x="3173" y="1130"/>
                  <a:pt x="3045" y="1118"/>
                  <a:pt x="2920" y="1075"/>
                </a:cubicBezTo>
                <a:cubicBezTo>
                  <a:pt x="2839" y="1046"/>
                  <a:pt x="2754" y="1022"/>
                  <a:pt x="2669" y="1006"/>
                </a:cubicBezTo>
                <a:cubicBezTo>
                  <a:pt x="2549" y="984"/>
                  <a:pt x="2427" y="996"/>
                  <a:pt x="2305" y="1009"/>
                </a:cubicBezTo>
                <a:cubicBezTo>
                  <a:pt x="2221" y="1018"/>
                  <a:pt x="2137" y="1028"/>
                  <a:pt x="2053" y="1037"/>
                </a:cubicBezTo>
                <a:cubicBezTo>
                  <a:pt x="2044" y="1038"/>
                  <a:pt x="2034" y="1038"/>
                  <a:pt x="2017" y="1038"/>
                </a:cubicBezTo>
                <a:cubicBezTo>
                  <a:pt x="2066" y="1008"/>
                  <a:pt x="2109" y="984"/>
                  <a:pt x="2150" y="956"/>
                </a:cubicBezTo>
                <a:cubicBezTo>
                  <a:pt x="2212" y="913"/>
                  <a:pt x="2273" y="870"/>
                  <a:pt x="2332" y="824"/>
                </a:cubicBezTo>
                <a:cubicBezTo>
                  <a:pt x="2397" y="774"/>
                  <a:pt x="2444" y="709"/>
                  <a:pt x="2480" y="636"/>
                </a:cubicBezTo>
                <a:cubicBezTo>
                  <a:pt x="2529" y="537"/>
                  <a:pt x="2581" y="439"/>
                  <a:pt x="2629" y="338"/>
                </a:cubicBezTo>
                <a:cubicBezTo>
                  <a:pt x="2650" y="293"/>
                  <a:pt x="2663" y="243"/>
                  <a:pt x="2680" y="193"/>
                </a:cubicBezTo>
                <a:cubicBezTo>
                  <a:pt x="2720" y="184"/>
                  <a:pt x="2766" y="174"/>
                  <a:pt x="2810" y="161"/>
                </a:cubicBezTo>
                <a:cubicBezTo>
                  <a:pt x="2835" y="154"/>
                  <a:pt x="2847" y="161"/>
                  <a:pt x="2857" y="182"/>
                </a:cubicBezTo>
                <a:cubicBezTo>
                  <a:pt x="2868" y="207"/>
                  <a:pt x="2881" y="231"/>
                  <a:pt x="2892" y="255"/>
                </a:cubicBezTo>
                <a:cubicBezTo>
                  <a:pt x="2926" y="332"/>
                  <a:pt x="2996" y="387"/>
                  <a:pt x="3078" y="404"/>
                </a:cubicBezTo>
                <a:cubicBezTo>
                  <a:pt x="3145" y="418"/>
                  <a:pt x="3211" y="438"/>
                  <a:pt x="3275" y="462"/>
                </a:cubicBezTo>
                <a:cubicBezTo>
                  <a:pt x="3330" y="483"/>
                  <a:pt x="3361" y="541"/>
                  <a:pt x="3351" y="599"/>
                </a:cubicBezTo>
                <a:cubicBezTo>
                  <a:pt x="3326" y="755"/>
                  <a:pt x="3397" y="853"/>
                  <a:pt x="3566" y="887"/>
                </a:cubicBezTo>
                <a:cubicBezTo>
                  <a:pt x="3616" y="897"/>
                  <a:pt x="3667" y="899"/>
                  <a:pt x="3718" y="906"/>
                </a:cubicBezTo>
                <a:cubicBezTo>
                  <a:pt x="3844" y="924"/>
                  <a:pt x="3934" y="1010"/>
                  <a:pt x="3957" y="1135"/>
                </a:cubicBezTo>
                <a:cubicBezTo>
                  <a:pt x="3961" y="1152"/>
                  <a:pt x="3962" y="1169"/>
                  <a:pt x="3966" y="1186"/>
                </a:cubicBezTo>
                <a:cubicBezTo>
                  <a:pt x="3973" y="1213"/>
                  <a:pt x="3960" y="1223"/>
                  <a:pt x="3936" y="122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strike="noStrike">
              <a:solidFill>
                <a:srgbClr val="FFFFFF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19"/>
          <p:cNvSpPr txBox="1"/>
          <p:nvPr>
            <p:ph type="subTitle" idx="1"/>
          </p:nvPr>
        </p:nvSpPr>
        <p:spPr>
          <a:xfrm>
            <a:off x="996487" y="1665075"/>
            <a:ext cx="2848200" cy="10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type="subTitle" idx="2"/>
          </p:nvPr>
        </p:nvSpPr>
        <p:spPr>
          <a:xfrm>
            <a:off x="5299314" y="1665075"/>
            <a:ext cx="2848200" cy="10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type="subTitle" idx="3"/>
          </p:nvPr>
        </p:nvSpPr>
        <p:spPr>
          <a:xfrm>
            <a:off x="996486" y="3325725"/>
            <a:ext cx="2848200" cy="10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type="subTitle" idx="4"/>
          </p:nvPr>
        </p:nvSpPr>
        <p:spPr>
          <a:xfrm>
            <a:off x="5299312" y="3325725"/>
            <a:ext cx="2848200" cy="10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type="subTitle" idx="5"/>
          </p:nvPr>
        </p:nvSpPr>
        <p:spPr>
          <a:xfrm>
            <a:off x="996486" y="1287975"/>
            <a:ext cx="2848200" cy="37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type="subTitle" idx="6"/>
          </p:nvPr>
        </p:nvSpPr>
        <p:spPr>
          <a:xfrm>
            <a:off x="996486" y="2948625"/>
            <a:ext cx="2848200" cy="37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type="subTitle" idx="7"/>
          </p:nvPr>
        </p:nvSpPr>
        <p:spPr>
          <a:xfrm>
            <a:off x="5299287" y="1287975"/>
            <a:ext cx="2848200" cy="37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type="subTitle" idx="8"/>
          </p:nvPr>
        </p:nvSpPr>
        <p:spPr>
          <a:xfrm>
            <a:off x="5299287" y="2948625"/>
            <a:ext cx="2848200" cy="377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99" name="Google Shape;199;p19"/>
          <p:cNvGrpSpPr/>
          <p:nvPr/>
        </p:nvGrpSpPr>
        <p:grpSpPr>
          <a:xfrm>
            <a:off x="-3059326" y="2024814"/>
            <a:ext cx="14076550" cy="1055698"/>
            <a:chOff x="-3059326" y="2024814"/>
            <a:chExt cx="14076550" cy="1055698"/>
          </a:xfrm>
        </p:grpSpPr>
        <p:pic>
          <p:nvPicPr>
            <p:cNvPr id="200" name="Google Shape;200;p19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8430774" y="2024814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201" name="Google Shape;201;p19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>
              <a:off x="-3059326" y="2024814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grpSp>
        <p:nvGrpSpPr>
          <p:cNvPr id="202" name="Google Shape;202;p19"/>
          <p:cNvGrpSpPr/>
          <p:nvPr/>
        </p:nvGrpSpPr>
        <p:grpSpPr>
          <a:xfrm rot="1808596">
            <a:off x="8414749" y="2761292"/>
            <a:ext cx="2024242" cy="3155920"/>
            <a:chOff x="5773245" y="571430"/>
            <a:chExt cx="2657520" cy="4143240"/>
          </a:xfrm>
        </p:grpSpPr>
        <p:sp>
          <p:nvSpPr>
            <p:cNvPr id="203" name="Google Shape;203;p19"/>
            <p:cNvSpPr/>
            <p:nvPr/>
          </p:nvSpPr>
          <p:spPr>
            <a:xfrm>
              <a:off x="6986805" y="130115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5773245" y="571430"/>
              <a:ext cx="2657520" cy="4143240"/>
            </a:xfrm>
            <a:custGeom>
              <a:avLst/>
              <a:gdLst/>
              <a:ahLst/>
              <a:cxnLst/>
              <a:rect l="l" t="t" r="r" b="b"/>
              <a:pathLst>
                <a:path w="7382" h="11509" extrusionOk="0">
                  <a:moveTo>
                    <a:pt x="7381" y="7543"/>
                  </a:moveTo>
                  <a:cubicBezTo>
                    <a:pt x="7375" y="7508"/>
                    <a:pt x="7362" y="7474"/>
                    <a:pt x="7356" y="7439"/>
                  </a:cubicBezTo>
                  <a:cubicBezTo>
                    <a:pt x="7328" y="7288"/>
                    <a:pt x="7233" y="7188"/>
                    <a:pt x="7090" y="7163"/>
                  </a:cubicBezTo>
                  <a:cubicBezTo>
                    <a:pt x="7056" y="7157"/>
                    <a:pt x="7021" y="7157"/>
                    <a:pt x="6986" y="7153"/>
                  </a:cubicBezTo>
                  <a:cubicBezTo>
                    <a:pt x="6908" y="7145"/>
                    <a:pt x="6838" y="7120"/>
                    <a:pt x="6779" y="7066"/>
                  </a:cubicBezTo>
                  <a:cubicBezTo>
                    <a:pt x="6746" y="7036"/>
                    <a:pt x="6731" y="7000"/>
                    <a:pt x="6738" y="6955"/>
                  </a:cubicBezTo>
                  <a:cubicBezTo>
                    <a:pt x="6741" y="6938"/>
                    <a:pt x="6744" y="6921"/>
                    <a:pt x="6747" y="6904"/>
                  </a:cubicBezTo>
                  <a:cubicBezTo>
                    <a:pt x="6762" y="6824"/>
                    <a:pt x="6731" y="6756"/>
                    <a:pt x="6657" y="6725"/>
                  </a:cubicBezTo>
                  <a:cubicBezTo>
                    <a:pt x="6594" y="6699"/>
                    <a:pt x="6528" y="6678"/>
                    <a:pt x="6461" y="6665"/>
                  </a:cubicBezTo>
                  <a:cubicBezTo>
                    <a:pt x="6373" y="6647"/>
                    <a:pt x="6311" y="6606"/>
                    <a:pt x="6278" y="6521"/>
                  </a:cubicBezTo>
                  <a:cubicBezTo>
                    <a:pt x="6267" y="6492"/>
                    <a:pt x="6250" y="6465"/>
                    <a:pt x="6234" y="6438"/>
                  </a:cubicBezTo>
                  <a:cubicBezTo>
                    <a:pt x="6222" y="6415"/>
                    <a:pt x="6201" y="6407"/>
                    <a:pt x="6176" y="6413"/>
                  </a:cubicBezTo>
                  <a:cubicBezTo>
                    <a:pt x="6137" y="6422"/>
                    <a:pt x="6098" y="6432"/>
                    <a:pt x="6059" y="6442"/>
                  </a:cubicBezTo>
                  <a:cubicBezTo>
                    <a:pt x="6017" y="6453"/>
                    <a:pt x="5985" y="6441"/>
                    <a:pt x="5963" y="6403"/>
                  </a:cubicBezTo>
                  <a:cubicBezTo>
                    <a:pt x="5942" y="6367"/>
                    <a:pt x="5913" y="6344"/>
                    <a:pt x="5872" y="6334"/>
                  </a:cubicBezTo>
                  <a:cubicBezTo>
                    <a:pt x="5836" y="6325"/>
                    <a:pt x="5799" y="6311"/>
                    <a:pt x="5762" y="6306"/>
                  </a:cubicBezTo>
                  <a:cubicBezTo>
                    <a:pt x="5721" y="6300"/>
                    <a:pt x="5677" y="6293"/>
                    <a:pt x="5640" y="6303"/>
                  </a:cubicBezTo>
                  <a:cubicBezTo>
                    <a:pt x="5571" y="6322"/>
                    <a:pt x="5505" y="6352"/>
                    <a:pt x="5439" y="6379"/>
                  </a:cubicBezTo>
                  <a:cubicBezTo>
                    <a:pt x="5322" y="6428"/>
                    <a:pt x="5203" y="6473"/>
                    <a:pt x="5089" y="6529"/>
                  </a:cubicBezTo>
                  <a:cubicBezTo>
                    <a:pt x="5005" y="6570"/>
                    <a:pt x="4931" y="6573"/>
                    <a:pt x="4855" y="6517"/>
                  </a:cubicBezTo>
                  <a:cubicBezTo>
                    <a:pt x="4816" y="6488"/>
                    <a:pt x="4771" y="6483"/>
                    <a:pt x="4724" y="6496"/>
                  </a:cubicBezTo>
                  <a:cubicBezTo>
                    <a:pt x="4659" y="6512"/>
                    <a:pt x="4602" y="6544"/>
                    <a:pt x="4555" y="6590"/>
                  </a:cubicBezTo>
                  <a:cubicBezTo>
                    <a:pt x="4490" y="6654"/>
                    <a:pt x="4426" y="6719"/>
                    <a:pt x="4365" y="6787"/>
                  </a:cubicBezTo>
                  <a:cubicBezTo>
                    <a:pt x="4314" y="6843"/>
                    <a:pt x="4262" y="6891"/>
                    <a:pt x="4180" y="6887"/>
                  </a:cubicBezTo>
                  <a:cubicBezTo>
                    <a:pt x="4176" y="6886"/>
                    <a:pt x="4172" y="6888"/>
                    <a:pt x="4168" y="6889"/>
                  </a:cubicBezTo>
                  <a:cubicBezTo>
                    <a:pt x="4073" y="6914"/>
                    <a:pt x="4014" y="6983"/>
                    <a:pt x="3967" y="7061"/>
                  </a:cubicBezTo>
                  <a:cubicBezTo>
                    <a:pt x="3902" y="7170"/>
                    <a:pt x="3860" y="7289"/>
                    <a:pt x="3832" y="7413"/>
                  </a:cubicBezTo>
                  <a:cubicBezTo>
                    <a:pt x="3793" y="7587"/>
                    <a:pt x="3754" y="7761"/>
                    <a:pt x="3722" y="7937"/>
                  </a:cubicBezTo>
                  <a:cubicBezTo>
                    <a:pt x="3709" y="8011"/>
                    <a:pt x="3694" y="8077"/>
                    <a:pt x="3624" y="8122"/>
                  </a:cubicBezTo>
                  <a:cubicBezTo>
                    <a:pt x="3516" y="8191"/>
                    <a:pt x="3428" y="8283"/>
                    <a:pt x="3352" y="8387"/>
                  </a:cubicBezTo>
                  <a:cubicBezTo>
                    <a:pt x="3348" y="8393"/>
                    <a:pt x="3342" y="8398"/>
                    <a:pt x="3332" y="8410"/>
                  </a:cubicBezTo>
                  <a:cubicBezTo>
                    <a:pt x="3341" y="8342"/>
                    <a:pt x="3349" y="8283"/>
                    <a:pt x="3356" y="8224"/>
                  </a:cubicBezTo>
                  <a:cubicBezTo>
                    <a:pt x="3370" y="8098"/>
                    <a:pt x="3373" y="7973"/>
                    <a:pt x="3369" y="7846"/>
                  </a:cubicBezTo>
                  <a:cubicBezTo>
                    <a:pt x="3364" y="7688"/>
                    <a:pt x="3365" y="7529"/>
                    <a:pt x="3371" y="7370"/>
                  </a:cubicBezTo>
                  <a:cubicBezTo>
                    <a:pt x="3378" y="7196"/>
                    <a:pt x="3413" y="7023"/>
                    <a:pt x="3404" y="6847"/>
                  </a:cubicBezTo>
                  <a:cubicBezTo>
                    <a:pt x="3404" y="6835"/>
                    <a:pt x="3406" y="6823"/>
                    <a:pt x="3410" y="6812"/>
                  </a:cubicBezTo>
                  <a:cubicBezTo>
                    <a:pt x="3426" y="6762"/>
                    <a:pt x="3442" y="6712"/>
                    <a:pt x="3458" y="6663"/>
                  </a:cubicBezTo>
                  <a:cubicBezTo>
                    <a:pt x="3462" y="6653"/>
                    <a:pt x="3464" y="6642"/>
                    <a:pt x="3470" y="6633"/>
                  </a:cubicBezTo>
                  <a:cubicBezTo>
                    <a:pt x="3493" y="6592"/>
                    <a:pt x="3518" y="6554"/>
                    <a:pt x="3540" y="6513"/>
                  </a:cubicBezTo>
                  <a:cubicBezTo>
                    <a:pt x="3588" y="6426"/>
                    <a:pt x="3627" y="6335"/>
                    <a:pt x="3681" y="6252"/>
                  </a:cubicBezTo>
                  <a:cubicBezTo>
                    <a:pt x="3729" y="6179"/>
                    <a:pt x="3791" y="6114"/>
                    <a:pt x="3848" y="6048"/>
                  </a:cubicBezTo>
                  <a:cubicBezTo>
                    <a:pt x="3877" y="6014"/>
                    <a:pt x="3907" y="5981"/>
                    <a:pt x="3941" y="5953"/>
                  </a:cubicBezTo>
                  <a:cubicBezTo>
                    <a:pt x="3958" y="5938"/>
                    <a:pt x="3985" y="5928"/>
                    <a:pt x="4007" y="5928"/>
                  </a:cubicBezTo>
                  <a:cubicBezTo>
                    <a:pt x="4060" y="5928"/>
                    <a:pt x="4114" y="5930"/>
                    <a:pt x="4165" y="5942"/>
                  </a:cubicBezTo>
                  <a:cubicBezTo>
                    <a:pt x="4245" y="5960"/>
                    <a:pt x="4315" y="5937"/>
                    <a:pt x="4385" y="5905"/>
                  </a:cubicBezTo>
                  <a:cubicBezTo>
                    <a:pt x="4446" y="5877"/>
                    <a:pt x="4508" y="5845"/>
                    <a:pt x="4573" y="5831"/>
                  </a:cubicBezTo>
                  <a:cubicBezTo>
                    <a:pt x="4750" y="5792"/>
                    <a:pt x="4849" y="5602"/>
                    <a:pt x="4876" y="5454"/>
                  </a:cubicBezTo>
                  <a:cubicBezTo>
                    <a:pt x="4884" y="5408"/>
                    <a:pt x="4885" y="5362"/>
                    <a:pt x="4912" y="5318"/>
                  </a:cubicBezTo>
                  <a:cubicBezTo>
                    <a:pt x="4936" y="5277"/>
                    <a:pt x="4965" y="5234"/>
                    <a:pt x="4949" y="5177"/>
                  </a:cubicBezTo>
                  <a:cubicBezTo>
                    <a:pt x="4942" y="5153"/>
                    <a:pt x="4951" y="5123"/>
                    <a:pt x="4958" y="5097"/>
                  </a:cubicBezTo>
                  <a:cubicBezTo>
                    <a:pt x="4964" y="5077"/>
                    <a:pt x="4978" y="5061"/>
                    <a:pt x="4988" y="5043"/>
                  </a:cubicBezTo>
                  <a:cubicBezTo>
                    <a:pt x="5037" y="4956"/>
                    <a:pt x="5024" y="4840"/>
                    <a:pt x="4932" y="4795"/>
                  </a:cubicBezTo>
                  <a:cubicBezTo>
                    <a:pt x="4923" y="4790"/>
                    <a:pt x="4915" y="4773"/>
                    <a:pt x="4915" y="4761"/>
                  </a:cubicBezTo>
                  <a:cubicBezTo>
                    <a:pt x="4915" y="4712"/>
                    <a:pt x="4916" y="4663"/>
                    <a:pt x="4921" y="4615"/>
                  </a:cubicBezTo>
                  <a:cubicBezTo>
                    <a:pt x="4931" y="4511"/>
                    <a:pt x="4915" y="4479"/>
                    <a:pt x="4821" y="4437"/>
                  </a:cubicBezTo>
                  <a:cubicBezTo>
                    <a:pt x="4789" y="4422"/>
                    <a:pt x="4776" y="4400"/>
                    <a:pt x="4777" y="4365"/>
                  </a:cubicBezTo>
                  <a:cubicBezTo>
                    <a:pt x="4779" y="4261"/>
                    <a:pt x="4806" y="4163"/>
                    <a:pt x="4844" y="4067"/>
                  </a:cubicBezTo>
                  <a:cubicBezTo>
                    <a:pt x="4868" y="4008"/>
                    <a:pt x="4892" y="3949"/>
                    <a:pt x="4915" y="3888"/>
                  </a:cubicBezTo>
                  <a:cubicBezTo>
                    <a:pt x="4919" y="3876"/>
                    <a:pt x="4919" y="3857"/>
                    <a:pt x="4912" y="3847"/>
                  </a:cubicBezTo>
                  <a:cubicBezTo>
                    <a:pt x="4907" y="3840"/>
                    <a:pt x="4886" y="3842"/>
                    <a:pt x="4874" y="3844"/>
                  </a:cubicBezTo>
                  <a:cubicBezTo>
                    <a:pt x="4860" y="3846"/>
                    <a:pt x="4847" y="3852"/>
                    <a:pt x="4834" y="3858"/>
                  </a:cubicBezTo>
                  <a:cubicBezTo>
                    <a:pt x="4743" y="3904"/>
                    <a:pt x="4656" y="3957"/>
                    <a:pt x="4589" y="4034"/>
                  </a:cubicBezTo>
                  <a:cubicBezTo>
                    <a:pt x="4489" y="4146"/>
                    <a:pt x="4394" y="4262"/>
                    <a:pt x="4297" y="4377"/>
                  </a:cubicBezTo>
                  <a:cubicBezTo>
                    <a:pt x="4280" y="4398"/>
                    <a:pt x="4266" y="4423"/>
                    <a:pt x="4246" y="4441"/>
                  </a:cubicBezTo>
                  <a:cubicBezTo>
                    <a:pt x="4233" y="4452"/>
                    <a:pt x="4211" y="4463"/>
                    <a:pt x="4195" y="4461"/>
                  </a:cubicBezTo>
                  <a:cubicBezTo>
                    <a:pt x="4155" y="4456"/>
                    <a:pt x="4119" y="4465"/>
                    <a:pt x="4086" y="4486"/>
                  </a:cubicBezTo>
                  <a:cubicBezTo>
                    <a:pt x="3979" y="4553"/>
                    <a:pt x="3890" y="4636"/>
                    <a:pt x="3848" y="4762"/>
                  </a:cubicBezTo>
                  <a:cubicBezTo>
                    <a:pt x="3831" y="4815"/>
                    <a:pt x="3804" y="4865"/>
                    <a:pt x="3776" y="4914"/>
                  </a:cubicBezTo>
                  <a:cubicBezTo>
                    <a:pt x="3760" y="4942"/>
                    <a:pt x="3733" y="4963"/>
                    <a:pt x="3711" y="4987"/>
                  </a:cubicBezTo>
                  <a:cubicBezTo>
                    <a:pt x="3709" y="4985"/>
                    <a:pt x="3707" y="4983"/>
                    <a:pt x="3705" y="4981"/>
                  </a:cubicBezTo>
                  <a:cubicBezTo>
                    <a:pt x="3713" y="4964"/>
                    <a:pt x="3721" y="4948"/>
                    <a:pt x="3729" y="4932"/>
                  </a:cubicBezTo>
                  <a:cubicBezTo>
                    <a:pt x="3747" y="4889"/>
                    <a:pt x="3758" y="4846"/>
                    <a:pt x="3746" y="4798"/>
                  </a:cubicBezTo>
                  <a:cubicBezTo>
                    <a:pt x="3734" y="4749"/>
                    <a:pt x="3693" y="4720"/>
                    <a:pt x="3642" y="4726"/>
                  </a:cubicBezTo>
                  <a:cubicBezTo>
                    <a:pt x="3608" y="4731"/>
                    <a:pt x="3577" y="4743"/>
                    <a:pt x="3554" y="4771"/>
                  </a:cubicBezTo>
                  <a:cubicBezTo>
                    <a:pt x="3532" y="4798"/>
                    <a:pt x="3510" y="4826"/>
                    <a:pt x="3486" y="4856"/>
                  </a:cubicBezTo>
                  <a:cubicBezTo>
                    <a:pt x="3482" y="4856"/>
                    <a:pt x="3475" y="4855"/>
                    <a:pt x="3467" y="4855"/>
                  </a:cubicBezTo>
                  <a:cubicBezTo>
                    <a:pt x="3398" y="4851"/>
                    <a:pt x="3375" y="4870"/>
                    <a:pt x="3365" y="4939"/>
                  </a:cubicBezTo>
                  <a:cubicBezTo>
                    <a:pt x="3362" y="4956"/>
                    <a:pt x="3362" y="4973"/>
                    <a:pt x="3359" y="4990"/>
                  </a:cubicBezTo>
                  <a:cubicBezTo>
                    <a:pt x="3357" y="4998"/>
                    <a:pt x="3348" y="5004"/>
                    <a:pt x="3342" y="5011"/>
                  </a:cubicBezTo>
                  <a:cubicBezTo>
                    <a:pt x="3338" y="5009"/>
                    <a:pt x="3333" y="5006"/>
                    <a:pt x="3329" y="5004"/>
                  </a:cubicBezTo>
                  <a:cubicBezTo>
                    <a:pt x="3346" y="4851"/>
                    <a:pt x="3364" y="4698"/>
                    <a:pt x="3381" y="4544"/>
                  </a:cubicBezTo>
                  <a:cubicBezTo>
                    <a:pt x="3385" y="4544"/>
                    <a:pt x="3388" y="4544"/>
                    <a:pt x="3392" y="4544"/>
                  </a:cubicBezTo>
                  <a:cubicBezTo>
                    <a:pt x="3382" y="4603"/>
                    <a:pt x="3388" y="4657"/>
                    <a:pt x="3451" y="4681"/>
                  </a:cubicBezTo>
                  <a:cubicBezTo>
                    <a:pt x="3534" y="4713"/>
                    <a:pt x="3596" y="4681"/>
                    <a:pt x="3636" y="4613"/>
                  </a:cubicBezTo>
                  <a:cubicBezTo>
                    <a:pt x="3662" y="4625"/>
                    <a:pt x="3683" y="4641"/>
                    <a:pt x="3707" y="4646"/>
                  </a:cubicBezTo>
                  <a:cubicBezTo>
                    <a:pt x="3775" y="4659"/>
                    <a:pt x="3826" y="4635"/>
                    <a:pt x="3855" y="4572"/>
                  </a:cubicBezTo>
                  <a:cubicBezTo>
                    <a:pt x="3882" y="4510"/>
                    <a:pt x="3901" y="4443"/>
                    <a:pt x="3919" y="4377"/>
                  </a:cubicBezTo>
                  <a:cubicBezTo>
                    <a:pt x="3930" y="4335"/>
                    <a:pt x="3898" y="4296"/>
                    <a:pt x="3854" y="4293"/>
                  </a:cubicBezTo>
                  <a:cubicBezTo>
                    <a:pt x="3828" y="4291"/>
                    <a:pt x="3801" y="4298"/>
                    <a:pt x="3780" y="4300"/>
                  </a:cubicBezTo>
                  <a:cubicBezTo>
                    <a:pt x="3793" y="4290"/>
                    <a:pt x="3810" y="4277"/>
                    <a:pt x="3828" y="4264"/>
                  </a:cubicBezTo>
                  <a:cubicBezTo>
                    <a:pt x="3857" y="4241"/>
                    <a:pt x="3884" y="4214"/>
                    <a:pt x="3917" y="4199"/>
                  </a:cubicBezTo>
                  <a:cubicBezTo>
                    <a:pt x="3955" y="4180"/>
                    <a:pt x="3995" y="4159"/>
                    <a:pt x="4042" y="4188"/>
                  </a:cubicBezTo>
                  <a:cubicBezTo>
                    <a:pt x="4060" y="4198"/>
                    <a:pt x="4092" y="4199"/>
                    <a:pt x="4112" y="4190"/>
                  </a:cubicBezTo>
                  <a:cubicBezTo>
                    <a:pt x="4155" y="4170"/>
                    <a:pt x="4187" y="4134"/>
                    <a:pt x="4188" y="4084"/>
                  </a:cubicBezTo>
                  <a:cubicBezTo>
                    <a:pt x="4189" y="4033"/>
                    <a:pt x="4165" y="3991"/>
                    <a:pt x="4121" y="3964"/>
                  </a:cubicBezTo>
                  <a:cubicBezTo>
                    <a:pt x="4096" y="3949"/>
                    <a:pt x="4064" y="3940"/>
                    <a:pt x="4041" y="3959"/>
                  </a:cubicBezTo>
                  <a:cubicBezTo>
                    <a:pt x="3998" y="3994"/>
                    <a:pt x="3969" y="4039"/>
                    <a:pt x="3978" y="4098"/>
                  </a:cubicBezTo>
                  <a:cubicBezTo>
                    <a:pt x="3982" y="4125"/>
                    <a:pt x="3973" y="4136"/>
                    <a:pt x="3949" y="4143"/>
                  </a:cubicBezTo>
                  <a:cubicBezTo>
                    <a:pt x="3928" y="4149"/>
                    <a:pt x="3907" y="4157"/>
                    <a:pt x="3884" y="4164"/>
                  </a:cubicBezTo>
                  <a:cubicBezTo>
                    <a:pt x="3914" y="4102"/>
                    <a:pt x="3944" y="4039"/>
                    <a:pt x="3919" y="3967"/>
                  </a:cubicBezTo>
                  <a:cubicBezTo>
                    <a:pt x="3956" y="3957"/>
                    <a:pt x="3985" y="3935"/>
                    <a:pt x="3993" y="3899"/>
                  </a:cubicBezTo>
                  <a:cubicBezTo>
                    <a:pt x="4000" y="3867"/>
                    <a:pt x="3994" y="3833"/>
                    <a:pt x="3994" y="3800"/>
                  </a:cubicBezTo>
                  <a:cubicBezTo>
                    <a:pt x="4055" y="3804"/>
                    <a:pt x="4109" y="3773"/>
                    <a:pt x="4119" y="3714"/>
                  </a:cubicBezTo>
                  <a:cubicBezTo>
                    <a:pt x="4127" y="3666"/>
                    <a:pt x="4128" y="3614"/>
                    <a:pt x="4120" y="3566"/>
                  </a:cubicBezTo>
                  <a:cubicBezTo>
                    <a:pt x="4106" y="3491"/>
                    <a:pt x="4039" y="3462"/>
                    <a:pt x="3969" y="3493"/>
                  </a:cubicBezTo>
                  <a:cubicBezTo>
                    <a:pt x="3963" y="3496"/>
                    <a:pt x="3957" y="3498"/>
                    <a:pt x="3951" y="3501"/>
                  </a:cubicBezTo>
                  <a:lnTo>
                    <a:pt x="3945" y="3497"/>
                  </a:lnTo>
                  <a:cubicBezTo>
                    <a:pt x="3951" y="3486"/>
                    <a:pt x="3954" y="3471"/>
                    <a:pt x="3963" y="3465"/>
                  </a:cubicBezTo>
                  <a:cubicBezTo>
                    <a:pt x="4006" y="3439"/>
                    <a:pt x="4028" y="3399"/>
                    <a:pt x="4044" y="3355"/>
                  </a:cubicBezTo>
                  <a:cubicBezTo>
                    <a:pt x="4057" y="3318"/>
                    <a:pt x="4046" y="3287"/>
                    <a:pt x="4013" y="3267"/>
                  </a:cubicBezTo>
                  <a:cubicBezTo>
                    <a:pt x="3991" y="3253"/>
                    <a:pt x="3967" y="3244"/>
                    <a:pt x="3942" y="3236"/>
                  </a:cubicBezTo>
                  <a:cubicBezTo>
                    <a:pt x="3876" y="3215"/>
                    <a:pt x="3819" y="3256"/>
                    <a:pt x="3816" y="3324"/>
                  </a:cubicBezTo>
                  <a:cubicBezTo>
                    <a:pt x="3816" y="3338"/>
                    <a:pt x="3816" y="3352"/>
                    <a:pt x="3816" y="3366"/>
                  </a:cubicBezTo>
                  <a:cubicBezTo>
                    <a:pt x="3815" y="3414"/>
                    <a:pt x="3844" y="3441"/>
                    <a:pt x="3883" y="3461"/>
                  </a:cubicBezTo>
                  <a:cubicBezTo>
                    <a:pt x="3891" y="3465"/>
                    <a:pt x="3900" y="3468"/>
                    <a:pt x="3909" y="3472"/>
                  </a:cubicBezTo>
                  <a:cubicBezTo>
                    <a:pt x="3908" y="3489"/>
                    <a:pt x="3908" y="3503"/>
                    <a:pt x="3906" y="3522"/>
                  </a:cubicBezTo>
                  <a:cubicBezTo>
                    <a:pt x="3900" y="3516"/>
                    <a:pt x="3896" y="3514"/>
                    <a:pt x="3893" y="3511"/>
                  </a:cubicBezTo>
                  <a:cubicBezTo>
                    <a:pt x="3831" y="3450"/>
                    <a:pt x="3761" y="3465"/>
                    <a:pt x="3730" y="3549"/>
                  </a:cubicBezTo>
                  <a:cubicBezTo>
                    <a:pt x="3712" y="3600"/>
                    <a:pt x="3701" y="3652"/>
                    <a:pt x="3686" y="3706"/>
                  </a:cubicBezTo>
                  <a:cubicBezTo>
                    <a:pt x="3649" y="3693"/>
                    <a:pt x="3621" y="3713"/>
                    <a:pt x="3592" y="3741"/>
                  </a:cubicBezTo>
                  <a:cubicBezTo>
                    <a:pt x="3588" y="3735"/>
                    <a:pt x="3586" y="3730"/>
                    <a:pt x="3582" y="3726"/>
                  </a:cubicBezTo>
                  <a:cubicBezTo>
                    <a:pt x="3547" y="3690"/>
                    <a:pt x="3507" y="3662"/>
                    <a:pt x="3455" y="3680"/>
                  </a:cubicBezTo>
                  <a:cubicBezTo>
                    <a:pt x="3395" y="3700"/>
                    <a:pt x="3354" y="3741"/>
                    <a:pt x="3348" y="3809"/>
                  </a:cubicBezTo>
                  <a:cubicBezTo>
                    <a:pt x="3344" y="3853"/>
                    <a:pt x="3370" y="3893"/>
                    <a:pt x="3410" y="3906"/>
                  </a:cubicBezTo>
                  <a:cubicBezTo>
                    <a:pt x="3446" y="3916"/>
                    <a:pt x="3481" y="3916"/>
                    <a:pt x="3515" y="3899"/>
                  </a:cubicBezTo>
                  <a:cubicBezTo>
                    <a:pt x="3523" y="3896"/>
                    <a:pt x="3531" y="3893"/>
                    <a:pt x="3544" y="3888"/>
                  </a:cubicBezTo>
                  <a:cubicBezTo>
                    <a:pt x="3541" y="3899"/>
                    <a:pt x="3541" y="3903"/>
                    <a:pt x="3539" y="3906"/>
                  </a:cubicBezTo>
                  <a:cubicBezTo>
                    <a:pt x="3524" y="3925"/>
                    <a:pt x="3520" y="3944"/>
                    <a:pt x="3535" y="3963"/>
                  </a:cubicBezTo>
                  <a:cubicBezTo>
                    <a:pt x="3550" y="3983"/>
                    <a:pt x="3571" y="3991"/>
                    <a:pt x="3595" y="3985"/>
                  </a:cubicBezTo>
                  <a:cubicBezTo>
                    <a:pt x="3610" y="3981"/>
                    <a:pt x="3626" y="3976"/>
                    <a:pt x="3637" y="3967"/>
                  </a:cubicBezTo>
                  <a:cubicBezTo>
                    <a:pt x="3674" y="3936"/>
                    <a:pt x="3710" y="3903"/>
                    <a:pt x="3743" y="3873"/>
                  </a:cubicBezTo>
                  <a:cubicBezTo>
                    <a:pt x="3750" y="3884"/>
                    <a:pt x="3757" y="3902"/>
                    <a:pt x="3769" y="3915"/>
                  </a:cubicBezTo>
                  <a:cubicBezTo>
                    <a:pt x="3783" y="3931"/>
                    <a:pt x="3781" y="3942"/>
                    <a:pt x="3769" y="3958"/>
                  </a:cubicBezTo>
                  <a:cubicBezTo>
                    <a:pt x="3734" y="4005"/>
                    <a:pt x="3700" y="4052"/>
                    <a:pt x="3666" y="4100"/>
                  </a:cubicBezTo>
                  <a:cubicBezTo>
                    <a:pt x="3650" y="4120"/>
                    <a:pt x="3634" y="4140"/>
                    <a:pt x="3619" y="4160"/>
                  </a:cubicBezTo>
                  <a:cubicBezTo>
                    <a:pt x="3639" y="4082"/>
                    <a:pt x="3608" y="4027"/>
                    <a:pt x="3545" y="3986"/>
                  </a:cubicBezTo>
                  <a:cubicBezTo>
                    <a:pt x="3503" y="3958"/>
                    <a:pt x="3452" y="3959"/>
                    <a:pt x="3422" y="3990"/>
                  </a:cubicBezTo>
                  <a:cubicBezTo>
                    <a:pt x="3384" y="4029"/>
                    <a:pt x="3359" y="4073"/>
                    <a:pt x="3360" y="4131"/>
                  </a:cubicBezTo>
                  <a:cubicBezTo>
                    <a:pt x="3361" y="4191"/>
                    <a:pt x="3389" y="4224"/>
                    <a:pt x="3449" y="4229"/>
                  </a:cubicBezTo>
                  <a:cubicBezTo>
                    <a:pt x="3503" y="4233"/>
                    <a:pt x="3553" y="4224"/>
                    <a:pt x="3598" y="4188"/>
                  </a:cubicBezTo>
                  <a:cubicBezTo>
                    <a:pt x="3599" y="4191"/>
                    <a:pt x="3601" y="4193"/>
                    <a:pt x="3603" y="4196"/>
                  </a:cubicBezTo>
                  <a:cubicBezTo>
                    <a:pt x="3581" y="4224"/>
                    <a:pt x="3560" y="4252"/>
                    <a:pt x="3548" y="4268"/>
                  </a:cubicBezTo>
                  <a:cubicBezTo>
                    <a:pt x="3504" y="4266"/>
                    <a:pt x="3474" y="4267"/>
                    <a:pt x="3444" y="4264"/>
                  </a:cubicBezTo>
                  <a:cubicBezTo>
                    <a:pt x="3401" y="4258"/>
                    <a:pt x="3388" y="4265"/>
                    <a:pt x="3370" y="4303"/>
                  </a:cubicBezTo>
                  <a:cubicBezTo>
                    <a:pt x="3359" y="4326"/>
                    <a:pt x="3345" y="4348"/>
                    <a:pt x="3333" y="4370"/>
                  </a:cubicBezTo>
                  <a:cubicBezTo>
                    <a:pt x="3330" y="4369"/>
                    <a:pt x="3326" y="4369"/>
                    <a:pt x="3323" y="4369"/>
                  </a:cubicBezTo>
                  <a:cubicBezTo>
                    <a:pt x="3318" y="4350"/>
                    <a:pt x="3310" y="4331"/>
                    <a:pt x="3307" y="4311"/>
                  </a:cubicBezTo>
                  <a:cubicBezTo>
                    <a:pt x="3302" y="4269"/>
                    <a:pt x="3301" y="4227"/>
                    <a:pt x="3297" y="4185"/>
                  </a:cubicBezTo>
                  <a:cubicBezTo>
                    <a:pt x="3286" y="4072"/>
                    <a:pt x="3291" y="3961"/>
                    <a:pt x="3309" y="3850"/>
                  </a:cubicBezTo>
                  <a:cubicBezTo>
                    <a:pt x="3321" y="3778"/>
                    <a:pt x="3342" y="3712"/>
                    <a:pt x="3417" y="3679"/>
                  </a:cubicBezTo>
                  <a:cubicBezTo>
                    <a:pt x="3441" y="3668"/>
                    <a:pt x="3464" y="3654"/>
                    <a:pt x="3489" y="3646"/>
                  </a:cubicBezTo>
                  <a:cubicBezTo>
                    <a:pt x="3600" y="3614"/>
                    <a:pt x="3642" y="3538"/>
                    <a:pt x="3607" y="3430"/>
                  </a:cubicBezTo>
                  <a:cubicBezTo>
                    <a:pt x="3605" y="3425"/>
                    <a:pt x="3605" y="3420"/>
                    <a:pt x="3605" y="3420"/>
                  </a:cubicBezTo>
                  <a:cubicBezTo>
                    <a:pt x="3640" y="3401"/>
                    <a:pt x="3674" y="3386"/>
                    <a:pt x="3704" y="3365"/>
                  </a:cubicBezTo>
                  <a:cubicBezTo>
                    <a:pt x="3795" y="3301"/>
                    <a:pt x="3791" y="3203"/>
                    <a:pt x="3696" y="3142"/>
                  </a:cubicBezTo>
                  <a:cubicBezTo>
                    <a:pt x="3689" y="3137"/>
                    <a:pt x="3682" y="3120"/>
                    <a:pt x="3684" y="3112"/>
                  </a:cubicBezTo>
                  <a:cubicBezTo>
                    <a:pt x="3695" y="3080"/>
                    <a:pt x="3710" y="3049"/>
                    <a:pt x="3726" y="3013"/>
                  </a:cubicBezTo>
                  <a:cubicBezTo>
                    <a:pt x="3735" y="3040"/>
                    <a:pt x="3741" y="3060"/>
                    <a:pt x="3749" y="3078"/>
                  </a:cubicBezTo>
                  <a:cubicBezTo>
                    <a:pt x="3777" y="3139"/>
                    <a:pt x="3831" y="3162"/>
                    <a:pt x="3895" y="3141"/>
                  </a:cubicBezTo>
                  <a:cubicBezTo>
                    <a:pt x="4000" y="3107"/>
                    <a:pt x="4043" y="2927"/>
                    <a:pt x="3966" y="2849"/>
                  </a:cubicBezTo>
                  <a:cubicBezTo>
                    <a:pt x="3944" y="2827"/>
                    <a:pt x="3918" y="2820"/>
                    <a:pt x="3888" y="2824"/>
                  </a:cubicBezTo>
                  <a:cubicBezTo>
                    <a:pt x="3821" y="2833"/>
                    <a:pt x="3767" y="2860"/>
                    <a:pt x="3736" y="2925"/>
                  </a:cubicBezTo>
                  <a:cubicBezTo>
                    <a:pt x="3734" y="2921"/>
                    <a:pt x="3732" y="2920"/>
                    <a:pt x="3733" y="2919"/>
                  </a:cubicBezTo>
                  <a:cubicBezTo>
                    <a:pt x="3756" y="2868"/>
                    <a:pt x="3779" y="2817"/>
                    <a:pt x="3803" y="2766"/>
                  </a:cubicBezTo>
                  <a:cubicBezTo>
                    <a:pt x="3805" y="2763"/>
                    <a:pt x="3812" y="2760"/>
                    <a:pt x="3817" y="2759"/>
                  </a:cubicBezTo>
                  <a:cubicBezTo>
                    <a:pt x="3865" y="2747"/>
                    <a:pt x="3889" y="2712"/>
                    <a:pt x="3902" y="2668"/>
                  </a:cubicBezTo>
                  <a:cubicBezTo>
                    <a:pt x="3910" y="2640"/>
                    <a:pt x="3915" y="2610"/>
                    <a:pt x="3921" y="2579"/>
                  </a:cubicBezTo>
                  <a:cubicBezTo>
                    <a:pt x="3938" y="2583"/>
                    <a:pt x="3954" y="2587"/>
                    <a:pt x="3972" y="2592"/>
                  </a:cubicBezTo>
                  <a:cubicBezTo>
                    <a:pt x="3964" y="2610"/>
                    <a:pt x="3956" y="2627"/>
                    <a:pt x="3952" y="2645"/>
                  </a:cubicBezTo>
                  <a:cubicBezTo>
                    <a:pt x="3938" y="2698"/>
                    <a:pt x="3927" y="2754"/>
                    <a:pt x="3973" y="2795"/>
                  </a:cubicBezTo>
                  <a:cubicBezTo>
                    <a:pt x="4044" y="2859"/>
                    <a:pt x="4127" y="2853"/>
                    <a:pt x="4170" y="2761"/>
                  </a:cubicBezTo>
                  <a:cubicBezTo>
                    <a:pt x="4177" y="2745"/>
                    <a:pt x="4185" y="2729"/>
                    <a:pt x="4191" y="2713"/>
                  </a:cubicBezTo>
                  <a:cubicBezTo>
                    <a:pt x="4211" y="2657"/>
                    <a:pt x="4198" y="2594"/>
                    <a:pt x="4157" y="2560"/>
                  </a:cubicBezTo>
                  <a:cubicBezTo>
                    <a:pt x="4141" y="2547"/>
                    <a:pt x="4120" y="2541"/>
                    <a:pt x="4101" y="2531"/>
                  </a:cubicBezTo>
                  <a:cubicBezTo>
                    <a:pt x="4136" y="2471"/>
                    <a:pt x="4133" y="2400"/>
                    <a:pt x="4094" y="2350"/>
                  </a:cubicBezTo>
                  <a:cubicBezTo>
                    <a:pt x="4073" y="2324"/>
                    <a:pt x="4049" y="2312"/>
                    <a:pt x="4017" y="2325"/>
                  </a:cubicBezTo>
                  <a:cubicBezTo>
                    <a:pt x="3992" y="2334"/>
                    <a:pt x="3968" y="2344"/>
                    <a:pt x="3949" y="2352"/>
                  </a:cubicBezTo>
                  <a:cubicBezTo>
                    <a:pt x="3925" y="2307"/>
                    <a:pt x="3905" y="2267"/>
                    <a:pt x="3881" y="2228"/>
                  </a:cubicBezTo>
                  <a:cubicBezTo>
                    <a:pt x="3857" y="2189"/>
                    <a:pt x="3820" y="2167"/>
                    <a:pt x="3775" y="2166"/>
                  </a:cubicBezTo>
                  <a:cubicBezTo>
                    <a:pt x="3755" y="2166"/>
                    <a:pt x="3726" y="2176"/>
                    <a:pt x="3717" y="2191"/>
                  </a:cubicBezTo>
                  <a:cubicBezTo>
                    <a:pt x="3690" y="2235"/>
                    <a:pt x="3664" y="2281"/>
                    <a:pt x="3692" y="2336"/>
                  </a:cubicBezTo>
                  <a:cubicBezTo>
                    <a:pt x="3707" y="2364"/>
                    <a:pt x="3717" y="2393"/>
                    <a:pt x="3731" y="2424"/>
                  </a:cubicBezTo>
                  <a:cubicBezTo>
                    <a:pt x="3693" y="2456"/>
                    <a:pt x="3669" y="2498"/>
                    <a:pt x="3661" y="2550"/>
                  </a:cubicBezTo>
                  <a:cubicBezTo>
                    <a:pt x="3656" y="2576"/>
                    <a:pt x="3638" y="2599"/>
                    <a:pt x="3629" y="2623"/>
                  </a:cubicBezTo>
                  <a:cubicBezTo>
                    <a:pt x="3614" y="2661"/>
                    <a:pt x="3597" y="2699"/>
                    <a:pt x="3589" y="2739"/>
                  </a:cubicBezTo>
                  <a:cubicBezTo>
                    <a:pt x="3580" y="2782"/>
                    <a:pt x="3601" y="2819"/>
                    <a:pt x="3638" y="2847"/>
                  </a:cubicBezTo>
                  <a:cubicBezTo>
                    <a:pt x="3582" y="2831"/>
                    <a:pt x="3518" y="2875"/>
                    <a:pt x="3484" y="2951"/>
                  </a:cubicBezTo>
                  <a:cubicBezTo>
                    <a:pt x="3455" y="3017"/>
                    <a:pt x="3487" y="3089"/>
                    <a:pt x="3566" y="3135"/>
                  </a:cubicBezTo>
                  <a:cubicBezTo>
                    <a:pt x="3543" y="3168"/>
                    <a:pt x="3512" y="3197"/>
                    <a:pt x="3498" y="3233"/>
                  </a:cubicBezTo>
                  <a:cubicBezTo>
                    <a:pt x="3484" y="3269"/>
                    <a:pt x="3486" y="3312"/>
                    <a:pt x="3480" y="3352"/>
                  </a:cubicBezTo>
                  <a:cubicBezTo>
                    <a:pt x="3432" y="3378"/>
                    <a:pt x="3386" y="3417"/>
                    <a:pt x="3364" y="3473"/>
                  </a:cubicBezTo>
                  <a:cubicBezTo>
                    <a:pt x="3340" y="3532"/>
                    <a:pt x="3351" y="3590"/>
                    <a:pt x="3394" y="3642"/>
                  </a:cubicBezTo>
                  <a:cubicBezTo>
                    <a:pt x="3381" y="3649"/>
                    <a:pt x="3371" y="3654"/>
                    <a:pt x="3357" y="3661"/>
                  </a:cubicBezTo>
                  <a:cubicBezTo>
                    <a:pt x="3355" y="3621"/>
                    <a:pt x="3329" y="3602"/>
                    <a:pt x="3299" y="3591"/>
                  </a:cubicBezTo>
                  <a:cubicBezTo>
                    <a:pt x="3278" y="3583"/>
                    <a:pt x="3276" y="3571"/>
                    <a:pt x="3273" y="3552"/>
                  </a:cubicBezTo>
                  <a:cubicBezTo>
                    <a:pt x="3266" y="3495"/>
                    <a:pt x="3265" y="3436"/>
                    <a:pt x="3247" y="3382"/>
                  </a:cubicBezTo>
                  <a:cubicBezTo>
                    <a:pt x="3205" y="3262"/>
                    <a:pt x="3189" y="3139"/>
                    <a:pt x="3197" y="3013"/>
                  </a:cubicBezTo>
                  <a:cubicBezTo>
                    <a:pt x="3201" y="2946"/>
                    <a:pt x="3209" y="2879"/>
                    <a:pt x="3215" y="2812"/>
                  </a:cubicBezTo>
                  <a:cubicBezTo>
                    <a:pt x="3270" y="2808"/>
                    <a:pt x="3296" y="2770"/>
                    <a:pt x="3328" y="2725"/>
                  </a:cubicBezTo>
                  <a:cubicBezTo>
                    <a:pt x="3325" y="2743"/>
                    <a:pt x="3321" y="2753"/>
                    <a:pt x="3322" y="2761"/>
                  </a:cubicBezTo>
                  <a:cubicBezTo>
                    <a:pt x="3327" y="2795"/>
                    <a:pt x="3326" y="2832"/>
                    <a:pt x="3339" y="2862"/>
                  </a:cubicBezTo>
                  <a:cubicBezTo>
                    <a:pt x="3363" y="2919"/>
                    <a:pt x="3417" y="2934"/>
                    <a:pt x="3472" y="2905"/>
                  </a:cubicBezTo>
                  <a:cubicBezTo>
                    <a:pt x="3551" y="2863"/>
                    <a:pt x="3602" y="2741"/>
                    <a:pt x="3578" y="2651"/>
                  </a:cubicBezTo>
                  <a:cubicBezTo>
                    <a:pt x="3567" y="2611"/>
                    <a:pt x="3544" y="2583"/>
                    <a:pt x="3502" y="2575"/>
                  </a:cubicBezTo>
                  <a:cubicBezTo>
                    <a:pt x="3482" y="2572"/>
                    <a:pt x="3462" y="2566"/>
                    <a:pt x="3441" y="2566"/>
                  </a:cubicBezTo>
                  <a:cubicBezTo>
                    <a:pt x="3427" y="2566"/>
                    <a:pt x="3409" y="2570"/>
                    <a:pt x="3400" y="2580"/>
                  </a:cubicBezTo>
                  <a:cubicBezTo>
                    <a:pt x="3380" y="2602"/>
                    <a:pt x="3365" y="2628"/>
                    <a:pt x="3347" y="2656"/>
                  </a:cubicBezTo>
                  <a:cubicBezTo>
                    <a:pt x="3339" y="2566"/>
                    <a:pt x="3307" y="2500"/>
                    <a:pt x="3205" y="2506"/>
                  </a:cubicBezTo>
                  <a:cubicBezTo>
                    <a:pt x="3202" y="2480"/>
                    <a:pt x="3200" y="2459"/>
                    <a:pt x="3197" y="2437"/>
                  </a:cubicBezTo>
                  <a:cubicBezTo>
                    <a:pt x="3195" y="2413"/>
                    <a:pt x="3197" y="2392"/>
                    <a:pt x="3214" y="2371"/>
                  </a:cubicBezTo>
                  <a:cubicBezTo>
                    <a:pt x="3250" y="2324"/>
                    <a:pt x="3253" y="2269"/>
                    <a:pt x="3223" y="2221"/>
                  </a:cubicBezTo>
                  <a:cubicBezTo>
                    <a:pt x="3191" y="2168"/>
                    <a:pt x="3218" y="2117"/>
                    <a:pt x="3211" y="2073"/>
                  </a:cubicBezTo>
                  <a:cubicBezTo>
                    <a:pt x="3241" y="2074"/>
                    <a:pt x="3270" y="2082"/>
                    <a:pt x="3293" y="2075"/>
                  </a:cubicBezTo>
                  <a:cubicBezTo>
                    <a:pt x="3321" y="2066"/>
                    <a:pt x="3345" y="2044"/>
                    <a:pt x="3371" y="2027"/>
                  </a:cubicBezTo>
                  <a:cubicBezTo>
                    <a:pt x="3377" y="2017"/>
                    <a:pt x="3383" y="2007"/>
                    <a:pt x="3389" y="1997"/>
                  </a:cubicBezTo>
                  <a:cubicBezTo>
                    <a:pt x="3411" y="1954"/>
                    <a:pt x="3420" y="1906"/>
                    <a:pt x="3401" y="1862"/>
                  </a:cubicBezTo>
                  <a:cubicBezTo>
                    <a:pt x="3374" y="1802"/>
                    <a:pt x="3323" y="1764"/>
                    <a:pt x="3262" y="1737"/>
                  </a:cubicBezTo>
                  <a:cubicBezTo>
                    <a:pt x="3263" y="1728"/>
                    <a:pt x="3263" y="1718"/>
                    <a:pt x="3265" y="1705"/>
                  </a:cubicBezTo>
                  <a:cubicBezTo>
                    <a:pt x="3273" y="1711"/>
                    <a:pt x="3277" y="1714"/>
                    <a:pt x="3282" y="1716"/>
                  </a:cubicBezTo>
                  <a:cubicBezTo>
                    <a:pt x="3358" y="1765"/>
                    <a:pt x="3435" y="1736"/>
                    <a:pt x="3458" y="1648"/>
                  </a:cubicBezTo>
                  <a:cubicBezTo>
                    <a:pt x="3469" y="1608"/>
                    <a:pt x="3473" y="1567"/>
                    <a:pt x="3456" y="1527"/>
                  </a:cubicBezTo>
                  <a:cubicBezTo>
                    <a:pt x="3440" y="1489"/>
                    <a:pt x="3413" y="1464"/>
                    <a:pt x="3372" y="1450"/>
                  </a:cubicBezTo>
                  <a:cubicBezTo>
                    <a:pt x="3404" y="1414"/>
                    <a:pt x="3398" y="1375"/>
                    <a:pt x="3392" y="1335"/>
                  </a:cubicBezTo>
                  <a:cubicBezTo>
                    <a:pt x="3397" y="1340"/>
                    <a:pt x="3402" y="1345"/>
                    <a:pt x="3406" y="1350"/>
                  </a:cubicBezTo>
                  <a:cubicBezTo>
                    <a:pt x="3465" y="1425"/>
                    <a:pt x="3538" y="1422"/>
                    <a:pt x="3587" y="1341"/>
                  </a:cubicBezTo>
                  <a:cubicBezTo>
                    <a:pt x="3588" y="1338"/>
                    <a:pt x="3589" y="1335"/>
                    <a:pt x="3593" y="1325"/>
                  </a:cubicBezTo>
                  <a:cubicBezTo>
                    <a:pt x="3598" y="1341"/>
                    <a:pt x="3599" y="1347"/>
                    <a:pt x="3602" y="1353"/>
                  </a:cubicBezTo>
                  <a:cubicBezTo>
                    <a:pt x="3618" y="1394"/>
                    <a:pt x="3676" y="1428"/>
                    <a:pt x="3724" y="1424"/>
                  </a:cubicBezTo>
                  <a:cubicBezTo>
                    <a:pt x="3769" y="1420"/>
                    <a:pt x="3807" y="1386"/>
                    <a:pt x="3814" y="1338"/>
                  </a:cubicBezTo>
                  <a:cubicBezTo>
                    <a:pt x="3822" y="1284"/>
                    <a:pt x="3817" y="1231"/>
                    <a:pt x="3788" y="1184"/>
                  </a:cubicBezTo>
                  <a:cubicBezTo>
                    <a:pt x="3777" y="1167"/>
                    <a:pt x="3762" y="1150"/>
                    <a:pt x="3744" y="1141"/>
                  </a:cubicBezTo>
                  <a:cubicBezTo>
                    <a:pt x="3685" y="1110"/>
                    <a:pt x="3656" y="1120"/>
                    <a:pt x="3623" y="1177"/>
                  </a:cubicBezTo>
                  <a:cubicBezTo>
                    <a:pt x="3615" y="1147"/>
                    <a:pt x="3607" y="1117"/>
                    <a:pt x="3598" y="1088"/>
                  </a:cubicBezTo>
                  <a:cubicBezTo>
                    <a:pt x="3719" y="1037"/>
                    <a:pt x="3748" y="883"/>
                    <a:pt x="3710" y="794"/>
                  </a:cubicBezTo>
                  <a:cubicBezTo>
                    <a:pt x="3685" y="734"/>
                    <a:pt x="3614" y="717"/>
                    <a:pt x="3571" y="767"/>
                  </a:cubicBezTo>
                  <a:cubicBezTo>
                    <a:pt x="3535" y="810"/>
                    <a:pt x="3503" y="857"/>
                    <a:pt x="3472" y="899"/>
                  </a:cubicBezTo>
                  <a:cubicBezTo>
                    <a:pt x="3469" y="885"/>
                    <a:pt x="3466" y="867"/>
                    <a:pt x="3460" y="850"/>
                  </a:cubicBezTo>
                  <a:cubicBezTo>
                    <a:pt x="3454" y="831"/>
                    <a:pt x="3446" y="814"/>
                    <a:pt x="3438" y="796"/>
                  </a:cubicBezTo>
                  <a:cubicBezTo>
                    <a:pt x="3508" y="798"/>
                    <a:pt x="3567" y="764"/>
                    <a:pt x="3603" y="697"/>
                  </a:cubicBezTo>
                  <a:cubicBezTo>
                    <a:pt x="3641" y="626"/>
                    <a:pt x="3644" y="535"/>
                    <a:pt x="3536" y="512"/>
                  </a:cubicBezTo>
                  <a:cubicBezTo>
                    <a:pt x="3535" y="512"/>
                    <a:pt x="3534" y="510"/>
                    <a:pt x="3533" y="508"/>
                  </a:cubicBezTo>
                  <a:cubicBezTo>
                    <a:pt x="3580" y="469"/>
                    <a:pt x="3611" y="420"/>
                    <a:pt x="3607" y="357"/>
                  </a:cubicBezTo>
                  <a:cubicBezTo>
                    <a:pt x="3606" y="341"/>
                    <a:pt x="3596" y="319"/>
                    <a:pt x="3583" y="311"/>
                  </a:cubicBezTo>
                  <a:cubicBezTo>
                    <a:pt x="3528" y="278"/>
                    <a:pt x="3499" y="282"/>
                    <a:pt x="3448" y="326"/>
                  </a:cubicBezTo>
                  <a:cubicBezTo>
                    <a:pt x="3439" y="333"/>
                    <a:pt x="3431" y="341"/>
                    <a:pt x="3422" y="349"/>
                  </a:cubicBezTo>
                  <a:cubicBezTo>
                    <a:pt x="3417" y="321"/>
                    <a:pt x="3413" y="296"/>
                    <a:pt x="3409" y="272"/>
                  </a:cubicBezTo>
                  <a:cubicBezTo>
                    <a:pt x="3436" y="255"/>
                    <a:pt x="3465" y="239"/>
                    <a:pt x="3490" y="219"/>
                  </a:cubicBezTo>
                  <a:cubicBezTo>
                    <a:pt x="3541" y="179"/>
                    <a:pt x="3554" y="135"/>
                    <a:pt x="3533" y="81"/>
                  </a:cubicBezTo>
                  <a:cubicBezTo>
                    <a:pt x="3518" y="40"/>
                    <a:pt x="3456" y="0"/>
                    <a:pt x="3408" y="0"/>
                  </a:cubicBezTo>
                  <a:cubicBezTo>
                    <a:pt x="3376" y="0"/>
                    <a:pt x="3350" y="13"/>
                    <a:pt x="3334" y="41"/>
                  </a:cubicBezTo>
                  <a:cubicBezTo>
                    <a:pt x="3308" y="86"/>
                    <a:pt x="3285" y="132"/>
                    <a:pt x="3285" y="187"/>
                  </a:cubicBezTo>
                  <a:cubicBezTo>
                    <a:pt x="3285" y="202"/>
                    <a:pt x="3274" y="218"/>
                    <a:pt x="3264" y="231"/>
                  </a:cubicBezTo>
                  <a:cubicBezTo>
                    <a:pt x="3241" y="262"/>
                    <a:pt x="3210" y="289"/>
                    <a:pt x="3192" y="323"/>
                  </a:cubicBezTo>
                  <a:cubicBezTo>
                    <a:pt x="3163" y="379"/>
                    <a:pt x="3142" y="440"/>
                    <a:pt x="3201" y="494"/>
                  </a:cubicBezTo>
                  <a:cubicBezTo>
                    <a:pt x="3143" y="511"/>
                    <a:pt x="3104" y="577"/>
                    <a:pt x="3111" y="646"/>
                  </a:cubicBezTo>
                  <a:cubicBezTo>
                    <a:pt x="3118" y="718"/>
                    <a:pt x="3173" y="774"/>
                    <a:pt x="3248" y="781"/>
                  </a:cubicBezTo>
                  <a:cubicBezTo>
                    <a:pt x="3193" y="852"/>
                    <a:pt x="3193" y="923"/>
                    <a:pt x="3249" y="994"/>
                  </a:cubicBezTo>
                  <a:cubicBezTo>
                    <a:pt x="3219" y="1024"/>
                    <a:pt x="3229" y="1058"/>
                    <a:pt x="3235" y="1092"/>
                  </a:cubicBezTo>
                  <a:cubicBezTo>
                    <a:pt x="3242" y="1126"/>
                    <a:pt x="3249" y="1159"/>
                    <a:pt x="3257" y="1195"/>
                  </a:cubicBezTo>
                  <a:cubicBezTo>
                    <a:pt x="3192" y="1194"/>
                    <a:pt x="3152" y="1222"/>
                    <a:pt x="3140" y="1279"/>
                  </a:cubicBezTo>
                  <a:cubicBezTo>
                    <a:pt x="3133" y="1311"/>
                    <a:pt x="3136" y="1345"/>
                    <a:pt x="3137" y="1378"/>
                  </a:cubicBezTo>
                  <a:cubicBezTo>
                    <a:pt x="3138" y="1430"/>
                    <a:pt x="3161" y="1462"/>
                    <a:pt x="3211" y="1481"/>
                  </a:cubicBezTo>
                  <a:cubicBezTo>
                    <a:pt x="3219" y="1484"/>
                    <a:pt x="3228" y="1487"/>
                    <a:pt x="3236" y="1491"/>
                  </a:cubicBezTo>
                  <a:cubicBezTo>
                    <a:pt x="3233" y="1509"/>
                    <a:pt x="3229" y="1525"/>
                    <a:pt x="3228" y="1541"/>
                  </a:cubicBezTo>
                  <a:cubicBezTo>
                    <a:pt x="3225" y="1610"/>
                    <a:pt x="3224" y="1680"/>
                    <a:pt x="3221" y="1750"/>
                  </a:cubicBezTo>
                  <a:cubicBezTo>
                    <a:pt x="3220" y="1764"/>
                    <a:pt x="3216" y="1781"/>
                    <a:pt x="3207" y="1791"/>
                  </a:cubicBezTo>
                  <a:cubicBezTo>
                    <a:pt x="3156" y="1843"/>
                    <a:pt x="3144" y="1907"/>
                    <a:pt x="3166" y="1972"/>
                  </a:cubicBezTo>
                  <a:cubicBezTo>
                    <a:pt x="3180" y="2015"/>
                    <a:pt x="3173" y="2053"/>
                    <a:pt x="3169" y="2094"/>
                  </a:cubicBezTo>
                  <a:cubicBezTo>
                    <a:pt x="3165" y="2132"/>
                    <a:pt x="3148" y="2139"/>
                    <a:pt x="3115" y="2119"/>
                  </a:cubicBezTo>
                  <a:cubicBezTo>
                    <a:pt x="3109" y="2116"/>
                    <a:pt x="3102" y="2112"/>
                    <a:pt x="3094" y="2111"/>
                  </a:cubicBezTo>
                  <a:cubicBezTo>
                    <a:pt x="3027" y="2103"/>
                    <a:pt x="2959" y="2160"/>
                    <a:pt x="2957" y="2227"/>
                  </a:cubicBezTo>
                  <a:cubicBezTo>
                    <a:pt x="2957" y="2247"/>
                    <a:pt x="2960" y="2267"/>
                    <a:pt x="2965" y="2286"/>
                  </a:cubicBezTo>
                  <a:cubicBezTo>
                    <a:pt x="2982" y="2357"/>
                    <a:pt x="3023" y="2408"/>
                    <a:pt x="3094" y="2426"/>
                  </a:cubicBezTo>
                  <a:cubicBezTo>
                    <a:pt x="3098" y="2453"/>
                    <a:pt x="3100" y="2476"/>
                    <a:pt x="3106" y="2498"/>
                  </a:cubicBezTo>
                  <a:cubicBezTo>
                    <a:pt x="3113" y="2521"/>
                    <a:pt x="3110" y="2540"/>
                    <a:pt x="3095" y="2561"/>
                  </a:cubicBezTo>
                  <a:cubicBezTo>
                    <a:pt x="3058" y="2611"/>
                    <a:pt x="3058" y="2668"/>
                    <a:pt x="3073" y="2726"/>
                  </a:cubicBezTo>
                  <a:cubicBezTo>
                    <a:pt x="3080" y="2753"/>
                    <a:pt x="3083" y="2781"/>
                    <a:pt x="3088" y="2809"/>
                  </a:cubicBezTo>
                  <a:cubicBezTo>
                    <a:pt x="3046" y="2740"/>
                    <a:pt x="3031" y="2655"/>
                    <a:pt x="2945" y="2621"/>
                  </a:cubicBezTo>
                  <a:cubicBezTo>
                    <a:pt x="2980" y="2576"/>
                    <a:pt x="2986" y="2563"/>
                    <a:pt x="2981" y="2527"/>
                  </a:cubicBezTo>
                  <a:cubicBezTo>
                    <a:pt x="2971" y="2463"/>
                    <a:pt x="2932" y="2415"/>
                    <a:pt x="2876" y="2390"/>
                  </a:cubicBezTo>
                  <a:cubicBezTo>
                    <a:pt x="2816" y="2362"/>
                    <a:pt x="2796" y="2373"/>
                    <a:pt x="2780" y="2443"/>
                  </a:cubicBezTo>
                  <a:cubicBezTo>
                    <a:pt x="2773" y="2472"/>
                    <a:pt x="2774" y="2503"/>
                    <a:pt x="2771" y="2533"/>
                  </a:cubicBezTo>
                  <a:cubicBezTo>
                    <a:pt x="2747" y="2521"/>
                    <a:pt x="2719" y="2506"/>
                    <a:pt x="2692" y="2493"/>
                  </a:cubicBezTo>
                  <a:cubicBezTo>
                    <a:pt x="2739" y="2438"/>
                    <a:pt x="2746" y="2389"/>
                    <a:pt x="2713" y="2330"/>
                  </a:cubicBezTo>
                  <a:cubicBezTo>
                    <a:pt x="2688" y="2287"/>
                    <a:pt x="2651" y="2264"/>
                    <a:pt x="2617" y="2270"/>
                  </a:cubicBezTo>
                  <a:cubicBezTo>
                    <a:pt x="2580" y="2276"/>
                    <a:pt x="2542" y="2282"/>
                    <a:pt x="2523" y="2319"/>
                  </a:cubicBezTo>
                  <a:cubicBezTo>
                    <a:pt x="2506" y="2352"/>
                    <a:pt x="2495" y="2387"/>
                    <a:pt x="2480" y="2423"/>
                  </a:cubicBezTo>
                  <a:cubicBezTo>
                    <a:pt x="2456" y="2418"/>
                    <a:pt x="2425" y="2412"/>
                    <a:pt x="2395" y="2404"/>
                  </a:cubicBezTo>
                  <a:cubicBezTo>
                    <a:pt x="2367" y="2396"/>
                    <a:pt x="2350" y="2407"/>
                    <a:pt x="2332" y="2425"/>
                  </a:cubicBezTo>
                  <a:cubicBezTo>
                    <a:pt x="2261" y="2496"/>
                    <a:pt x="2272" y="2605"/>
                    <a:pt x="2307" y="2669"/>
                  </a:cubicBezTo>
                  <a:cubicBezTo>
                    <a:pt x="2327" y="2706"/>
                    <a:pt x="2360" y="2722"/>
                    <a:pt x="2402" y="2719"/>
                  </a:cubicBezTo>
                  <a:cubicBezTo>
                    <a:pt x="2454" y="2716"/>
                    <a:pt x="2528" y="2655"/>
                    <a:pt x="2541" y="2596"/>
                  </a:cubicBezTo>
                  <a:cubicBezTo>
                    <a:pt x="2548" y="2563"/>
                    <a:pt x="2542" y="2527"/>
                    <a:pt x="2542" y="2495"/>
                  </a:cubicBezTo>
                  <a:cubicBezTo>
                    <a:pt x="2567" y="2503"/>
                    <a:pt x="2595" y="2512"/>
                    <a:pt x="2628" y="2522"/>
                  </a:cubicBezTo>
                  <a:cubicBezTo>
                    <a:pt x="2558" y="2568"/>
                    <a:pt x="2554" y="2637"/>
                    <a:pt x="2563" y="2709"/>
                  </a:cubicBezTo>
                  <a:cubicBezTo>
                    <a:pt x="2570" y="2769"/>
                    <a:pt x="2619" y="2819"/>
                    <a:pt x="2686" y="2832"/>
                  </a:cubicBezTo>
                  <a:cubicBezTo>
                    <a:pt x="2740" y="2843"/>
                    <a:pt x="2770" y="2806"/>
                    <a:pt x="2797" y="2768"/>
                  </a:cubicBezTo>
                  <a:cubicBezTo>
                    <a:pt x="2800" y="2763"/>
                    <a:pt x="2803" y="2759"/>
                    <a:pt x="2809" y="2750"/>
                  </a:cubicBezTo>
                  <a:cubicBezTo>
                    <a:pt x="2819" y="2777"/>
                    <a:pt x="2829" y="2800"/>
                    <a:pt x="2838" y="2823"/>
                  </a:cubicBezTo>
                  <a:cubicBezTo>
                    <a:pt x="2856" y="2869"/>
                    <a:pt x="2855" y="2868"/>
                    <a:pt x="2807" y="2876"/>
                  </a:cubicBezTo>
                  <a:cubicBezTo>
                    <a:pt x="2769" y="2882"/>
                    <a:pt x="2735" y="2898"/>
                    <a:pt x="2718" y="2935"/>
                  </a:cubicBezTo>
                  <a:cubicBezTo>
                    <a:pt x="2701" y="2970"/>
                    <a:pt x="2716" y="3003"/>
                    <a:pt x="2741" y="3027"/>
                  </a:cubicBezTo>
                  <a:cubicBezTo>
                    <a:pt x="2772" y="3057"/>
                    <a:pt x="2806" y="3084"/>
                    <a:pt x="2842" y="3108"/>
                  </a:cubicBezTo>
                  <a:cubicBezTo>
                    <a:pt x="2876" y="3129"/>
                    <a:pt x="2911" y="3120"/>
                    <a:pt x="2941" y="3094"/>
                  </a:cubicBezTo>
                  <a:cubicBezTo>
                    <a:pt x="2951" y="3085"/>
                    <a:pt x="2960" y="3074"/>
                    <a:pt x="2974" y="3059"/>
                  </a:cubicBezTo>
                  <a:cubicBezTo>
                    <a:pt x="2994" y="3119"/>
                    <a:pt x="3013" y="3174"/>
                    <a:pt x="3034" y="3237"/>
                  </a:cubicBezTo>
                  <a:cubicBezTo>
                    <a:pt x="2983" y="3215"/>
                    <a:pt x="2920" y="3208"/>
                    <a:pt x="2873" y="3220"/>
                  </a:cubicBezTo>
                  <a:cubicBezTo>
                    <a:pt x="2857" y="3224"/>
                    <a:pt x="2840" y="3228"/>
                    <a:pt x="2829" y="3238"/>
                  </a:cubicBezTo>
                  <a:cubicBezTo>
                    <a:pt x="2785" y="3280"/>
                    <a:pt x="2774" y="3366"/>
                    <a:pt x="2802" y="3420"/>
                  </a:cubicBezTo>
                  <a:cubicBezTo>
                    <a:pt x="2836" y="3485"/>
                    <a:pt x="2905" y="3504"/>
                    <a:pt x="2968" y="3468"/>
                  </a:cubicBezTo>
                  <a:cubicBezTo>
                    <a:pt x="3011" y="3442"/>
                    <a:pt x="3036" y="3402"/>
                    <a:pt x="3057" y="3357"/>
                  </a:cubicBezTo>
                  <a:cubicBezTo>
                    <a:pt x="3060" y="3362"/>
                    <a:pt x="3063" y="3364"/>
                    <a:pt x="3063" y="3367"/>
                  </a:cubicBezTo>
                  <a:cubicBezTo>
                    <a:pt x="3083" y="3449"/>
                    <a:pt x="3103" y="3532"/>
                    <a:pt x="3121" y="3615"/>
                  </a:cubicBezTo>
                  <a:cubicBezTo>
                    <a:pt x="3125" y="3630"/>
                    <a:pt x="3118" y="3648"/>
                    <a:pt x="3116" y="3674"/>
                  </a:cubicBezTo>
                  <a:cubicBezTo>
                    <a:pt x="3039" y="3596"/>
                    <a:pt x="2977" y="3623"/>
                    <a:pt x="2921" y="3686"/>
                  </a:cubicBezTo>
                  <a:cubicBezTo>
                    <a:pt x="2879" y="3608"/>
                    <a:pt x="2854" y="3576"/>
                    <a:pt x="2813" y="3548"/>
                  </a:cubicBezTo>
                  <a:cubicBezTo>
                    <a:pt x="2764" y="3516"/>
                    <a:pt x="2707" y="3536"/>
                    <a:pt x="2695" y="3592"/>
                  </a:cubicBezTo>
                  <a:cubicBezTo>
                    <a:pt x="2683" y="3643"/>
                    <a:pt x="2680" y="3695"/>
                    <a:pt x="2698" y="3747"/>
                  </a:cubicBezTo>
                  <a:cubicBezTo>
                    <a:pt x="2704" y="3764"/>
                    <a:pt x="2709" y="3783"/>
                    <a:pt x="2714" y="3801"/>
                  </a:cubicBezTo>
                  <a:cubicBezTo>
                    <a:pt x="2690" y="3808"/>
                    <a:pt x="2688" y="3797"/>
                    <a:pt x="2685" y="3778"/>
                  </a:cubicBezTo>
                  <a:cubicBezTo>
                    <a:pt x="2679" y="3728"/>
                    <a:pt x="2671" y="3677"/>
                    <a:pt x="2659" y="3628"/>
                  </a:cubicBezTo>
                  <a:cubicBezTo>
                    <a:pt x="2649" y="3582"/>
                    <a:pt x="2609" y="3558"/>
                    <a:pt x="2571" y="3542"/>
                  </a:cubicBezTo>
                  <a:cubicBezTo>
                    <a:pt x="2535" y="3526"/>
                    <a:pt x="2499" y="3540"/>
                    <a:pt x="2477" y="3574"/>
                  </a:cubicBezTo>
                  <a:cubicBezTo>
                    <a:pt x="2446" y="3553"/>
                    <a:pt x="2418" y="3531"/>
                    <a:pt x="2388" y="3514"/>
                  </a:cubicBezTo>
                  <a:cubicBezTo>
                    <a:pt x="2336" y="3482"/>
                    <a:pt x="2293" y="3495"/>
                    <a:pt x="2269" y="3552"/>
                  </a:cubicBezTo>
                  <a:cubicBezTo>
                    <a:pt x="2245" y="3610"/>
                    <a:pt x="2238" y="3671"/>
                    <a:pt x="2269" y="3728"/>
                  </a:cubicBezTo>
                  <a:cubicBezTo>
                    <a:pt x="2283" y="3755"/>
                    <a:pt x="2306" y="3781"/>
                    <a:pt x="2332" y="3795"/>
                  </a:cubicBezTo>
                  <a:cubicBezTo>
                    <a:pt x="2350" y="3804"/>
                    <a:pt x="2379" y="3792"/>
                    <a:pt x="2402" y="3790"/>
                  </a:cubicBezTo>
                  <a:lnTo>
                    <a:pt x="2402" y="3888"/>
                  </a:lnTo>
                  <a:cubicBezTo>
                    <a:pt x="2373" y="3838"/>
                    <a:pt x="2336" y="3800"/>
                    <a:pt x="2273" y="3803"/>
                  </a:cubicBezTo>
                  <a:cubicBezTo>
                    <a:pt x="2197" y="3806"/>
                    <a:pt x="2121" y="3886"/>
                    <a:pt x="2126" y="3962"/>
                  </a:cubicBezTo>
                  <a:cubicBezTo>
                    <a:pt x="2126" y="3977"/>
                    <a:pt x="2137" y="3997"/>
                    <a:pt x="2150" y="4005"/>
                  </a:cubicBezTo>
                  <a:cubicBezTo>
                    <a:pt x="2167" y="4017"/>
                    <a:pt x="2189" y="4023"/>
                    <a:pt x="2210" y="4025"/>
                  </a:cubicBezTo>
                  <a:cubicBezTo>
                    <a:pt x="2239" y="4028"/>
                    <a:pt x="2268" y="4026"/>
                    <a:pt x="2301" y="4026"/>
                  </a:cubicBezTo>
                  <a:cubicBezTo>
                    <a:pt x="2293" y="4052"/>
                    <a:pt x="2286" y="4073"/>
                    <a:pt x="2279" y="4095"/>
                  </a:cubicBezTo>
                  <a:cubicBezTo>
                    <a:pt x="2212" y="4036"/>
                    <a:pt x="2151" y="4051"/>
                    <a:pt x="2122" y="4131"/>
                  </a:cubicBezTo>
                  <a:cubicBezTo>
                    <a:pt x="2115" y="4148"/>
                    <a:pt x="2113" y="4167"/>
                    <a:pt x="2110" y="4185"/>
                  </a:cubicBezTo>
                  <a:cubicBezTo>
                    <a:pt x="2102" y="4245"/>
                    <a:pt x="2125" y="4285"/>
                    <a:pt x="2179" y="4296"/>
                  </a:cubicBezTo>
                  <a:cubicBezTo>
                    <a:pt x="2232" y="4307"/>
                    <a:pt x="2268" y="4310"/>
                    <a:pt x="2292" y="4239"/>
                  </a:cubicBezTo>
                  <a:cubicBezTo>
                    <a:pt x="2333" y="4313"/>
                    <a:pt x="2354" y="4328"/>
                    <a:pt x="2409" y="4319"/>
                  </a:cubicBezTo>
                  <a:cubicBezTo>
                    <a:pt x="2457" y="4312"/>
                    <a:pt x="2481" y="4280"/>
                    <a:pt x="2492" y="4210"/>
                  </a:cubicBezTo>
                  <a:cubicBezTo>
                    <a:pt x="2529" y="4203"/>
                    <a:pt x="2564" y="4195"/>
                    <a:pt x="2600" y="4188"/>
                  </a:cubicBezTo>
                  <a:cubicBezTo>
                    <a:pt x="2599" y="4239"/>
                    <a:pt x="2586" y="4304"/>
                    <a:pt x="2656" y="4328"/>
                  </a:cubicBezTo>
                  <a:cubicBezTo>
                    <a:pt x="2733" y="4354"/>
                    <a:pt x="2783" y="4306"/>
                    <a:pt x="2827" y="4252"/>
                  </a:cubicBezTo>
                  <a:cubicBezTo>
                    <a:pt x="2834" y="4269"/>
                    <a:pt x="2838" y="4289"/>
                    <a:pt x="2850" y="4301"/>
                  </a:cubicBezTo>
                  <a:cubicBezTo>
                    <a:pt x="2903" y="4357"/>
                    <a:pt x="2969" y="4385"/>
                    <a:pt x="3046" y="4380"/>
                  </a:cubicBezTo>
                  <a:cubicBezTo>
                    <a:pt x="3065" y="4379"/>
                    <a:pt x="3072" y="4383"/>
                    <a:pt x="3080" y="4399"/>
                  </a:cubicBezTo>
                  <a:cubicBezTo>
                    <a:pt x="3128" y="4500"/>
                    <a:pt x="3150" y="4607"/>
                    <a:pt x="3153" y="4718"/>
                  </a:cubicBezTo>
                  <a:cubicBezTo>
                    <a:pt x="3156" y="4827"/>
                    <a:pt x="3160" y="4936"/>
                    <a:pt x="3163" y="5045"/>
                  </a:cubicBezTo>
                  <a:cubicBezTo>
                    <a:pt x="3164" y="5078"/>
                    <a:pt x="3163" y="5112"/>
                    <a:pt x="3163" y="5137"/>
                  </a:cubicBezTo>
                  <a:cubicBezTo>
                    <a:pt x="3136" y="5119"/>
                    <a:pt x="3110" y="5092"/>
                    <a:pt x="3079" y="5083"/>
                  </a:cubicBezTo>
                  <a:cubicBezTo>
                    <a:pt x="3047" y="5073"/>
                    <a:pt x="3010" y="5080"/>
                    <a:pt x="2978" y="5080"/>
                  </a:cubicBezTo>
                  <a:cubicBezTo>
                    <a:pt x="3013" y="5003"/>
                    <a:pt x="3030" y="4917"/>
                    <a:pt x="2992" y="4828"/>
                  </a:cubicBezTo>
                  <a:cubicBezTo>
                    <a:pt x="3058" y="4831"/>
                    <a:pt x="3092" y="4806"/>
                    <a:pt x="3104" y="4747"/>
                  </a:cubicBezTo>
                  <a:cubicBezTo>
                    <a:pt x="3115" y="4693"/>
                    <a:pt x="3092" y="4648"/>
                    <a:pt x="3045" y="4630"/>
                  </a:cubicBezTo>
                  <a:cubicBezTo>
                    <a:pt x="2967" y="4601"/>
                    <a:pt x="2939" y="4616"/>
                    <a:pt x="2888" y="4708"/>
                  </a:cubicBezTo>
                  <a:cubicBezTo>
                    <a:pt x="2866" y="4689"/>
                    <a:pt x="2844" y="4669"/>
                    <a:pt x="2821" y="4649"/>
                  </a:cubicBezTo>
                  <a:cubicBezTo>
                    <a:pt x="2853" y="4593"/>
                    <a:pt x="2857" y="4581"/>
                    <a:pt x="2859" y="4522"/>
                  </a:cubicBezTo>
                  <a:cubicBezTo>
                    <a:pt x="2861" y="4436"/>
                    <a:pt x="2806" y="4377"/>
                    <a:pt x="2721" y="4373"/>
                  </a:cubicBezTo>
                  <a:cubicBezTo>
                    <a:pt x="2678" y="4371"/>
                    <a:pt x="2624" y="4409"/>
                    <a:pt x="2615" y="4451"/>
                  </a:cubicBezTo>
                  <a:cubicBezTo>
                    <a:pt x="2608" y="4485"/>
                    <a:pt x="2603" y="4521"/>
                    <a:pt x="2597" y="4557"/>
                  </a:cubicBezTo>
                  <a:cubicBezTo>
                    <a:pt x="2587" y="4556"/>
                    <a:pt x="2574" y="4555"/>
                    <a:pt x="2562" y="4554"/>
                  </a:cubicBezTo>
                  <a:cubicBezTo>
                    <a:pt x="2548" y="4553"/>
                    <a:pt x="2534" y="4552"/>
                    <a:pt x="2519" y="4552"/>
                  </a:cubicBezTo>
                  <a:cubicBezTo>
                    <a:pt x="2475" y="4551"/>
                    <a:pt x="2454" y="4565"/>
                    <a:pt x="2445" y="4609"/>
                  </a:cubicBezTo>
                  <a:cubicBezTo>
                    <a:pt x="2438" y="4642"/>
                    <a:pt x="2438" y="4678"/>
                    <a:pt x="2438" y="4712"/>
                  </a:cubicBezTo>
                  <a:cubicBezTo>
                    <a:pt x="2438" y="4751"/>
                    <a:pt x="2463" y="4782"/>
                    <a:pt x="2503" y="4797"/>
                  </a:cubicBezTo>
                  <a:cubicBezTo>
                    <a:pt x="2543" y="4811"/>
                    <a:pt x="2574" y="4806"/>
                    <a:pt x="2599" y="4771"/>
                  </a:cubicBezTo>
                  <a:cubicBezTo>
                    <a:pt x="2622" y="4739"/>
                    <a:pt x="2636" y="4701"/>
                    <a:pt x="2654" y="4666"/>
                  </a:cubicBezTo>
                  <a:cubicBezTo>
                    <a:pt x="2655" y="4663"/>
                    <a:pt x="2657" y="4661"/>
                    <a:pt x="2661" y="4654"/>
                  </a:cubicBezTo>
                  <a:cubicBezTo>
                    <a:pt x="2669" y="4662"/>
                    <a:pt x="2676" y="4669"/>
                    <a:pt x="2682" y="4675"/>
                  </a:cubicBezTo>
                  <a:cubicBezTo>
                    <a:pt x="2607" y="4758"/>
                    <a:pt x="2597" y="4892"/>
                    <a:pt x="2713" y="4931"/>
                  </a:cubicBezTo>
                  <a:cubicBezTo>
                    <a:pt x="2657" y="4938"/>
                    <a:pt x="2622" y="4966"/>
                    <a:pt x="2614" y="5010"/>
                  </a:cubicBezTo>
                  <a:cubicBezTo>
                    <a:pt x="2603" y="5072"/>
                    <a:pt x="2631" y="5115"/>
                    <a:pt x="2710" y="5155"/>
                  </a:cubicBezTo>
                  <a:cubicBezTo>
                    <a:pt x="2699" y="5155"/>
                    <a:pt x="2693" y="5154"/>
                    <a:pt x="2687" y="5156"/>
                  </a:cubicBezTo>
                  <a:cubicBezTo>
                    <a:pt x="2661" y="5163"/>
                    <a:pt x="2627" y="5163"/>
                    <a:pt x="2610" y="5180"/>
                  </a:cubicBezTo>
                  <a:cubicBezTo>
                    <a:pt x="2542" y="5251"/>
                    <a:pt x="2551" y="5388"/>
                    <a:pt x="2623" y="5456"/>
                  </a:cubicBezTo>
                  <a:cubicBezTo>
                    <a:pt x="2671" y="5501"/>
                    <a:pt x="2732" y="5500"/>
                    <a:pt x="2771" y="5448"/>
                  </a:cubicBezTo>
                  <a:cubicBezTo>
                    <a:pt x="2795" y="5416"/>
                    <a:pt x="2810" y="5376"/>
                    <a:pt x="2828" y="5339"/>
                  </a:cubicBezTo>
                  <a:cubicBezTo>
                    <a:pt x="2833" y="5329"/>
                    <a:pt x="2834" y="5318"/>
                    <a:pt x="2838" y="5305"/>
                  </a:cubicBezTo>
                  <a:cubicBezTo>
                    <a:pt x="2922" y="5376"/>
                    <a:pt x="2983" y="5461"/>
                    <a:pt x="3033" y="5553"/>
                  </a:cubicBezTo>
                  <a:cubicBezTo>
                    <a:pt x="3077" y="5636"/>
                    <a:pt x="3122" y="5718"/>
                    <a:pt x="3135" y="5812"/>
                  </a:cubicBezTo>
                  <a:cubicBezTo>
                    <a:pt x="3144" y="5876"/>
                    <a:pt x="3149" y="5942"/>
                    <a:pt x="3153" y="6007"/>
                  </a:cubicBezTo>
                  <a:cubicBezTo>
                    <a:pt x="3159" y="6114"/>
                    <a:pt x="3165" y="6221"/>
                    <a:pt x="3166" y="6329"/>
                  </a:cubicBezTo>
                  <a:cubicBezTo>
                    <a:pt x="3166" y="6499"/>
                    <a:pt x="3162" y="6668"/>
                    <a:pt x="3159" y="6838"/>
                  </a:cubicBezTo>
                  <a:cubicBezTo>
                    <a:pt x="3158" y="6941"/>
                    <a:pt x="3156" y="7045"/>
                    <a:pt x="3154" y="7148"/>
                  </a:cubicBezTo>
                  <a:cubicBezTo>
                    <a:pt x="3153" y="7224"/>
                    <a:pt x="3150" y="7300"/>
                    <a:pt x="3153" y="7376"/>
                  </a:cubicBezTo>
                  <a:cubicBezTo>
                    <a:pt x="3158" y="7489"/>
                    <a:pt x="3172" y="7602"/>
                    <a:pt x="3175" y="7715"/>
                  </a:cubicBezTo>
                  <a:cubicBezTo>
                    <a:pt x="3178" y="7894"/>
                    <a:pt x="3178" y="8074"/>
                    <a:pt x="3175" y="8253"/>
                  </a:cubicBezTo>
                  <a:cubicBezTo>
                    <a:pt x="3173" y="8343"/>
                    <a:pt x="3164" y="8431"/>
                    <a:pt x="3158" y="8520"/>
                  </a:cubicBezTo>
                  <a:cubicBezTo>
                    <a:pt x="3156" y="8549"/>
                    <a:pt x="3138" y="8555"/>
                    <a:pt x="3112" y="8541"/>
                  </a:cubicBezTo>
                  <a:cubicBezTo>
                    <a:pt x="3072" y="8518"/>
                    <a:pt x="3055" y="8479"/>
                    <a:pt x="3040" y="8440"/>
                  </a:cubicBezTo>
                  <a:cubicBezTo>
                    <a:pt x="3001" y="8336"/>
                    <a:pt x="2966" y="8230"/>
                    <a:pt x="2929" y="8125"/>
                  </a:cubicBezTo>
                  <a:cubicBezTo>
                    <a:pt x="2924" y="8110"/>
                    <a:pt x="2918" y="8096"/>
                    <a:pt x="2916" y="8081"/>
                  </a:cubicBezTo>
                  <a:cubicBezTo>
                    <a:pt x="2909" y="8009"/>
                    <a:pt x="2900" y="7936"/>
                    <a:pt x="2896" y="7864"/>
                  </a:cubicBezTo>
                  <a:cubicBezTo>
                    <a:pt x="2892" y="7774"/>
                    <a:pt x="2873" y="7690"/>
                    <a:pt x="2834" y="7609"/>
                  </a:cubicBezTo>
                  <a:cubicBezTo>
                    <a:pt x="2815" y="7570"/>
                    <a:pt x="2799" y="7528"/>
                    <a:pt x="2792" y="7486"/>
                  </a:cubicBezTo>
                  <a:cubicBezTo>
                    <a:pt x="2777" y="7396"/>
                    <a:pt x="2791" y="7306"/>
                    <a:pt x="2821" y="7220"/>
                  </a:cubicBezTo>
                  <a:cubicBezTo>
                    <a:pt x="2870" y="7079"/>
                    <a:pt x="2878" y="6935"/>
                    <a:pt x="2856" y="6789"/>
                  </a:cubicBezTo>
                  <a:cubicBezTo>
                    <a:pt x="2842" y="6697"/>
                    <a:pt x="2804" y="6626"/>
                    <a:pt x="2708" y="6598"/>
                  </a:cubicBezTo>
                  <a:cubicBezTo>
                    <a:pt x="2670" y="6587"/>
                    <a:pt x="2655" y="6552"/>
                    <a:pt x="2661" y="6509"/>
                  </a:cubicBezTo>
                  <a:cubicBezTo>
                    <a:pt x="2664" y="6486"/>
                    <a:pt x="2667" y="6463"/>
                    <a:pt x="2667" y="6441"/>
                  </a:cubicBezTo>
                  <a:cubicBezTo>
                    <a:pt x="2668" y="6346"/>
                    <a:pt x="2670" y="6251"/>
                    <a:pt x="2667" y="6157"/>
                  </a:cubicBezTo>
                  <a:cubicBezTo>
                    <a:pt x="2661" y="5969"/>
                    <a:pt x="2593" y="5820"/>
                    <a:pt x="2400" y="5755"/>
                  </a:cubicBezTo>
                  <a:cubicBezTo>
                    <a:pt x="2366" y="5743"/>
                    <a:pt x="2342" y="5718"/>
                    <a:pt x="2330" y="5683"/>
                  </a:cubicBezTo>
                  <a:cubicBezTo>
                    <a:pt x="2324" y="5663"/>
                    <a:pt x="2319" y="5643"/>
                    <a:pt x="2313" y="5623"/>
                  </a:cubicBezTo>
                  <a:cubicBezTo>
                    <a:pt x="2278" y="5510"/>
                    <a:pt x="2222" y="5413"/>
                    <a:pt x="2114" y="5352"/>
                  </a:cubicBezTo>
                  <a:cubicBezTo>
                    <a:pt x="2043" y="5312"/>
                    <a:pt x="1974" y="5267"/>
                    <a:pt x="1908" y="5220"/>
                  </a:cubicBezTo>
                  <a:cubicBezTo>
                    <a:pt x="1776" y="5126"/>
                    <a:pt x="1696" y="4999"/>
                    <a:pt x="1680" y="4837"/>
                  </a:cubicBezTo>
                  <a:cubicBezTo>
                    <a:pt x="1669" y="4729"/>
                    <a:pt x="1642" y="4631"/>
                    <a:pt x="1573" y="4545"/>
                  </a:cubicBezTo>
                  <a:cubicBezTo>
                    <a:pt x="1528" y="4489"/>
                    <a:pt x="1489" y="4429"/>
                    <a:pt x="1447" y="4371"/>
                  </a:cubicBezTo>
                  <a:cubicBezTo>
                    <a:pt x="1443" y="4365"/>
                    <a:pt x="1435" y="4362"/>
                    <a:pt x="1434" y="4361"/>
                  </a:cubicBezTo>
                  <a:cubicBezTo>
                    <a:pt x="1417" y="4405"/>
                    <a:pt x="1403" y="4447"/>
                    <a:pt x="1384" y="4486"/>
                  </a:cubicBezTo>
                  <a:cubicBezTo>
                    <a:pt x="1337" y="4589"/>
                    <a:pt x="1283" y="4689"/>
                    <a:pt x="1241" y="4793"/>
                  </a:cubicBezTo>
                  <a:cubicBezTo>
                    <a:pt x="1176" y="4952"/>
                    <a:pt x="1122" y="5113"/>
                    <a:pt x="1129" y="5289"/>
                  </a:cubicBezTo>
                  <a:cubicBezTo>
                    <a:pt x="1130" y="5324"/>
                    <a:pt x="1111" y="5362"/>
                    <a:pt x="1093" y="5395"/>
                  </a:cubicBezTo>
                  <a:cubicBezTo>
                    <a:pt x="1061" y="5456"/>
                    <a:pt x="1023" y="5513"/>
                    <a:pt x="989" y="5572"/>
                  </a:cubicBezTo>
                  <a:cubicBezTo>
                    <a:pt x="963" y="5618"/>
                    <a:pt x="957" y="5667"/>
                    <a:pt x="964" y="5720"/>
                  </a:cubicBezTo>
                  <a:cubicBezTo>
                    <a:pt x="978" y="5822"/>
                    <a:pt x="991" y="5924"/>
                    <a:pt x="1000" y="6027"/>
                  </a:cubicBezTo>
                  <a:cubicBezTo>
                    <a:pt x="1004" y="6073"/>
                    <a:pt x="995" y="6120"/>
                    <a:pt x="998" y="6167"/>
                  </a:cubicBezTo>
                  <a:cubicBezTo>
                    <a:pt x="1004" y="6270"/>
                    <a:pt x="1037" y="6368"/>
                    <a:pt x="1083" y="6459"/>
                  </a:cubicBezTo>
                  <a:cubicBezTo>
                    <a:pt x="1143" y="6578"/>
                    <a:pt x="1152" y="6699"/>
                    <a:pt x="1134" y="6827"/>
                  </a:cubicBezTo>
                  <a:cubicBezTo>
                    <a:pt x="1118" y="6945"/>
                    <a:pt x="1144" y="7052"/>
                    <a:pt x="1238" y="7132"/>
                  </a:cubicBezTo>
                  <a:cubicBezTo>
                    <a:pt x="1295" y="7180"/>
                    <a:pt x="1355" y="7227"/>
                    <a:pt x="1417" y="7267"/>
                  </a:cubicBezTo>
                  <a:cubicBezTo>
                    <a:pt x="1543" y="7348"/>
                    <a:pt x="1643" y="7446"/>
                    <a:pt x="1693" y="7591"/>
                  </a:cubicBezTo>
                  <a:cubicBezTo>
                    <a:pt x="1719" y="7665"/>
                    <a:pt x="1769" y="7726"/>
                    <a:pt x="1831" y="7774"/>
                  </a:cubicBezTo>
                  <a:cubicBezTo>
                    <a:pt x="1954" y="7871"/>
                    <a:pt x="2080" y="7964"/>
                    <a:pt x="2193" y="8074"/>
                  </a:cubicBezTo>
                  <a:cubicBezTo>
                    <a:pt x="2232" y="8112"/>
                    <a:pt x="2287" y="8136"/>
                    <a:pt x="2338" y="8159"/>
                  </a:cubicBezTo>
                  <a:cubicBezTo>
                    <a:pt x="2416" y="8194"/>
                    <a:pt x="2502" y="8200"/>
                    <a:pt x="2586" y="8206"/>
                  </a:cubicBezTo>
                  <a:cubicBezTo>
                    <a:pt x="2680" y="8212"/>
                    <a:pt x="2755" y="8247"/>
                    <a:pt x="2817" y="8322"/>
                  </a:cubicBezTo>
                  <a:cubicBezTo>
                    <a:pt x="2904" y="8427"/>
                    <a:pt x="2958" y="8546"/>
                    <a:pt x="2994" y="8675"/>
                  </a:cubicBezTo>
                  <a:cubicBezTo>
                    <a:pt x="3059" y="8912"/>
                    <a:pt x="3088" y="9155"/>
                    <a:pt x="3078" y="9401"/>
                  </a:cubicBezTo>
                  <a:cubicBezTo>
                    <a:pt x="3075" y="9467"/>
                    <a:pt x="3068" y="9533"/>
                    <a:pt x="3063" y="9598"/>
                  </a:cubicBezTo>
                  <a:cubicBezTo>
                    <a:pt x="3018" y="9570"/>
                    <a:pt x="2976" y="9547"/>
                    <a:pt x="2936" y="9522"/>
                  </a:cubicBezTo>
                  <a:cubicBezTo>
                    <a:pt x="2922" y="9513"/>
                    <a:pt x="2908" y="9501"/>
                    <a:pt x="2898" y="9487"/>
                  </a:cubicBezTo>
                  <a:cubicBezTo>
                    <a:pt x="2874" y="9450"/>
                    <a:pt x="2849" y="9412"/>
                    <a:pt x="2829" y="9372"/>
                  </a:cubicBezTo>
                  <a:cubicBezTo>
                    <a:pt x="2796" y="9306"/>
                    <a:pt x="2781" y="9236"/>
                    <a:pt x="2802" y="9161"/>
                  </a:cubicBezTo>
                  <a:cubicBezTo>
                    <a:pt x="2812" y="9124"/>
                    <a:pt x="2815" y="9086"/>
                    <a:pt x="2817" y="9048"/>
                  </a:cubicBezTo>
                  <a:cubicBezTo>
                    <a:pt x="2823" y="8911"/>
                    <a:pt x="2750" y="8811"/>
                    <a:pt x="2659" y="8721"/>
                  </a:cubicBezTo>
                  <a:cubicBezTo>
                    <a:pt x="2627" y="8690"/>
                    <a:pt x="2586" y="8677"/>
                    <a:pt x="2542" y="8676"/>
                  </a:cubicBezTo>
                  <a:cubicBezTo>
                    <a:pt x="2435" y="8672"/>
                    <a:pt x="2345" y="8638"/>
                    <a:pt x="2282" y="8545"/>
                  </a:cubicBezTo>
                  <a:cubicBezTo>
                    <a:pt x="2265" y="8520"/>
                    <a:pt x="2239" y="8498"/>
                    <a:pt x="2212" y="8484"/>
                  </a:cubicBezTo>
                  <a:cubicBezTo>
                    <a:pt x="2132" y="8443"/>
                    <a:pt x="2047" y="8428"/>
                    <a:pt x="1956" y="8436"/>
                  </a:cubicBezTo>
                  <a:cubicBezTo>
                    <a:pt x="1898" y="8440"/>
                    <a:pt x="1838" y="8437"/>
                    <a:pt x="1780" y="8431"/>
                  </a:cubicBezTo>
                  <a:cubicBezTo>
                    <a:pt x="1709" y="8422"/>
                    <a:pt x="1666" y="8369"/>
                    <a:pt x="1622" y="8318"/>
                  </a:cubicBezTo>
                  <a:cubicBezTo>
                    <a:pt x="1602" y="8295"/>
                    <a:pt x="1580" y="8265"/>
                    <a:pt x="1553" y="8256"/>
                  </a:cubicBezTo>
                  <a:cubicBezTo>
                    <a:pt x="1479" y="8230"/>
                    <a:pt x="1404" y="8202"/>
                    <a:pt x="1321" y="8217"/>
                  </a:cubicBezTo>
                  <a:cubicBezTo>
                    <a:pt x="1286" y="8223"/>
                    <a:pt x="1247" y="8232"/>
                    <a:pt x="1214" y="8207"/>
                  </a:cubicBezTo>
                  <a:cubicBezTo>
                    <a:pt x="1182" y="8182"/>
                    <a:pt x="1150" y="8185"/>
                    <a:pt x="1117" y="8203"/>
                  </a:cubicBezTo>
                  <a:cubicBezTo>
                    <a:pt x="1101" y="8212"/>
                    <a:pt x="1084" y="8219"/>
                    <a:pt x="1067" y="8227"/>
                  </a:cubicBezTo>
                  <a:cubicBezTo>
                    <a:pt x="1031" y="8243"/>
                    <a:pt x="991" y="8256"/>
                    <a:pt x="953" y="8242"/>
                  </a:cubicBezTo>
                  <a:cubicBezTo>
                    <a:pt x="878" y="8213"/>
                    <a:pt x="802" y="8227"/>
                    <a:pt x="727" y="8237"/>
                  </a:cubicBezTo>
                  <a:cubicBezTo>
                    <a:pt x="669" y="8245"/>
                    <a:pt x="614" y="8269"/>
                    <a:pt x="558" y="8287"/>
                  </a:cubicBezTo>
                  <a:cubicBezTo>
                    <a:pt x="514" y="8300"/>
                    <a:pt x="472" y="8317"/>
                    <a:pt x="428" y="8329"/>
                  </a:cubicBezTo>
                  <a:cubicBezTo>
                    <a:pt x="337" y="8353"/>
                    <a:pt x="246" y="8371"/>
                    <a:pt x="156" y="8397"/>
                  </a:cubicBezTo>
                  <a:cubicBezTo>
                    <a:pt x="29" y="8435"/>
                    <a:pt x="-13" y="8507"/>
                    <a:pt x="4" y="8639"/>
                  </a:cubicBezTo>
                  <a:cubicBezTo>
                    <a:pt x="13" y="8706"/>
                    <a:pt x="16" y="8773"/>
                    <a:pt x="21" y="8840"/>
                  </a:cubicBezTo>
                  <a:cubicBezTo>
                    <a:pt x="25" y="8886"/>
                    <a:pt x="28" y="8931"/>
                    <a:pt x="35" y="8976"/>
                  </a:cubicBezTo>
                  <a:cubicBezTo>
                    <a:pt x="39" y="9005"/>
                    <a:pt x="66" y="9015"/>
                    <a:pt x="81" y="8996"/>
                  </a:cubicBezTo>
                  <a:cubicBezTo>
                    <a:pt x="96" y="8978"/>
                    <a:pt x="110" y="8958"/>
                    <a:pt x="120" y="8937"/>
                  </a:cubicBezTo>
                  <a:cubicBezTo>
                    <a:pt x="159" y="8852"/>
                    <a:pt x="196" y="8766"/>
                    <a:pt x="236" y="8682"/>
                  </a:cubicBezTo>
                  <a:cubicBezTo>
                    <a:pt x="256" y="8641"/>
                    <a:pt x="266" y="8638"/>
                    <a:pt x="299" y="8668"/>
                  </a:cubicBezTo>
                  <a:cubicBezTo>
                    <a:pt x="342" y="8707"/>
                    <a:pt x="390" y="8721"/>
                    <a:pt x="446" y="8715"/>
                  </a:cubicBezTo>
                  <a:cubicBezTo>
                    <a:pt x="464" y="8713"/>
                    <a:pt x="483" y="8714"/>
                    <a:pt x="502" y="8715"/>
                  </a:cubicBezTo>
                  <a:cubicBezTo>
                    <a:pt x="572" y="8718"/>
                    <a:pt x="635" y="8738"/>
                    <a:pt x="692" y="8781"/>
                  </a:cubicBezTo>
                  <a:cubicBezTo>
                    <a:pt x="789" y="8855"/>
                    <a:pt x="874" y="8936"/>
                    <a:pt x="902" y="9062"/>
                  </a:cubicBezTo>
                  <a:cubicBezTo>
                    <a:pt x="902" y="9064"/>
                    <a:pt x="903" y="9066"/>
                    <a:pt x="904" y="9068"/>
                  </a:cubicBezTo>
                  <a:cubicBezTo>
                    <a:pt x="930" y="9135"/>
                    <a:pt x="976" y="9176"/>
                    <a:pt x="1047" y="9193"/>
                  </a:cubicBezTo>
                  <a:cubicBezTo>
                    <a:pt x="1105" y="9206"/>
                    <a:pt x="1163" y="9223"/>
                    <a:pt x="1217" y="9248"/>
                  </a:cubicBezTo>
                  <a:cubicBezTo>
                    <a:pt x="1312" y="9290"/>
                    <a:pt x="1408" y="9317"/>
                    <a:pt x="1512" y="9325"/>
                  </a:cubicBezTo>
                  <a:cubicBezTo>
                    <a:pt x="1639" y="9335"/>
                    <a:pt x="1752" y="9373"/>
                    <a:pt x="1804" y="9507"/>
                  </a:cubicBezTo>
                  <a:cubicBezTo>
                    <a:pt x="1807" y="9514"/>
                    <a:pt x="1811" y="9520"/>
                    <a:pt x="1815" y="9526"/>
                  </a:cubicBezTo>
                  <a:cubicBezTo>
                    <a:pt x="1927" y="9703"/>
                    <a:pt x="2050" y="9744"/>
                    <a:pt x="2246" y="9672"/>
                  </a:cubicBezTo>
                  <a:cubicBezTo>
                    <a:pt x="2267" y="9665"/>
                    <a:pt x="2288" y="9657"/>
                    <a:pt x="2309" y="9656"/>
                  </a:cubicBezTo>
                  <a:cubicBezTo>
                    <a:pt x="2405" y="9651"/>
                    <a:pt x="2500" y="9646"/>
                    <a:pt x="2596" y="9645"/>
                  </a:cubicBezTo>
                  <a:cubicBezTo>
                    <a:pt x="2677" y="9644"/>
                    <a:pt x="2754" y="9659"/>
                    <a:pt x="2809" y="9730"/>
                  </a:cubicBezTo>
                  <a:cubicBezTo>
                    <a:pt x="2814" y="9737"/>
                    <a:pt x="2824" y="9742"/>
                    <a:pt x="2831" y="9749"/>
                  </a:cubicBezTo>
                  <a:cubicBezTo>
                    <a:pt x="2854" y="9776"/>
                    <a:pt x="2881" y="9801"/>
                    <a:pt x="2897" y="9832"/>
                  </a:cubicBezTo>
                  <a:cubicBezTo>
                    <a:pt x="2973" y="9972"/>
                    <a:pt x="3015" y="10126"/>
                    <a:pt x="3057" y="10279"/>
                  </a:cubicBezTo>
                  <a:cubicBezTo>
                    <a:pt x="3106" y="10460"/>
                    <a:pt x="3124" y="10645"/>
                    <a:pt x="3118" y="10832"/>
                  </a:cubicBezTo>
                  <a:cubicBezTo>
                    <a:pt x="3118" y="10855"/>
                    <a:pt x="3121" y="10878"/>
                    <a:pt x="3125" y="10900"/>
                  </a:cubicBezTo>
                  <a:cubicBezTo>
                    <a:pt x="3126" y="10907"/>
                    <a:pt x="3132" y="10912"/>
                    <a:pt x="3135" y="10919"/>
                  </a:cubicBezTo>
                  <a:lnTo>
                    <a:pt x="3144" y="10916"/>
                  </a:lnTo>
                  <a:cubicBezTo>
                    <a:pt x="3148" y="10873"/>
                    <a:pt x="3156" y="10830"/>
                    <a:pt x="3156" y="10787"/>
                  </a:cubicBezTo>
                  <a:cubicBezTo>
                    <a:pt x="3156" y="10707"/>
                    <a:pt x="3157" y="10626"/>
                    <a:pt x="3148" y="10546"/>
                  </a:cubicBezTo>
                  <a:cubicBezTo>
                    <a:pt x="3135" y="10420"/>
                    <a:pt x="3120" y="10293"/>
                    <a:pt x="3060" y="10177"/>
                  </a:cubicBezTo>
                  <a:cubicBezTo>
                    <a:pt x="3048" y="10155"/>
                    <a:pt x="3044" y="10128"/>
                    <a:pt x="3038" y="10103"/>
                  </a:cubicBezTo>
                  <a:cubicBezTo>
                    <a:pt x="3006" y="9949"/>
                    <a:pt x="2966" y="9800"/>
                    <a:pt x="2835" y="9695"/>
                  </a:cubicBezTo>
                  <a:cubicBezTo>
                    <a:pt x="2830" y="9691"/>
                    <a:pt x="2827" y="9685"/>
                    <a:pt x="2822" y="9681"/>
                  </a:cubicBezTo>
                  <a:cubicBezTo>
                    <a:pt x="2795" y="9662"/>
                    <a:pt x="2769" y="9640"/>
                    <a:pt x="2739" y="9625"/>
                  </a:cubicBezTo>
                  <a:cubicBezTo>
                    <a:pt x="2678" y="9596"/>
                    <a:pt x="2611" y="9603"/>
                    <a:pt x="2546" y="9603"/>
                  </a:cubicBezTo>
                  <a:cubicBezTo>
                    <a:pt x="2423" y="9605"/>
                    <a:pt x="2300" y="9603"/>
                    <a:pt x="2180" y="9647"/>
                  </a:cubicBezTo>
                  <a:cubicBezTo>
                    <a:pt x="2090" y="9681"/>
                    <a:pt x="1999" y="9671"/>
                    <a:pt x="1929" y="9597"/>
                  </a:cubicBezTo>
                  <a:cubicBezTo>
                    <a:pt x="1894" y="9560"/>
                    <a:pt x="1859" y="9520"/>
                    <a:pt x="1838" y="9475"/>
                  </a:cubicBezTo>
                  <a:cubicBezTo>
                    <a:pt x="1786" y="9361"/>
                    <a:pt x="1694" y="9311"/>
                    <a:pt x="1579" y="9290"/>
                  </a:cubicBezTo>
                  <a:cubicBezTo>
                    <a:pt x="1507" y="9278"/>
                    <a:pt x="1433" y="9276"/>
                    <a:pt x="1364" y="9255"/>
                  </a:cubicBezTo>
                  <a:cubicBezTo>
                    <a:pt x="1250" y="9222"/>
                    <a:pt x="1143" y="9165"/>
                    <a:pt x="1025" y="9140"/>
                  </a:cubicBezTo>
                  <a:cubicBezTo>
                    <a:pt x="1012" y="9137"/>
                    <a:pt x="1001" y="9127"/>
                    <a:pt x="979" y="9114"/>
                  </a:cubicBezTo>
                  <a:cubicBezTo>
                    <a:pt x="1021" y="9093"/>
                    <a:pt x="1053" y="9073"/>
                    <a:pt x="1088" y="9061"/>
                  </a:cubicBezTo>
                  <a:cubicBezTo>
                    <a:pt x="1221" y="9014"/>
                    <a:pt x="1360" y="9003"/>
                    <a:pt x="1499" y="8998"/>
                  </a:cubicBezTo>
                  <a:cubicBezTo>
                    <a:pt x="1605" y="8994"/>
                    <a:pt x="1712" y="8998"/>
                    <a:pt x="1815" y="8963"/>
                  </a:cubicBezTo>
                  <a:cubicBezTo>
                    <a:pt x="1837" y="8956"/>
                    <a:pt x="1866" y="8958"/>
                    <a:pt x="1888" y="8965"/>
                  </a:cubicBezTo>
                  <a:cubicBezTo>
                    <a:pt x="1974" y="8992"/>
                    <a:pt x="2059" y="9024"/>
                    <a:pt x="2144" y="9052"/>
                  </a:cubicBezTo>
                  <a:cubicBezTo>
                    <a:pt x="2202" y="9070"/>
                    <a:pt x="2253" y="9096"/>
                    <a:pt x="2296" y="9138"/>
                  </a:cubicBezTo>
                  <a:cubicBezTo>
                    <a:pt x="2304" y="9146"/>
                    <a:pt x="2314" y="9155"/>
                    <a:pt x="2324" y="9159"/>
                  </a:cubicBezTo>
                  <a:cubicBezTo>
                    <a:pt x="2374" y="9179"/>
                    <a:pt x="2408" y="9215"/>
                    <a:pt x="2441" y="9256"/>
                  </a:cubicBezTo>
                  <a:cubicBezTo>
                    <a:pt x="2498" y="9326"/>
                    <a:pt x="2556" y="9396"/>
                    <a:pt x="2617" y="9461"/>
                  </a:cubicBezTo>
                  <a:cubicBezTo>
                    <a:pt x="2647" y="9493"/>
                    <a:pt x="2684" y="9525"/>
                    <a:pt x="2723" y="9540"/>
                  </a:cubicBezTo>
                  <a:cubicBezTo>
                    <a:pt x="2870" y="9595"/>
                    <a:pt x="2950" y="9712"/>
                    <a:pt x="3012" y="9844"/>
                  </a:cubicBezTo>
                  <a:cubicBezTo>
                    <a:pt x="3042" y="9909"/>
                    <a:pt x="3057" y="9981"/>
                    <a:pt x="3077" y="10051"/>
                  </a:cubicBezTo>
                  <a:cubicBezTo>
                    <a:pt x="3091" y="10102"/>
                    <a:pt x="3114" y="10147"/>
                    <a:pt x="3153" y="10184"/>
                  </a:cubicBezTo>
                  <a:cubicBezTo>
                    <a:pt x="3154" y="10174"/>
                    <a:pt x="3152" y="10165"/>
                    <a:pt x="3149" y="10156"/>
                  </a:cubicBezTo>
                  <a:cubicBezTo>
                    <a:pt x="3134" y="10109"/>
                    <a:pt x="3113" y="10064"/>
                    <a:pt x="3106" y="10016"/>
                  </a:cubicBezTo>
                  <a:cubicBezTo>
                    <a:pt x="3093" y="9917"/>
                    <a:pt x="3058" y="9828"/>
                    <a:pt x="3010" y="9742"/>
                  </a:cubicBezTo>
                  <a:cubicBezTo>
                    <a:pt x="2947" y="9631"/>
                    <a:pt x="2845" y="9558"/>
                    <a:pt x="2759" y="9471"/>
                  </a:cubicBezTo>
                  <a:cubicBezTo>
                    <a:pt x="2714" y="9425"/>
                    <a:pt x="2666" y="9384"/>
                    <a:pt x="2630" y="9330"/>
                  </a:cubicBezTo>
                  <a:cubicBezTo>
                    <a:pt x="2595" y="9279"/>
                    <a:pt x="2560" y="9228"/>
                    <a:pt x="2523" y="9178"/>
                  </a:cubicBezTo>
                  <a:cubicBezTo>
                    <a:pt x="2487" y="9131"/>
                    <a:pt x="2446" y="9089"/>
                    <a:pt x="2413" y="9041"/>
                  </a:cubicBezTo>
                  <a:cubicBezTo>
                    <a:pt x="2329" y="8921"/>
                    <a:pt x="2283" y="8786"/>
                    <a:pt x="2260" y="8642"/>
                  </a:cubicBezTo>
                  <a:cubicBezTo>
                    <a:pt x="2256" y="8615"/>
                    <a:pt x="2237" y="8589"/>
                    <a:pt x="2224" y="8564"/>
                  </a:cubicBezTo>
                  <a:cubicBezTo>
                    <a:pt x="2218" y="8554"/>
                    <a:pt x="2209" y="8547"/>
                    <a:pt x="2202" y="8538"/>
                  </a:cubicBezTo>
                  <a:cubicBezTo>
                    <a:pt x="2205" y="8536"/>
                    <a:pt x="2207" y="8533"/>
                    <a:pt x="2209" y="8531"/>
                  </a:cubicBezTo>
                  <a:cubicBezTo>
                    <a:pt x="2224" y="8547"/>
                    <a:pt x="2242" y="8561"/>
                    <a:pt x="2254" y="8579"/>
                  </a:cubicBezTo>
                  <a:cubicBezTo>
                    <a:pt x="2320" y="8674"/>
                    <a:pt x="2412" y="8714"/>
                    <a:pt x="2525" y="8717"/>
                  </a:cubicBezTo>
                  <a:cubicBezTo>
                    <a:pt x="2577" y="8718"/>
                    <a:pt x="2619" y="8740"/>
                    <a:pt x="2656" y="8779"/>
                  </a:cubicBezTo>
                  <a:cubicBezTo>
                    <a:pt x="2756" y="8885"/>
                    <a:pt x="2795" y="9005"/>
                    <a:pt x="2762" y="9150"/>
                  </a:cubicBezTo>
                  <a:cubicBezTo>
                    <a:pt x="2750" y="9201"/>
                    <a:pt x="2753" y="9257"/>
                    <a:pt x="2761" y="9308"/>
                  </a:cubicBezTo>
                  <a:cubicBezTo>
                    <a:pt x="2773" y="9383"/>
                    <a:pt x="2815" y="9448"/>
                    <a:pt x="2859" y="9508"/>
                  </a:cubicBezTo>
                  <a:cubicBezTo>
                    <a:pt x="2874" y="9529"/>
                    <a:pt x="2894" y="9549"/>
                    <a:pt x="2916" y="9561"/>
                  </a:cubicBezTo>
                  <a:cubicBezTo>
                    <a:pt x="2970" y="9589"/>
                    <a:pt x="3021" y="9619"/>
                    <a:pt x="3056" y="9670"/>
                  </a:cubicBezTo>
                  <a:cubicBezTo>
                    <a:pt x="3060" y="9677"/>
                    <a:pt x="3073" y="9682"/>
                    <a:pt x="3080" y="9680"/>
                  </a:cubicBezTo>
                  <a:cubicBezTo>
                    <a:pt x="3088" y="9678"/>
                    <a:pt x="3096" y="9667"/>
                    <a:pt x="3097" y="9659"/>
                  </a:cubicBezTo>
                  <a:cubicBezTo>
                    <a:pt x="3106" y="9571"/>
                    <a:pt x="3119" y="9482"/>
                    <a:pt x="3122" y="9393"/>
                  </a:cubicBezTo>
                  <a:cubicBezTo>
                    <a:pt x="3131" y="9186"/>
                    <a:pt x="3107" y="8980"/>
                    <a:pt x="3064" y="8778"/>
                  </a:cubicBezTo>
                  <a:cubicBezTo>
                    <a:pt x="3023" y="8590"/>
                    <a:pt x="2962" y="8413"/>
                    <a:pt x="2828" y="8269"/>
                  </a:cubicBezTo>
                  <a:cubicBezTo>
                    <a:pt x="2781" y="8218"/>
                    <a:pt x="2726" y="8184"/>
                    <a:pt x="2658" y="8174"/>
                  </a:cubicBezTo>
                  <a:cubicBezTo>
                    <a:pt x="2602" y="8165"/>
                    <a:pt x="2546" y="8162"/>
                    <a:pt x="2490" y="8154"/>
                  </a:cubicBezTo>
                  <a:cubicBezTo>
                    <a:pt x="2376" y="8137"/>
                    <a:pt x="2273" y="8097"/>
                    <a:pt x="2187" y="8015"/>
                  </a:cubicBezTo>
                  <a:cubicBezTo>
                    <a:pt x="2107" y="7939"/>
                    <a:pt x="2020" y="7872"/>
                    <a:pt x="1936" y="7802"/>
                  </a:cubicBezTo>
                  <a:cubicBezTo>
                    <a:pt x="1907" y="7778"/>
                    <a:pt x="1875" y="7756"/>
                    <a:pt x="1847" y="7731"/>
                  </a:cubicBezTo>
                  <a:cubicBezTo>
                    <a:pt x="1779" y="7671"/>
                    <a:pt x="1734" y="7597"/>
                    <a:pt x="1706" y="7509"/>
                  </a:cubicBezTo>
                  <a:cubicBezTo>
                    <a:pt x="1778" y="7529"/>
                    <a:pt x="1846" y="7553"/>
                    <a:pt x="1916" y="7566"/>
                  </a:cubicBezTo>
                  <a:cubicBezTo>
                    <a:pt x="2033" y="7587"/>
                    <a:pt x="2153" y="7600"/>
                    <a:pt x="2270" y="7619"/>
                  </a:cubicBezTo>
                  <a:cubicBezTo>
                    <a:pt x="2384" y="7638"/>
                    <a:pt x="2496" y="7667"/>
                    <a:pt x="2584" y="7746"/>
                  </a:cubicBezTo>
                  <a:cubicBezTo>
                    <a:pt x="2654" y="7809"/>
                    <a:pt x="2718" y="7878"/>
                    <a:pt x="2783" y="7946"/>
                  </a:cubicBezTo>
                  <a:cubicBezTo>
                    <a:pt x="2831" y="7998"/>
                    <a:pt x="2857" y="8063"/>
                    <a:pt x="2878" y="8129"/>
                  </a:cubicBezTo>
                  <a:cubicBezTo>
                    <a:pt x="2894" y="8177"/>
                    <a:pt x="2911" y="8223"/>
                    <a:pt x="2929" y="8269"/>
                  </a:cubicBezTo>
                  <a:cubicBezTo>
                    <a:pt x="2943" y="8302"/>
                    <a:pt x="2962" y="8333"/>
                    <a:pt x="2974" y="8367"/>
                  </a:cubicBezTo>
                  <a:cubicBezTo>
                    <a:pt x="3007" y="8461"/>
                    <a:pt x="3053" y="8547"/>
                    <a:pt x="3123" y="8621"/>
                  </a:cubicBezTo>
                  <a:cubicBezTo>
                    <a:pt x="3144" y="8642"/>
                    <a:pt x="3156" y="8636"/>
                    <a:pt x="3170" y="8619"/>
                  </a:cubicBezTo>
                  <a:cubicBezTo>
                    <a:pt x="3177" y="8610"/>
                    <a:pt x="3181" y="8598"/>
                    <a:pt x="3183" y="8586"/>
                  </a:cubicBezTo>
                  <a:cubicBezTo>
                    <a:pt x="3209" y="8436"/>
                    <a:pt x="3221" y="8284"/>
                    <a:pt x="3220" y="8132"/>
                  </a:cubicBezTo>
                  <a:cubicBezTo>
                    <a:pt x="3218" y="7946"/>
                    <a:pt x="3213" y="7760"/>
                    <a:pt x="3208" y="7574"/>
                  </a:cubicBezTo>
                  <a:cubicBezTo>
                    <a:pt x="3207" y="7514"/>
                    <a:pt x="3200" y="7455"/>
                    <a:pt x="3197" y="7395"/>
                  </a:cubicBezTo>
                  <a:cubicBezTo>
                    <a:pt x="3194" y="7334"/>
                    <a:pt x="3190" y="7273"/>
                    <a:pt x="3191" y="7212"/>
                  </a:cubicBezTo>
                  <a:cubicBezTo>
                    <a:pt x="3193" y="7076"/>
                    <a:pt x="3198" y="6940"/>
                    <a:pt x="3201" y="6805"/>
                  </a:cubicBezTo>
                  <a:cubicBezTo>
                    <a:pt x="3202" y="6750"/>
                    <a:pt x="3196" y="6696"/>
                    <a:pt x="3197" y="6642"/>
                  </a:cubicBezTo>
                  <a:cubicBezTo>
                    <a:pt x="3200" y="6531"/>
                    <a:pt x="3209" y="6420"/>
                    <a:pt x="3208" y="6309"/>
                  </a:cubicBezTo>
                  <a:cubicBezTo>
                    <a:pt x="3207" y="6188"/>
                    <a:pt x="3193" y="6068"/>
                    <a:pt x="3191" y="5947"/>
                  </a:cubicBezTo>
                  <a:cubicBezTo>
                    <a:pt x="3188" y="5809"/>
                    <a:pt x="3155" y="5682"/>
                    <a:pt x="3086" y="5563"/>
                  </a:cubicBezTo>
                  <a:cubicBezTo>
                    <a:pt x="3080" y="5553"/>
                    <a:pt x="3076" y="5543"/>
                    <a:pt x="3071" y="5533"/>
                  </a:cubicBezTo>
                  <a:cubicBezTo>
                    <a:pt x="3074" y="5531"/>
                    <a:pt x="3077" y="5529"/>
                    <a:pt x="3080" y="5527"/>
                  </a:cubicBezTo>
                  <a:cubicBezTo>
                    <a:pt x="3109" y="5562"/>
                    <a:pt x="3138" y="5597"/>
                    <a:pt x="3168" y="5630"/>
                  </a:cubicBezTo>
                  <a:cubicBezTo>
                    <a:pt x="3176" y="5639"/>
                    <a:pt x="3191" y="5646"/>
                    <a:pt x="3201" y="5644"/>
                  </a:cubicBezTo>
                  <a:cubicBezTo>
                    <a:pt x="3208" y="5643"/>
                    <a:pt x="3215" y="5628"/>
                    <a:pt x="3219" y="5618"/>
                  </a:cubicBezTo>
                  <a:cubicBezTo>
                    <a:pt x="3222" y="5610"/>
                    <a:pt x="3219" y="5600"/>
                    <a:pt x="3218" y="5592"/>
                  </a:cubicBezTo>
                  <a:cubicBezTo>
                    <a:pt x="3215" y="5565"/>
                    <a:pt x="3211" y="5539"/>
                    <a:pt x="3208" y="5514"/>
                  </a:cubicBezTo>
                  <a:cubicBezTo>
                    <a:pt x="3244" y="5517"/>
                    <a:pt x="3278" y="5520"/>
                    <a:pt x="3313" y="5524"/>
                  </a:cubicBezTo>
                  <a:cubicBezTo>
                    <a:pt x="3313" y="5537"/>
                    <a:pt x="3314" y="5554"/>
                    <a:pt x="3313" y="5572"/>
                  </a:cubicBezTo>
                  <a:cubicBezTo>
                    <a:pt x="3306" y="5677"/>
                    <a:pt x="3292" y="5781"/>
                    <a:pt x="3291" y="5886"/>
                  </a:cubicBezTo>
                  <a:cubicBezTo>
                    <a:pt x="3290" y="6060"/>
                    <a:pt x="3296" y="6234"/>
                    <a:pt x="3300" y="6408"/>
                  </a:cubicBezTo>
                  <a:cubicBezTo>
                    <a:pt x="3301" y="6454"/>
                    <a:pt x="3304" y="6499"/>
                    <a:pt x="3307" y="6545"/>
                  </a:cubicBezTo>
                  <a:cubicBezTo>
                    <a:pt x="3308" y="6555"/>
                    <a:pt x="3314" y="6564"/>
                    <a:pt x="3318" y="6574"/>
                  </a:cubicBezTo>
                  <a:cubicBezTo>
                    <a:pt x="3329" y="6569"/>
                    <a:pt x="3343" y="6566"/>
                    <a:pt x="3351" y="6558"/>
                  </a:cubicBezTo>
                  <a:cubicBezTo>
                    <a:pt x="3375" y="6532"/>
                    <a:pt x="3401" y="6506"/>
                    <a:pt x="3420" y="6476"/>
                  </a:cubicBezTo>
                  <a:cubicBezTo>
                    <a:pt x="3502" y="6345"/>
                    <a:pt x="3583" y="6214"/>
                    <a:pt x="3662" y="6081"/>
                  </a:cubicBezTo>
                  <a:cubicBezTo>
                    <a:pt x="3687" y="6040"/>
                    <a:pt x="3704" y="5994"/>
                    <a:pt x="3724" y="5950"/>
                  </a:cubicBezTo>
                  <a:cubicBezTo>
                    <a:pt x="3755" y="5883"/>
                    <a:pt x="3780" y="5812"/>
                    <a:pt x="3818" y="5750"/>
                  </a:cubicBezTo>
                  <a:cubicBezTo>
                    <a:pt x="3874" y="5658"/>
                    <a:pt x="3907" y="5557"/>
                    <a:pt x="3931" y="5453"/>
                  </a:cubicBezTo>
                  <a:cubicBezTo>
                    <a:pt x="3951" y="5364"/>
                    <a:pt x="3960" y="5273"/>
                    <a:pt x="3928" y="5183"/>
                  </a:cubicBezTo>
                  <a:cubicBezTo>
                    <a:pt x="3907" y="5125"/>
                    <a:pt x="3889" y="5065"/>
                    <a:pt x="3870" y="5006"/>
                  </a:cubicBezTo>
                  <a:cubicBezTo>
                    <a:pt x="3850" y="4942"/>
                    <a:pt x="3830" y="4878"/>
                    <a:pt x="3875" y="4815"/>
                  </a:cubicBezTo>
                  <a:cubicBezTo>
                    <a:pt x="3881" y="4805"/>
                    <a:pt x="3885" y="4793"/>
                    <a:pt x="3888" y="4782"/>
                  </a:cubicBezTo>
                  <a:cubicBezTo>
                    <a:pt x="3919" y="4677"/>
                    <a:pt x="3991" y="4606"/>
                    <a:pt x="4077" y="4543"/>
                  </a:cubicBezTo>
                  <a:cubicBezTo>
                    <a:pt x="4126" y="4507"/>
                    <a:pt x="4178" y="4498"/>
                    <a:pt x="4238" y="4507"/>
                  </a:cubicBezTo>
                  <a:cubicBezTo>
                    <a:pt x="4250" y="4574"/>
                    <a:pt x="4263" y="4641"/>
                    <a:pt x="4274" y="4708"/>
                  </a:cubicBezTo>
                  <a:cubicBezTo>
                    <a:pt x="4278" y="4727"/>
                    <a:pt x="4279" y="4748"/>
                    <a:pt x="4275" y="4766"/>
                  </a:cubicBezTo>
                  <a:cubicBezTo>
                    <a:pt x="4255" y="4865"/>
                    <a:pt x="4240" y="4966"/>
                    <a:pt x="4210" y="5062"/>
                  </a:cubicBezTo>
                  <a:cubicBezTo>
                    <a:pt x="4186" y="5141"/>
                    <a:pt x="4150" y="5219"/>
                    <a:pt x="4109" y="5291"/>
                  </a:cubicBezTo>
                  <a:cubicBezTo>
                    <a:pt x="3998" y="5486"/>
                    <a:pt x="3870" y="5671"/>
                    <a:pt x="3780" y="5877"/>
                  </a:cubicBezTo>
                  <a:cubicBezTo>
                    <a:pt x="3742" y="5964"/>
                    <a:pt x="3695" y="6048"/>
                    <a:pt x="3654" y="6134"/>
                  </a:cubicBezTo>
                  <a:cubicBezTo>
                    <a:pt x="3633" y="6179"/>
                    <a:pt x="3616" y="6226"/>
                    <a:pt x="3595" y="6272"/>
                  </a:cubicBezTo>
                  <a:cubicBezTo>
                    <a:pt x="3557" y="6351"/>
                    <a:pt x="3533" y="6436"/>
                    <a:pt x="3479" y="6508"/>
                  </a:cubicBezTo>
                  <a:cubicBezTo>
                    <a:pt x="3453" y="6544"/>
                    <a:pt x="3439" y="6589"/>
                    <a:pt x="3423" y="6631"/>
                  </a:cubicBezTo>
                  <a:cubicBezTo>
                    <a:pt x="3405" y="6680"/>
                    <a:pt x="3390" y="6730"/>
                    <a:pt x="3375" y="6781"/>
                  </a:cubicBezTo>
                  <a:cubicBezTo>
                    <a:pt x="3368" y="6807"/>
                    <a:pt x="3361" y="6835"/>
                    <a:pt x="3359" y="6863"/>
                  </a:cubicBezTo>
                  <a:cubicBezTo>
                    <a:pt x="3353" y="6964"/>
                    <a:pt x="3351" y="7065"/>
                    <a:pt x="3345" y="7165"/>
                  </a:cubicBezTo>
                  <a:cubicBezTo>
                    <a:pt x="3338" y="7288"/>
                    <a:pt x="3325" y="7410"/>
                    <a:pt x="3320" y="7533"/>
                  </a:cubicBezTo>
                  <a:cubicBezTo>
                    <a:pt x="3316" y="7622"/>
                    <a:pt x="3315" y="7712"/>
                    <a:pt x="3322" y="7801"/>
                  </a:cubicBezTo>
                  <a:cubicBezTo>
                    <a:pt x="3335" y="7981"/>
                    <a:pt x="3324" y="8159"/>
                    <a:pt x="3298" y="8337"/>
                  </a:cubicBezTo>
                  <a:cubicBezTo>
                    <a:pt x="3290" y="8390"/>
                    <a:pt x="3290" y="8443"/>
                    <a:pt x="3289" y="8496"/>
                  </a:cubicBezTo>
                  <a:cubicBezTo>
                    <a:pt x="3289" y="8507"/>
                    <a:pt x="3303" y="8517"/>
                    <a:pt x="3311" y="8527"/>
                  </a:cubicBezTo>
                  <a:cubicBezTo>
                    <a:pt x="3321" y="8519"/>
                    <a:pt x="3333" y="8512"/>
                    <a:pt x="3340" y="8502"/>
                  </a:cubicBezTo>
                  <a:cubicBezTo>
                    <a:pt x="3356" y="8475"/>
                    <a:pt x="3365" y="8443"/>
                    <a:pt x="3385" y="8419"/>
                  </a:cubicBezTo>
                  <a:cubicBezTo>
                    <a:pt x="3444" y="8350"/>
                    <a:pt x="3506" y="8282"/>
                    <a:pt x="3570" y="8218"/>
                  </a:cubicBezTo>
                  <a:cubicBezTo>
                    <a:pt x="3608" y="8178"/>
                    <a:pt x="3654" y="8146"/>
                    <a:pt x="3708" y="8128"/>
                  </a:cubicBezTo>
                  <a:cubicBezTo>
                    <a:pt x="3750" y="8113"/>
                    <a:pt x="3790" y="8093"/>
                    <a:pt x="3832" y="8078"/>
                  </a:cubicBezTo>
                  <a:cubicBezTo>
                    <a:pt x="3903" y="8054"/>
                    <a:pt x="3973" y="8021"/>
                    <a:pt x="4046" y="8012"/>
                  </a:cubicBezTo>
                  <a:cubicBezTo>
                    <a:pt x="4203" y="7994"/>
                    <a:pt x="4362" y="7988"/>
                    <a:pt x="4521" y="7980"/>
                  </a:cubicBezTo>
                  <a:cubicBezTo>
                    <a:pt x="4560" y="7978"/>
                    <a:pt x="4601" y="7984"/>
                    <a:pt x="4640" y="7993"/>
                  </a:cubicBezTo>
                  <a:cubicBezTo>
                    <a:pt x="4787" y="8030"/>
                    <a:pt x="4919" y="8101"/>
                    <a:pt x="5055" y="8165"/>
                  </a:cubicBezTo>
                  <a:cubicBezTo>
                    <a:pt x="5074" y="8174"/>
                    <a:pt x="5088" y="8191"/>
                    <a:pt x="5100" y="8200"/>
                  </a:cubicBezTo>
                  <a:cubicBezTo>
                    <a:pt x="5086" y="8228"/>
                    <a:pt x="5074" y="8250"/>
                    <a:pt x="5065" y="8274"/>
                  </a:cubicBezTo>
                  <a:cubicBezTo>
                    <a:pt x="5054" y="8301"/>
                    <a:pt x="5049" y="8331"/>
                    <a:pt x="5035" y="8357"/>
                  </a:cubicBezTo>
                  <a:cubicBezTo>
                    <a:pt x="5014" y="8398"/>
                    <a:pt x="4980" y="8428"/>
                    <a:pt x="4929" y="8423"/>
                  </a:cubicBezTo>
                  <a:cubicBezTo>
                    <a:pt x="4881" y="8419"/>
                    <a:pt x="4836" y="8426"/>
                    <a:pt x="4793" y="8447"/>
                  </a:cubicBezTo>
                  <a:cubicBezTo>
                    <a:pt x="4704" y="8491"/>
                    <a:pt x="4644" y="8474"/>
                    <a:pt x="4567" y="8406"/>
                  </a:cubicBezTo>
                  <a:cubicBezTo>
                    <a:pt x="4538" y="8379"/>
                    <a:pt x="4516" y="8344"/>
                    <a:pt x="4491" y="8312"/>
                  </a:cubicBezTo>
                  <a:cubicBezTo>
                    <a:pt x="4420" y="8223"/>
                    <a:pt x="4334" y="8160"/>
                    <a:pt x="4215" y="8153"/>
                  </a:cubicBezTo>
                  <a:cubicBezTo>
                    <a:pt x="4125" y="8147"/>
                    <a:pt x="4035" y="8141"/>
                    <a:pt x="3945" y="8133"/>
                  </a:cubicBezTo>
                  <a:cubicBezTo>
                    <a:pt x="3866" y="8126"/>
                    <a:pt x="3795" y="8144"/>
                    <a:pt x="3731" y="8193"/>
                  </a:cubicBezTo>
                  <a:cubicBezTo>
                    <a:pt x="3631" y="8269"/>
                    <a:pt x="3554" y="8363"/>
                    <a:pt x="3502" y="8477"/>
                  </a:cubicBezTo>
                  <a:cubicBezTo>
                    <a:pt x="3433" y="8629"/>
                    <a:pt x="3374" y="8784"/>
                    <a:pt x="3347" y="8949"/>
                  </a:cubicBezTo>
                  <a:cubicBezTo>
                    <a:pt x="3329" y="9054"/>
                    <a:pt x="3304" y="9157"/>
                    <a:pt x="3312" y="9265"/>
                  </a:cubicBezTo>
                  <a:cubicBezTo>
                    <a:pt x="3324" y="9440"/>
                    <a:pt x="3329" y="9615"/>
                    <a:pt x="3341" y="9790"/>
                  </a:cubicBezTo>
                  <a:cubicBezTo>
                    <a:pt x="3351" y="9927"/>
                    <a:pt x="3365" y="10065"/>
                    <a:pt x="3378" y="10202"/>
                  </a:cubicBezTo>
                  <a:cubicBezTo>
                    <a:pt x="3390" y="10331"/>
                    <a:pt x="3400" y="10460"/>
                    <a:pt x="3416" y="10588"/>
                  </a:cubicBezTo>
                  <a:cubicBezTo>
                    <a:pt x="3433" y="10729"/>
                    <a:pt x="3458" y="10870"/>
                    <a:pt x="3478" y="11011"/>
                  </a:cubicBezTo>
                  <a:cubicBezTo>
                    <a:pt x="3501" y="11180"/>
                    <a:pt x="3548" y="11340"/>
                    <a:pt x="3636" y="11487"/>
                  </a:cubicBezTo>
                  <a:cubicBezTo>
                    <a:pt x="3641" y="11495"/>
                    <a:pt x="3649" y="11502"/>
                    <a:pt x="3655" y="11509"/>
                  </a:cubicBezTo>
                  <a:lnTo>
                    <a:pt x="3667" y="11503"/>
                  </a:lnTo>
                  <a:cubicBezTo>
                    <a:pt x="3656" y="11467"/>
                    <a:pt x="3650" y="11430"/>
                    <a:pt x="3635" y="11396"/>
                  </a:cubicBezTo>
                  <a:cubicBezTo>
                    <a:pt x="3590" y="11298"/>
                    <a:pt x="3552" y="11198"/>
                    <a:pt x="3535" y="11090"/>
                  </a:cubicBezTo>
                  <a:cubicBezTo>
                    <a:pt x="3513" y="10947"/>
                    <a:pt x="3489" y="10805"/>
                    <a:pt x="3470" y="10662"/>
                  </a:cubicBezTo>
                  <a:cubicBezTo>
                    <a:pt x="3451" y="10523"/>
                    <a:pt x="3438" y="10383"/>
                    <a:pt x="3424" y="10244"/>
                  </a:cubicBezTo>
                  <a:cubicBezTo>
                    <a:pt x="3417" y="10165"/>
                    <a:pt x="3415" y="10085"/>
                    <a:pt x="3407" y="10006"/>
                  </a:cubicBezTo>
                  <a:cubicBezTo>
                    <a:pt x="3395" y="9872"/>
                    <a:pt x="3379" y="9738"/>
                    <a:pt x="3367" y="9604"/>
                  </a:cubicBezTo>
                  <a:cubicBezTo>
                    <a:pt x="3359" y="9515"/>
                    <a:pt x="3356" y="9426"/>
                    <a:pt x="3352" y="9337"/>
                  </a:cubicBezTo>
                  <a:cubicBezTo>
                    <a:pt x="3350" y="9277"/>
                    <a:pt x="3347" y="9216"/>
                    <a:pt x="3351" y="9155"/>
                  </a:cubicBezTo>
                  <a:cubicBezTo>
                    <a:pt x="3355" y="9109"/>
                    <a:pt x="3368" y="9064"/>
                    <a:pt x="3378" y="9018"/>
                  </a:cubicBezTo>
                  <a:cubicBezTo>
                    <a:pt x="3395" y="8943"/>
                    <a:pt x="3409" y="8867"/>
                    <a:pt x="3429" y="8793"/>
                  </a:cubicBezTo>
                  <a:cubicBezTo>
                    <a:pt x="3443" y="8738"/>
                    <a:pt x="3464" y="8685"/>
                    <a:pt x="3483" y="8632"/>
                  </a:cubicBezTo>
                  <a:cubicBezTo>
                    <a:pt x="3540" y="8471"/>
                    <a:pt x="3621" y="8327"/>
                    <a:pt x="3763" y="8224"/>
                  </a:cubicBezTo>
                  <a:cubicBezTo>
                    <a:pt x="3808" y="8192"/>
                    <a:pt x="3856" y="8172"/>
                    <a:pt x="3912" y="8175"/>
                  </a:cubicBezTo>
                  <a:cubicBezTo>
                    <a:pt x="4016" y="8181"/>
                    <a:pt x="4120" y="8186"/>
                    <a:pt x="4224" y="8196"/>
                  </a:cubicBezTo>
                  <a:cubicBezTo>
                    <a:pt x="4293" y="8202"/>
                    <a:pt x="4355" y="8231"/>
                    <a:pt x="4403" y="8282"/>
                  </a:cubicBezTo>
                  <a:cubicBezTo>
                    <a:pt x="4440" y="8321"/>
                    <a:pt x="4472" y="8365"/>
                    <a:pt x="4508" y="8406"/>
                  </a:cubicBezTo>
                  <a:cubicBezTo>
                    <a:pt x="4589" y="8500"/>
                    <a:pt x="4693" y="8550"/>
                    <a:pt x="4820" y="8484"/>
                  </a:cubicBezTo>
                  <a:cubicBezTo>
                    <a:pt x="4845" y="8471"/>
                    <a:pt x="4877" y="8464"/>
                    <a:pt x="4905" y="8466"/>
                  </a:cubicBezTo>
                  <a:cubicBezTo>
                    <a:pt x="4989" y="8471"/>
                    <a:pt x="5051" y="8438"/>
                    <a:pt x="5083" y="8360"/>
                  </a:cubicBezTo>
                  <a:cubicBezTo>
                    <a:pt x="5094" y="8333"/>
                    <a:pt x="5101" y="8304"/>
                    <a:pt x="5109" y="8276"/>
                  </a:cubicBezTo>
                  <a:cubicBezTo>
                    <a:pt x="5115" y="8254"/>
                    <a:pt x="5124" y="8248"/>
                    <a:pt x="5147" y="8256"/>
                  </a:cubicBezTo>
                  <a:cubicBezTo>
                    <a:pt x="5240" y="8291"/>
                    <a:pt x="5336" y="8320"/>
                    <a:pt x="5427" y="8361"/>
                  </a:cubicBezTo>
                  <a:cubicBezTo>
                    <a:pt x="5507" y="8396"/>
                    <a:pt x="5582" y="8388"/>
                    <a:pt x="5652" y="8349"/>
                  </a:cubicBezTo>
                  <a:cubicBezTo>
                    <a:pt x="5811" y="8260"/>
                    <a:pt x="5959" y="8157"/>
                    <a:pt x="6029" y="7976"/>
                  </a:cubicBezTo>
                  <a:cubicBezTo>
                    <a:pt x="6034" y="7962"/>
                    <a:pt x="6044" y="7950"/>
                    <a:pt x="6052" y="7937"/>
                  </a:cubicBezTo>
                  <a:cubicBezTo>
                    <a:pt x="6057" y="7930"/>
                    <a:pt x="6064" y="7925"/>
                    <a:pt x="6070" y="7919"/>
                  </a:cubicBezTo>
                  <a:cubicBezTo>
                    <a:pt x="6114" y="7877"/>
                    <a:pt x="6171" y="7865"/>
                    <a:pt x="6228" y="7854"/>
                  </a:cubicBezTo>
                  <a:cubicBezTo>
                    <a:pt x="6299" y="7839"/>
                    <a:pt x="6371" y="7828"/>
                    <a:pt x="6442" y="7814"/>
                  </a:cubicBezTo>
                  <a:cubicBezTo>
                    <a:pt x="6490" y="7805"/>
                    <a:pt x="6529" y="7780"/>
                    <a:pt x="6556" y="7739"/>
                  </a:cubicBezTo>
                  <a:cubicBezTo>
                    <a:pt x="6591" y="7687"/>
                    <a:pt x="6645" y="7660"/>
                    <a:pt x="6701" y="7654"/>
                  </a:cubicBezTo>
                  <a:cubicBezTo>
                    <a:pt x="6795" y="7645"/>
                    <a:pt x="6890" y="7651"/>
                    <a:pt x="6980" y="7688"/>
                  </a:cubicBezTo>
                  <a:cubicBezTo>
                    <a:pt x="7054" y="7719"/>
                    <a:pt x="7127" y="7716"/>
                    <a:pt x="7197" y="7678"/>
                  </a:cubicBezTo>
                  <a:cubicBezTo>
                    <a:pt x="7255" y="7647"/>
                    <a:pt x="7311" y="7614"/>
                    <a:pt x="7366" y="7580"/>
                  </a:cubicBezTo>
                  <a:cubicBezTo>
                    <a:pt x="7376" y="7574"/>
                    <a:pt x="7384" y="7555"/>
                    <a:pt x="7381" y="7543"/>
                  </a:cubicBezTo>
                  <a:moveTo>
                    <a:pt x="4010" y="4076"/>
                  </a:moveTo>
                  <a:cubicBezTo>
                    <a:pt x="4011" y="4071"/>
                    <a:pt x="4012" y="4065"/>
                    <a:pt x="4013" y="4060"/>
                  </a:cubicBezTo>
                  <a:cubicBezTo>
                    <a:pt x="4021" y="4022"/>
                    <a:pt x="4050" y="3992"/>
                    <a:pt x="4075" y="3994"/>
                  </a:cubicBezTo>
                  <a:cubicBezTo>
                    <a:pt x="4107" y="3996"/>
                    <a:pt x="4144" y="4041"/>
                    <a:pt x="4145" y="4079"/>
                  </a:cubicBezTo>
                  <a:cubicBezTo>
                    <a:pt x="4146" y="4107"/>
                    <a:pt x="4111" y="4152"/>
                    <a:pt x="4085" y="4157"/>
                  </a:cubicBezTo>
                  <a:cubicBezTo>
                    <a:pt x="4083" y="4157"/>
                    <a:pt x="4080" y="4157"/>
                    <a:pt x="4078" y="4157"/>
                  </a:cubicBezTo>
                  <a:cubicBezTo>
                    <a:pt x="4036" y="4157"/>
                    <a:pt x="4004" y="4118"/>
                    <a:pt x="4010" y="4076"/>
                  </a:cubicBezTo>
                  <a:moveTo>
                    <a:pt x="3540" y="3831"/>
                  </a:moveTo>
                  <a:cubicBezTo>
                    <a:pt x="3517" y="3851"/>
                    <a:pt x="3486" y="3863"/>
                    <a:pt x="3459" y="3879"/>
                  </a:cubicBezTo>
                  <a:cubicBezTo>
                    <a:pt x="3457" y="3877"/>
                    <a:pt x="3456" y="3875"/>
                    <a:pt x="3454" y="3873"/>
                  </a:cubicBezTo>
                  <a:cubicBezTo>
                    <a:pt x="3441" y="3870"/>
                    <a:pt x="3428" y="3869"/>
                    <a:pt x="3416" y="3864"/>
                  </a:cubicBezTo>
                  <a:cubicBezTo>
                    <a:pt x="3397" y="3857"/>
                    <a:pt x="3390" y="3844"/>
                    <a:pt x="3401" y="3823"/>
                  </a:cubicBezTo>
                  <a:cubicBezTo>
                    <a:pt x="3410" y="3804"/>
                    <a:pt x="3415" y="3783"/>
                    <a:pt x="3425" y="3763"/>
                  </a:cubicBezTo>
                  <a:cubicBezTo>
                    <a:pt x="3437" y="3739"/>
                    <a:pt x="3454" y="3719"/>
                    <a:pt x="3484" y="3719"/>
                  </a:cubicBezTo>
                  <a:cubicBezTo>
                    <a:pt x="3511" y="3718"/>
                    <a:pt x="3557" y="3749"/>
                    <a:pt x="3559" y="3773"/>
                  </a:cubicBezTo>
                  <a:cubicBezTo>
                    <a:pt x="3560" y="3792"/>
                    <a:pt x="3553" y="3819"/>
                    <a:pt x="3540" y="3831"/>
                  </a:cubicBezTo>
                  <a:moveTo>
                    <a:pt x="3705" y="3835"/>
                  </a:moveTo>
                  <a:cubicBezTo>
                    <a:pt x="3680" y="3887"/>
                    <a:pt x="3643" y="3926"/>
                    <a:pt x="3589" y="3945"/>
                  </a:cubicBezTo>
                  <a:cubicBezTo>
                    <a:pt x="3587" y="3923"/>
                    <a:pt x="3586" y="3903"/>
                    <a:pt x="3583" y="3883"/>
                  </a:cubicBezTo>
                  <a:cubicBezTo>
                    <a:pt x="3578" y="3849"/>
                    <a:pt x="3618" y="3766"/>
                    <a:pt x="3648" y="3751"/>
                  </a:cubicBezTo>
                  <a:cubicBezTo>
                    <a:pt x="3654" y="3747"/>
                    <a:pt x="3663" y="3746"/>
                    <a:pt x="3669" y="3748"/>
                  </a:cubicBezTo>
                  <a:cubicBezTo>
                    <a:pt x="3691" y="3755"/>
                    <a:pt x="3715" y="3813"/>
                    <a:pt x="3705" y="3835"/>
                  </a:cubicBezTo>
                  <a:moveTo>
                    <a:pt x="3579" y="4116"/>
                  </a:moveTo>
                  <a:cubicBezTo>
                    <a:pt x="3573" y="4165"/>
                    <a:pt x="3534" y="4191"/>
                    <a:pt x="3470" y="4189"/>
                  </a:cubicBezTo>
                  <a:cubicBezTo>
                    <a:pt x="3469" y="4192"/>
                    <a:pt x="3467" y="4195"/>
                    <a:pt x="3466" y="4198"/>
                  </a:cubicBezTo>
                  <a:cubicBezTo>
                    <a:pt x="3443" y="4185"/>
                    <a:pt x="3404" y="4177"/>
                    <a:pt x="3399" y="4159"/>
                  </a:cubicBezTo>
                  <a:cubicBezTo>
                    <a:pt x="3393" y="4135"/>
                    <a:pt x="3411" y="4103"/>
                    <a:pt x="3420" y="4075"/>
                  </a:cubicBezTo>
                  <a:cubicBezTo>
                    <a:pt x="3423" y="4067"/>
                    <a:pt x="3433" y="4061"/>
                    <a:pt x="3436" y="4052"/>
                  </a:cubicBezTo>
                  <a:cubicBezTo>
                    <a:pt x="3451" y="4009"/>
                    <a:pt x="3470" y="3999"/>
                    <a:pt x="3511" y="4017"/>
                  </a:cubicBezTo>
                  <a:cubicBezTo>
                    <a:pt x="3552" y="4035"/>
                    <a:pt x="3583" y="4081"/>
                    <a:pt x="3579" y="4116"/>
                  </a:cubicBezTo>
                  <a:moveTo>
                    <a:pt x="3896" y="2876"/>
                  </a:moveTo>
                  <a:cubicBezTo>
                    <a:pt x="3942" y="2880"/>
                    <a:pt x="3969" y="2913"/>
                    <a:pt x="3964" y="2960"/>
                  </a:cubicBezTo>
                  <a:cubicBezTo>
                    <a:pt x="3960" y="3009"/>
                    <a:pt x="3941" y="3053"/>
                    <a:pt x="3903" y="3086"/>
                  </a:cubicBezTo>
                  <a:cubicBezTo>
                    <a:pt x="3889" y="3098"/>
                    <a:pt x="3869" y="3102"/>
                    <a:pt x="3844" y="3113"/>
                  </a:cubicBezTo>
                  <a:cubicBezTo>
                    <a:pt x="3826" y="3099"/>
                    <a:pt x="3801" y="3088"/>
                    <a:pt x="3793" y="3070"/>
                  </a:cubicBezTo>
                  <a:cubicBezTo>
                    <a:pt x="3779" y="3039"/>
                    <a:pt x="3770" y="3003"/>
                    <a:pt x="3770" y="2968"/>
                  </a:cubicBezTo>
                  <a:cubicBezTo>
                    <a:pt x="3769" y="2912"/>
                    <a:pt x="3816" y="2869"/>
                    <a:pt x="3896" y="2876"/>
                  </a:cubicBezTo>
                  <a:moveTo>
                    <a:pt x="4156" y="2683"/>
                  </a:moveTo>
                  <a:cubicBezTo>
                    <a:pt x="4146" y="2703"/>
                    <a:pt x="4132" y="2743"/>
                    <a:pt x="4108" y="2776"/>
                  </a:cubicBezTo>
                  <a:cubicBezTo>
                    <a:pt x="4081" y="2811"/>
                    <a:pt x="4002" y="2789"/>
                    <a:pt x="3987" y="2745"/>
                  </a:cubicBezTo>
                  <a:cubicBezTo>
                    <a:pt x="3964" y="2679"/>
                    <a:pt x="4009" y="2597"/>
                    <a:pt x="4077" y="2581"/>
                  </a:cubicBezTo>
                  <a:cubicBezTo>
                    <a:pt x="4120" y="2571"/>
                    <a:pt x="4156" y="2608"/>
                    <a:pt x="4156" y="2683"/>
                  </a:cubicBezTo>
                  <a:moveTo>
                    <a:pt x="3973" y="2393"/>
                  </a:moveTo>
                  <a:cubicBezTo>
                    <a:pt x="3987" y="2369"/>
                    <a:pt x="4016" y="2356"/>
                    <a:pt x="4041" y="2368"/>
                  </a:cubicBezTo>
                  <a:cubicBezTo>
                    <a:pt x="4057" y="2375"/>
                    <a:pt x="4071" y="2398"/>
                    <a:pt x="4077" y="2417"/>
                  </a:cubicBezTo>
                  <a:cubicBezTo>
                    <a:pt x="4100" y="2484"/>
                    <a:pt x="4049" y="2550"/>
                    <a:pt x="3977" y="2549"/>
                  </a:cubicBezTo>
                  <a:cubicBezTo>
                    <a:pt x="3938" y="2548"/>
                    <a:pt x="3929" y="2538"/>
                    <a:pt x="3933" y="2500"/>
                  </a:cubicBezTo>
                  <a:cubicBezTo>
                    <a:pt x="3930" y="2498"/>
                    <a:pt x="3927" y="2497"/>
                    <a:pt x="3924" y="2496"/>
                  </a:cubicBezTo>
                  <a:cubicBezTo>
                    <a:pt x="3940" y="2461"/>
                    <a:pt x="3954" y="2425"/>
                    <a:pt x="3973" y="2393"/>
                  </a:cubicBezTo>
                  <a:moveTo>
                    <a:pt x="3727" y="2337"/>
                  </a:moveTo>
                  <a:cubicBezTo>
                    <a:pt x="3706" y="2306"/>
                    <a:pt x="3726" y="2236"/>
                    <a:pt x="3757" y="2214"/>
                  </a:cubicBezTo>
                  <a:cubicBezTo>
                    <a:pt x="3763" y="2210"/>
                    <a:pt x="3772" y="2209"/>
                    <a:pt x="3778" y="2211"/>
                  </a:cubicBezTo>
                  <a:cubicBezTo>
                    <a:pt x="3794" y="2216"/>
                    <a:pt x="3813" y="2221"/>
                    <a:pt x="3825" y="2232"/>
                  </a:cubicBezTo>
                  <a:cubicBezTo>
                    <a:pt x="3867" y="2272"/>
                    <a:pt x="3890" y="2322"/>
                    <a:pt x="3901" y="2374"/>
                  </a:cubicBezTo>
                  <a:cubicBezTo>
                    <a:pt x="3900" y="2431"/>
                    <a:pt x="3879" y="2440"/>
                    <a:pt x="3828" y="2429"/>
                  </a:cubicBezTo>
                  <a:cubicBezTo>
                    <a:pt x="3773" y="2418"/>
                    <a:pt x="3752" y="2375"/>
                    <a:pt x="3727" y="2337"/>
                  </a:cubicBezTo>
                  <a:moveTo>
                    <a:pt x="3706" y="2542"/>
                  </a:moveTo>
                  <a:cubicBezTo>
                    <a:pt x="3718" y="2515"/>
                    <a:pt x="3733" y="2489"/>
                    <a:pt x="3750" y="2464"/>
                  </a:cubicBezTo>
                  <a:cubicBezTo>
                    <a:pt x="3754" y="2459"/>
                    <a:pt x="3770" y="2458"/>
                    <a:pt x="3778" y="2461"/>
                  </a:cubicBezTo>
                  <a:cubicBezTo>
                    <a:pt x="3802" y="2469"/>
                    <a:pt x="3825" y="2480"/>
                    <a:pt x="3849" y="2491"/>
                  </a:cubicBezTo>
                  <a:cubicBezTo>
                    <a:pt x="3852" y="2493"/>
                    <a:pt x="3857" y="2497"/>
                    <a:pt x="3857" y="2500"/>
                  </a:cubicBezTo>
                  <a:cubicBezTo>
                    <a:pt x="3864" y="2557"/>
                    <a:pt x="3888" y="2614"/>
                    <a:pt x="3854" y="2670"/>
                  </a:cubicBezTo>
                  <a:cubicBezTo>
                    <a:pt x="3844" y="2688"/>
                    <a:pt x="3828" y="2703"/>
                    <a:pt x="3810" y="2724"/>
                  </a:cubicBezTo>
                  <a:cubicBezTo>
                    <a:pt x="3787" y="2659"/>
                    <a:pt x="3767" y="2604"/>
                    <a:pt x="3713" y="2570"/>
                  </a:cubicBezTo>
                  <a:cubicBezTo>
                    <a:pt x="3707" y="2566"/>
                    <a:pt x="3703" y="2549"/>
                    <a:pt x="3706" y="2542"/>
                  </a:cubicBezTo>
                  <a:moveTo>
                    <a:pt x="3629" y="2751"/>
                  </a:moveTo>
                  <a:cubicBezTo>
                    <a:pt x="3634" y="2712"/>
                    <a:pt x="3647" y="2673"/>
                    <a:pt x="3663" y="2637"/>
                  </a:cubicBezTo>
                  <a:cubicBezTo>
                    <a:pt x="3678" y="2605"/>
                    <a:pt x="3710" y="2605"/>
                    <a:pt x="3729" y="2635"/>
                  </a:cubicBezTo>
                  <a:cubicBezTo>
                    <a:pt x="3745" y="2661"/>
                    <a:pt x="3755" y="2689"/>
                    <a:pt x="3767" y="2716"/>
                  </a:cubicBezTo>
                  <a:cubicBezTo>
                    <a:pt x="3760" y="2755"/>
                    <a:pt x="3759" y="2791"/>
                    <a:pt x="3718" y="2808"/>
                  </a:cubicBezTo>
                  <a:cubicBezTo>
                    <a:pt x="3673" y="2828"/>
                    <a:pt x="3623" y="2799"/>
                    <a:pt x="3629" y="2750"/>
                  </a:cubicBezTo>
                  <a:lnTo>
                    <a:pt x="3629" y="2751"/>
                  </a:lnTo>
                  <a:moveTo>
                    <a:pt x="3548" y="3075"/>
                  </a:moveTo>
                  <a:cubicBezTo>
                    <a:pt x="3520" y="3050"/>
                    <a:pt x="3508" y="3002"/>
                    <a:pt x="3520" y="2971"/>
                  </a:cubicBezTo>
                  <a:cubicBezTo>
                    <a:pt x="3535" y="2933"/>
                    <a:pt x="3583" y="2895"/>
                    <a:pt x="3617" y="2895"/>
                  </a:cubicBezTo>
                  <a:cubicBezTo>
                    <a:pt x="3659" y="2894"/>
                    <a:pt x="3692" y="2934"/>
                    <a:pt x="3687" y="2975"/>
                  </a:cubicBezTo>
                  <a:cubicBezTo>
                    <a:pt x="3682" y="3019"/>
                    <a:pt x="3662" y="3053"/>
                    <a:pt x="3627" y="3079"/>
                  </a:cubicBezTo>
                  <a:cubicBezTo>
                    <a:pt x="3600" y="3100"/>
                    <a:pt x="3574" y="3098"/>
                    <a:pt x="3548" y="3075"/>
                  </a:cubicBezTo>
                  <a:moveTo>
                    <a:pt x="3553" y="3232"/>
                  </a:moveTo>
                  <a:cubicBezTo>
                    <a:pt x="3559" y="3224"/>
                    <a:pt x="3566" y="3217"/>
                    <a:pt x="3570" y="3209"/>
                  </a:cubicBezTo>
                  <a:cubicBezTo>
                    <a:pt x="3584" y="3183"/>
                    <a:pt x="3602" y="3166"/>
                    <a:pt x="3635" y="3170"/>
                  </a:cubicBezTo>
                  <a:cubicBezTo>
                    <a:pt x="3676" y="3176"/>
                    <a:pt x="3706" y="3197"/>
                    <a:pt x="3721" y="3236"/>
                  </a:cubicBezTo>
                  <a:cubicBezTo>
                    <a:pt x="3732" y="3265"/>
                    <a:pt x="3722" y="3293"/>
                    <a:pt x="3699" y="3312"/>
                  </a:cubicBezTo>
                  <a:cubicBezTo>
                    <a:pt x="3675" y="3332"/>
                    <a:pt x="3648" y="3351"/>
                    <a:pt x="3620" y="3363"/>
                  </a:cubicBezTo>
                  <a:cubicBezTo>
                    <a:pt x="3566" y="3387"/>
                    <a:pt x="3522" y="3355"/>
                    <a:pt x="3514" y="3290"/>
                  </a:cubicBezTo>
                  <a:cubicBezTo>
                    <a:pt x="3527" y="3271"/>
                    <a:pt x="3540" y="3251"/>
                    <a:pt x="3553" y="3232"/>
                  </a:cubicBezTo>
                  <a:moveTo>
                    <a:pt x="3433" y="3439"/>
                  </a:moveTo>
                  <a:cubicBezTo>
                    <a:pt x="3452" y="3419"/>
                    <a:pt x="3467" y="3391"/>
                    <a:pt x="3504" y="3394"/>
                  </a:cubicBezTo>
                  <a:cubicBezTo>
                    <a:pt x="3517" y="3400"/>
                    <a:pt x="3533" y="3403"/>
                    <a:pt x="3543" y="3412"/>
                  </a:cubicBezTo>
                  <a:cubicBezTo>
                    <a:pt x="3587" y="3450"/>
                    <a:pt x="3587" y="3536"/>
                    <a:pt x="3540" y="3571"/>
                  </a:cubicBezTo>
                  <a:cubicBezTo>
                    <a:pt x="3519" y="3588"/>
                    <a:pt x="3491" y="3599"/>
                    <a:pt x="3465" y="3608"/>
                  </a:cubicBezTo>
                  <a:cubicBezTo>
                    <a:pt x="3428" y="3620"/>
                    <a:pt x="3408" y="3606"/>
                    <a:pt x="3399" y="3568"/>
                  </a:cubicBezTo>
                  <a:cubicBezTo>
                    <a:pt x="3386" y="3518"/>
                    <a:pt x="3396" y="3475"/>
                    <a:pt x="3433" y="3439"/>
                  </a:cubicBezTo>
                  <a:moveTo>
                    <a:pt x="3425" y="2624"/>
                  </a:moveTo>
                  <a:cubicBezTo>
                    <a:pt x="3453" y="2597"/>
                    <a:pt x="3517" y="2614"/>
                    <a:pt x="3531" y="2651"/>
                  </a:cubicBezTo>
                  <a:cubicBezTo>
                    <a:pt x="3537" y="2668"/>
                    <a:pt x="3540" y="2686"/>
                    <a:pt x="3542" y="2696"/>
                  </a:cubicBezTo>
                  <a:cubicBezTo>
                    <a:pt x="3540" y="2758"/>
                    <a:pt x="3519" y="2806"/>
                    <a:pt x="3482" y="2842"/>
                  </a:cubicBezTo>
                  <a:cubicBezTo>
                    <a:pt x="3464" y="2859"/>
                    <a:pt x="3435" y="2874"/>
                    <a:pt x="3412" y="2873"/>
                  </a:cubicBezTo>
                  <a:cubicBezTo>
                    <a:pt x="3380" y="2872"/>
                    <a:pt x="3366" y="2839"/>
                    <a:pt x="3364" y="2811"/>
                  </a:cubicBezTo>
                  <a:cubicBezTo>
                    <a:pt x="3360" y="2742"/>
                    <a:pt x="3371" y="2674"/>
                    <a:pt x="3425" y="2624"/>
                  </a:cubicBezTo>
                  <a:moveTo>
                    <a:pt x="3637" y="1306"/>
                  </a:moveTo>
                  <a:cubicBezTo>
                    <a:pt x="3644" y="1274"/>
                    <a:pt x="3648" y="1242"/>
                    <a:pt x="3658" y="1211"/>
                  </a:cubicBezTo>
                  <a:cubicBezTo>
                    <a:pt x="3663" y="1196"/>
                    <a:pt x="3679" y="1178"/>
                    <a:pt x="3693" y="1176"/>
                  </a:cubicBezTo>
                  <a:cubicBezTo>
                    <a:pt x="3708" y="1173"/>
                    <a:pt x="3732" y="1182"/>
                    <a:pt x="3741" y="1194"/>
                  </a:cubicBezTo>
                  <a:cubicBezTo>
                    <a:pt x="3776" y="1239"/>
                    <a:pt x="3782" y="1292"/>
                    <a:pt x="3767" y="1346"/>
                  </a:cubicBezTo>
                  <a:cubicBezTo>
                    <a:pt x="3759" y="1375"/>
                    <a:pt x="3727" y="1388"/>
                    <a:pt x="3695" y="1378"/>
                  </a:cubicBezTo>
                  <a:cubicBezTo>
                    <a:pt x="3659" y="1367"/>
                    <a:pt x="3633" y="1351"/>
                    <a:pt x="3637" y="1306"/>
                  </a:cubicBezTo>
                  <a:moveTo>
                    <a:pt x="3426" y="1591"/>
                  </a:moveTo>
                  <a:cubicBezTo>
                    <a:pt x="3422" y="1610"/>
                    <a:pt x="3420" y="1629"/>
                    <a:pt x="3413" y="1648"/>
                  </a:cubicBezTo>
                  <a:cubicBezTo>
                    <a:pt x="3404" y="1676"/>
                    <a:pt x="3385" y="1697"/>
                    <a:pt x="3353" y="1699"/>
                  </a:cubicBezTo>
                  <a:cubicBezTo>
                    <a:pt x="3322" y="1700"/>
                    <a:pt x="3289" y="1675"/>
                    <a:pt x="3279" y="1645"/>
                  </a:cubicBezTo>
                  <a:cubicBezTo>
                    <a:pt x="3261" y="1591"/>
                    <a:pt x="3280" y="1539"/>
                    <a:pt x="3325" y="1517"/>
                  </a:cubicBezTo>
                  <a:cubicBezTo>
                    <a:pt x="3381" y="1490"/>
                    <a:pt x="3425" y="1522"/>
                    <a:pt x="3426" y="1591"/>
                  </a:cubicBezTo>
                  <a:moveTo>
                    <a:pt x="3543" y="1328"/>
                  </a:moveTo>
                  <a:cubicBezTo>
                    <a:pt x="3525" y="1367"/>
                    <a:pt x="3497" y="1374"/>
                    <a:pt x="3465" y="1346"/>
                  </a:cubicBezTo>
                  <a:cubicBezTo>
                    <a:pt x="3447" y="1330"/>
                    <a:pt x="3427" y="1304"/>
                    <a:pt x="3428" y="1282"/>
                  </a:cubicBezTo>
                  <a:cubicBezTo>
                    <a:pt x="3429" y="1236"/>
                    <a:pt x="3442" y="1189"/>
                    <a:pt x="3453" y="1143"/>
                  </a:cubicBezTo>
                  <a:cubicBezTo>
                    <a:pt x="3461" y="1110"/>
                    <a:pt x="3489" y="1096"/>
                    <a:pt x="3520" y="1095"/>
                  </a:cubicBezTo>
                  <a:cubicBezTo>
                    <a:pt x="3549" y="1094"/>
                    <a:pt x="3566" y="1118"/>
                    <a:pt x="3574" y="1159"/>
                  </a:cubicBezTo>
                  <a:cubicBezTo>
                    <a:pt x="3576" y="1174"/>
                    <a:pt x="3577" y="1189"/>
                    <a:pt x="3578" y="1204"/>
                  </a:cubicBezTo>
                  <a:cubicBezTo>
                    <a:pt x="3580" y="1205"/>
                    <a:pt x="3583" y="1206"/>
                    <a:pt x="3585" y="1207"/>
                  </a:cubicBezTo>
                  <a:cubicBezTo>
                    <a:pt x="3571" y="1247"/>
                    <a:pt x="3561" y="1289"/>
                    <a:pt x="3543" y="1328"/>
                  </a:cubicBezTo>
                  <a:moveTo>
                    <a:pt x="3581" y="824"/>
                  </a:moveTo>
                  <a:cubicBezTo>
                    <a:pt x="3597" y="809"/>
                    <a:pt x="3633" y="800"/>
                    <a:pt x="3651" y="808"/>
                  </a:cubicBezTo>
                  <a:cubicBezTo>
                    <a:pt x="3670" y="816"/>
                    <a:pt x="3678" y="848"/>
                    <a:pt x="3691" y="869"/>
                  </a:cubicBezTo>
                  <a:cubicBezTo>
                    <a:pt x="3680" y="928"/>
                    <a:pt x="3670" y="981"/>
                    <a:pt x="3625" y="1020"/>
                  </a:cubicBezTo>
                  <a:cubicBezTo>
                    <a:pt x="3604" y="1037"/>
                    <a:pt x="3580" y="1060"/>
                    <a:pt x="3550" y="1047"/>
                  </a:cubicBezTo>
                  <a:cubicBezTo>
                    <a:pt x="3517" y="1033"/>
                    <a:pt x="3509" y="1001"/>
                    <a:pt x="3509" y="968"/>
                  </a:cubicBezTo>
                  <a:cubicBezTo>
                    <a:pt x="3509" y="908"/>
                    <a:pt x="3540" y="861"/>
                    <a:pt x="3581" y="824"/>
                  </a:cubicBezTo>
                  <a:moveTo>
                    <a:pt x="3464" y="984"/>
                  </a:moveTo>
                  <a:cubicBezTo>
                    <a:pt x="3472" y="1007"/>
                    <a:pt x="3478" y="1026"/>
                    <a:pt x="3484" y="1045"/>
                  </a:cubicBezTo>
                  <a:cubicBezTo>
                    <a:pt x="3435" y="1073"/>
                    <a:pt x="3410" y="1121"/>
                    <a:pt x="3401" y="1171"/>
                  </a:cubicBezTo>
                  <a:cubicBezTo>
                    <a:pt x="3391" y="1224"/>
                    <a:pt x="3394" y="1279"/>
                    <a:pt x="3392" y="1333"/>
                  </a:cubicBezTo>
                  <a:cubicBezTo>
                    <a:pt x="3362" y="1297"/>
                    <a:pt x="3333" y="1261"/>
                    <a:pt x="3303" y="1224"/>
                  </a:cubicBezTo>
                  <a:cubicBezTo>
                    <a:pt x="3299" y="1219"/>
                    <a:pt x="3296" y="1213"/>
                    <a:pt x="3295" y="1207"/>
                  </a:cubicBezTo>
                  <a:cubicBezTo>
                    <a:pt x="3287" y="1161"/>
                    <a:pt x="3278" y="1114"/>
                    <a:pt x="3271" y="1067"/>
                  </a:cubicBezTo>
                  <a:cubicBezTo>
                    <a:pt x="3269" y="1054"/>
                    <a:pt x="3271" y="1040"/>
                    <a:pt x="3271" y="1030"/>
                  </a:cubicBezTo>
                  <a:cubicBezTo>
                    <a:pt x="3309" y="1038"/>
                    <a:pt x="3345" y="1051"/>
                    <a:pt x="3381" y="1053"/>
                  </a:cubicBezTo>
                  <a:cubicBezTo>
                    <a:pt x="3422" y="1055"/>
                    <a:pt x="3446" y="1024"/>
                    <a:pt x="3464" y="984"/>
                  </a:cubicBezTo>
                  <a:moveTo>
                    <a:pt x="3572" y="661"/>
                  </a:moveTo>
                  <a:cubicBezTo>
                    <a:pt x="3553" y="691"/>
                    <a:pt x="3526" y="717"/>
                    <a:pt x="3499" y="741"/>
                  </a:cubicBezTo>
                  <a:cubicBezTo>
                    <a:pt x="3480" y="757"/>
                    <a:pt x="3455" y="762"/>
                    <a:pt x="3434" y="740"/>
                  </a:cubicBezTo>
                  <a:cubicBezTo>
                    <a:pt x="3414" y="719"/>
                    <a:pt x="3406" y="676"/>
                    <a:pt x="3423" y="656"/>
                  </a:cubicBezTo>
                  <a:cubicBezTo>
                    <a:pt x="3450" y="622"/>
                    <a:pt x="3485" y="600"/>
                    <a:pt x="3525" y="596"/>
                  </a:cubicBezTo>
                  <a:cubicBezTo>
                    <a:pt x="3570" y="597"/>
                    <a:pt x="3593" y="628"/>
                    <a:pt x="3572" y="661"/>
                  </a:cubicBezTo>
                  <a:moveTo>
                    <a:pt x="3431" y="435"/>
                  </a:moveTo>
                  <a:cubicBezTo>
                    <a:pt x="3441" y="403"/>
                    <a:pt x="3459" y="371"/>
                    <a:pt x="3481" y="346"/>
                  </a:cubicBezTo>
                  <a:cubicBezTo>
                    <a:pt x="3492" y="334"/>
                    <a:pt x="3522" y="334"/>
                    <a:pt x="3543" y="336"/>
                  </a:cubicBezTo>
                  <a:cubicBezTo>
                    <a:pt x="3552" y="337"/>
                    <a:pt x="3560" y="355"/>
                    <a:pt x="3565" y="360"/>
                  </a:cubicBezTo>
                  <a:cubicBezTo>
                    <a:pt x="3560" y="432"/>
                    <a:pt x="3520" y="469"/>
                    <a:pt x="3474" y="501"/>
                  </a:cubicBezTo>
                  <a:cubicBezTo>
                    <a:pt x="3468" y="505"/>
                    <a:pt x="3449" y="500"/>
                    <a:pt x="3447" y="494"/>
                  </a:cubicBezTo>
                  <a:cubicBezTo>
                    <a:pt x="3439" y="475"/>
                    <a:pt x="3426" y="451"/>
                    <a:pt x="3431" y="435"/>
                  </a:cubicBezTo>
                  <a:moveTo>
                    <a:pt x="3447" y="549"/>
                  </a:moveTo>
                  <a:cubicBezTo>
                    <a:pt x="3387" y="618"/>
                    <a:pt x="3364" y="622"/>
                    <a:pt x="3380" y="743"/>
                  </a:cubicBezTo>
                  <a:cubicBezTo>
                    <a:pt x="3354" y="739"/>
                    <a:pt x="3326" y="735"/>
                    <a:pt x="3298" y="731"/>
                  </a:cubicBezTo>
                  <a:cubicBezTo>
                    <a:pt x="3318" y="647"/>
                    <a:pt x="3310" y="567"/>
                    <a:pt x="3248" y="504"/>
                  </a:cubicBezTo>
                  <a:cubicBezTo>
                    <a:pt x="3292" y="482"/>
                    <a:pt x="3338" y="458"/>
                    <a:pt x="3385" y="434"/>
                  </a:cubicBezTo>
                  <a:cubicBezTo>
                    <a:pt x="3387" y="477"/>
                    <a:pt x="3399" y="523"/>
                    <a:pt x="3447" y="549"/>
                  </a:cubicBezTo>
                  <a:moveTo>
                    <a:pt x="3327" y="164"/>
                  </a:moveTo>
                  <a:cubicBezTo>
                    <a:pt x="3331" y="121"/>
                    <a:pt x="3355" y="77"/>
                    <a:pt x="3408" y="51"/>
                  </a:cubicBezTo>
                  <a:cubicBezTo>
                    <a:pt x="3433" y="39"/>
                    <a:pt x="3486" y="71"/>
                    <a:pt x="3495" y="105"/>
                  </a:cubicBezTo>
                  <a:cubicBezTo>
                    <a:pt x="3501" y="132"/>
                    <a:pt x="3500" y="158"/>
                    <a:pt x="3476" y="176"/>
                  </a:cubicBezTo>
                  <a:cubicBezTo>
                    <a:pt x="3450" y="194"/>
                    <a:pt x="3425" y="214"/>
                    <a:pt x="3397" y="225"/>
                  </a:cubicBezTo>
                  <a:cubicBezTo>
                    <a:pt x="3359" y="241"/>
                    <a:pt x="3325" y="215"/>
                    <a:pt x="3327" y="164"/>
                  </a:cubicBezTo>
                  <a:moveTo>
                    <a:pt x="3281" y="275"/>
                  </a:moveTo>
                  <a:cubicBezTo>
                    <a:pt x="3294" y="264"/>
                    <a:pt x="3327" y="264"/>
                    <a:pt x="3344" y="272"/>
                  </a:cubicBezTo>
                  <a:cubicBezTo>
                    <a:pt x="3361" y="280"/>
                    <a:pt x="3369" y="305"/>
                    <a:pt x="3381" y="323"/>
                  </a:cubicBezTo>
                  <a:cubicBezTo>
                    <a:pt x="3374" y="389"/>
                    <a:pt x="3297" y="460"/>
                    <a:pt x="3235" y="452"/>
                  </a:cubicBezTo>
                  <a:cubicBezTo>
                    <a:pt x="3225" y="451"/>
                    <a:pt x="3210" y="437"/>
                    <a:pt x="3209" y="427"/>
                  </a:cubicBezTo>
                  <a:cubicBezTo>
                    <a:pt x="3204" y="364"/>
                    <a:pt x="3236" y="314"/>
                    <a:pt x="3281" y="275"/>
                  </a:cubicBezTo>
                  <a:moveTo>
                    <a:pt x="3199" y="725"/>
                  </a:moveTo>
                  <a:cubicBezTo>
                    <a:pt x="3171" y="700"/>
                    <a:pt x="3154" y="669"/>
                    <a:pt x="3149" y="622"/>
                  </a:cubicBezTo>
                  <a:cubicBezTo>
                    <a:pt x="3156" y="605"/>
                    <a:pt x="3164" y="579"/>
                    <a:pt x="3177" y="556"/>
                  </a:cubicBezTo>
                  <a:cubicBezTo>
                    <a:pt x="3191" y="532"/>
                    <a:pt x="3220" y="531"/>
                    <a:pt x="3233" y="554"/>
                  </a:cubicBezTo>
                  <a:cubicBezTo>
                    <a:pt x="3262" y="602"/>
                    <a:pt x="3277" y="654"/>
                    <a:pt x="3256" y="709"/>
                  </a:cubicBezTo>
                  <a:cubicBezTo>
                    <a:pt x="3246" y="738"/>
                    <a:pt x="3222" y="744"/>
                    <a:pt x="3199" y="725"/>
                  </a:cubicBezTo>
                  <a:moveTo>
                    <a:pt x="3280" y="808"/>
                  </a:moveTo>
                  <a:cubicBezTo>
                    <a:pt x="3315" y="769"/>
                    <a:pt x="3359" y="767"/>
                    <a:pt x="3389" y="810"/>
                  </a:cubicBezTo>
                  <a:cubicBezTo>
                    <a:pt x="3411" y="842"/>
                    <a:pt x="3422" y="882"/>
                    <a:pt x="3438" y="918"/>
                  </a:cubicBezTo>
                  <a:cubicBezTo>
                    <a:pt x="3436" y="919"/>
                    <a:pt x="3433" y="920"/>
                    <a:pt x="3430" y="921"/>
                  </a:cubicBezTo>
                  <a:cubicBezTo>
                    <a:pt x="3430" y="923"/>
                    <a:pt x="3430" y="925"/>
                    <a:pt x="3430" y="927"/>
                  </a:cubicBezTo>
                  <a:cubicBezTo>
                    <a:pt x="3423" y="960"/>
                    <a:pt x="3424" y="998"/>
                    <a:pt x="3383" y="1010"/>
                  </a:cubicBezTo>
                  <a:cubicBezTo>
                    <a:pt x="3345" y="1020"/>
                    <a:pt x="3314" y="1000"/>
                    <a:pt x="3288" y="973"/>
                  </a:cubicBezTo>
                  <a:cubicBezTo>
                    <a:pt x="3237" y="919"/>
                    <a:pt x="3234" y="859"/>
                    <a:pt x="3280" y="808"/>
                  </a:cubicBezTo>
                  <a:moveTo>
                    <a:pt x="3204" y="1415"/>
                  </a:moveTo>
                  <a:cubicBezTo>
                    <a:pt x="3177" y="1373"/>
                    <a:pt x="3177" y="1326"/>
                    <a:pt x="3204" y="1285"/>
                  </a:cubicBezTo>
                  <a:cubicBezTo>
                    <a:pt x="3222" y="1258"/>
                    <a:pt x="3251" y="1250"/>
                    <a:pt x="3278" y="1264"/>
                  </a:cubicBezTo>
                  <a:cubicBezTo>
                    <a:pt x="3310" y="1280"/>
                    <a:pt x="3353" y="1347"/>
                    <a:pt x="3354" y="1380"/>
                  </a:cubicBezTo>
                  <a:cubicBezTo>
                    <a:pt x="3354" y="1414"/>
                    <a:pt x="3336" y="1434"/>
                    <a:pt x="3294" y="1447"/>
                  </a:cubicBezTo>
                  <a:cubicBezTo>
                    <a:pt x="3258" y="1458"/>
                    <a:pt x="3224" y="1446"/>
                    <a:pt x="3204" y="1415"/>
                  </a:cubicBezTo>
                  <a:moveTo>
                    <a:pt x="3214" y="1850"/>
                  </a:moveTo>
                  <a:cubicBezTo>
                    <a:pt x="3221" y="1838"/>
                    <a:pt x="3237" y="1832"/>
                    <a:pt x="3249" y="1823"/>
                  </a:cubicBezTo>
                  <a:cubicBezTo>
                    <a:pt x="3258" y="1816"/>
                    <a:pt x="3267" y="1809"/>
                    <a:pt x="3276" y="1801"/>
                  </a:cubicBezTo>
                  <a:cubicBezTo>
                    <a:pt x="3330" y="1818"/>
                    <a:pt x="3345" y="1861"/>
                    <a:pt x="3348" y="1912"/>
                  </a:cubicBezTo>
                  <a:cubicBezTo>
                    <a:pt x="3350" y="1967"/>
                    <a:pt x="3319" y="2004"/>
                    <a:pt x="3274" y="2029"/>
                  </a:cubicBezTo>
                  <a:cubicBezTo>
                    <a:pt x="3264" y="2034"/>
                    <a:pt x="3240" y="2025"/>
                    <a:pt x="3230" y="2015"/>
                  </a:cubicBezTo>
                  <a:cubicBezTo>
                    <a:pt x="3195" y="1978"/>
                    <a:pt x="3187" y="1895"/>
                    <a:pt x="3214" y="1850"/>
                  </a:cubicBezTo>
                  <a:moveTo>
                    <a:pt x="2479" y="2621"/>
                  </a:moveTo>
                  <a:cubicBezTo>
                    <a:pt x="2462" y="2641"/>
                    <a:pt x="2439" y="2657"/>
                    <a:pt x="2416" y="2672"/>
                  </a:cubicBezTo>
                  <a:cubicBezTo>
                    <a:pt x="2391" y="2687"/>
                    <a:pt x="2367" y="2677"/>
                    <a:pt x="2350" y="2656"/>
                  </a:cubicBezTo>
                  <a:cubicBezTo>
                    <a:pt x="2296" y="2593"/>
                    <a:pt x="2316" y="2477"/>
                    <a:pt x="2388" y="2434"/>
                  </a:cubicBezTo>
                  <a:cubicBezTo>
                    <a:pt x="2400" y="2440"/>
                    <a:pt x="2410" y="2447"/>
                    <a:pt x="2422" y="2450"/>
                  </a:cubicBezTo>
                  <a:cubicBezTo>
                    <a:pt x="2502" y="2472"/>
                    <a:pt x="2531" y="2558"/>
                    <a:pt x="2479" y="2621"/>
                  </a:cubicBezTo>
                  <a:moveTo>
                    <a:pt x="2610" y="2473"/>
                  </a:moveTo>
                  <a:cubicBezTo>
                    <a:pt x="2572" y="2472"/>
                    <a:pt x="2529" y="2431"/>
                    <a:pt x="2529" y="2397"/>
                  </a:cubicBezTo>
                  <a:cubicBezTo>
                    <a:pt x="2529" y="2352"/>
                    <a:pt x="2572" y="2314"/>
                    <a:pt x="2624" y="2314"/>
                  </a:cubicBezTo>
                  <a:cubicBezTo>
                    <a:pt x="2658" y="2314"/>
                    <a:pt x="2690" y="2360"/>
                    <a:pt x="2689" y="2408"/>
                  </a:cubicBezTo>
                  <a:cubicBezTo>
                    <a:pt x="2689" y="2446"/>
                    <a:pt x="2654" y="2474"/>
                    <a:pt x="2610" y="2473"/>
                  </a:cubicBezTo>
                  <a:moveTo>
                    <a:pt x="2749" y="2760"/>
                  </a:moveTo>
                  <a:cubicBezTo>
                    <a:pt x="2723" y="2795"/>
                    <a:pt x="2704" y="2799"/>
                    <a:pt x="2665" y="2780"/>
                  </a:cubicBezTo>
                  <a:cubicBezTo>
                    <a:pt x="2613" y="2756"/>
                    <a:pt x="2597" y="2714"/>
                    <a:pt x="2601" y="2655"/>
                  </a:cubicBezTo>
                  <a:cubicBezTo>
                    <a:pt x="2586" y="2602"/>
                    <a:pt x="2637" y="2581"/>
                    <a:pt x="2666" y="2548"/>
                  </a:cubicBezTo>
                  <a:cubicBezTo>
                    <a:pt x="2670" y="2543"/>
                    <a:pt x="2680" y="2542"/>
                    <a:pt x="2688" y="2542"/>
                  </a:cubicBezTo>
                  <a:cubicBezTo>
                    <a:pt x="2725" y="2543"/>
                    <a:pt x="2783" y="2593"/>
                    <a:pt x="2784" y="2631"/>
                  </a:cubicBezTo>
                  <a:cubicBezTo>
                    <a:pt x="2786" y="2677"/>
                    <a:pt x="2777" y="2722"/>
                    <a:pt x="2749" y="2760"/>
                  </a:cubicBezTo>
                  <a:moveTo>
                    <a:pt x="3011" y="3347"/>
                  </a:moveTo>
                  <a:cubicBezTo>
                    <a:pt x="2998" y="3377"/>
                    <a:pt x="2976" y="3406"/>
                    <a:pt x="2951" y="3425"/>
                  </a:cubicBezTo>
                  <a:cubicBezTo>
                    <a:pt x="2903" y="3463"/>
                    <a:pt x="2845" y="3438"/>
                    <a:pt x="2830" y="3377"/>
                  </a:cubicBezTo>
                  <a:cubicBezTo>
                    <a:pt x="2816" y="3320"/>
                    <a:pt x="2855" y="3275"/>
                    <a:pt x="2924" y="3269"/>
                  </a:cubicBezTo>
                  <a:cubicBezTo>
                    <a:pt x="2934" y="3268"/>
                    <a:pt x="2945" y="3269"/>
                    <a:pt x="2956" y="3269"/>
                  </a:cubicBezTo>
                  <a:cubicBezTo>
                    <a:pt x="3014" y="3269"/>
                    <a:pt x="3034" y="3293"/>
                    <a:pt x="3011" y="3347"/>
                  </a:cubicBezTo>
                  <a:moveTo>
                    <a:pt x="2233" y="4252"/>
                  </a:moveTo>
                  <a:cubicBezTo>
                    <a:pt x="2223" y="4261"/>
                    <a:pt x="2193" y="4258"/>
                    <a:pt x="2177" y="4249"/>
                  </a:cubicBezTo>
                  <a:cubicBezTo>
                    <a:pt x="2162" y="4242"/>
                    <a:pt x="2154" y="4220"/>
                    <a:pt x="2143" y="4206"/>
                  </a:cubicBezTo>
                  <a:cubicBezTo>
                    <a:pt x="2154" y="4173"/>
                    <a:pt x="2161" y="4147"/>
                    <a:pt x="2171" y="4122"/>
                  </a:cubicBezTo>
                  <a:cubicBezTo>
                    <a:pt x="2179" y="4104"/>
                    <a:pt x="2194" y="4097"/>
                    <a:pt x="2217" y="4102"/>
                  </a:cubicBezTo>
                  <a:cubicBezTo>
                    <a:pt x="2240" y="4107"/>
                    <a:pt x="2233" y="4122"/>
                    <a:pt x="2236" y="4136"/>
                  </a:cubicBezTo>
                  <a:cubicBezTo>
                    <a:pt x="2239" y="4155"/>
                    <a:pt x="2249" y="4174"/>
                    <a:pt x="2248" y="4193"/>
                  </a:cubicBezTo>
                  <a:cubicBezTo>
                    <a:pt x="2248" y="4213"/>
                    <a:pt x="2246" y="4240"/>
                    <a:pt x="2233" y="4252"/>
                  </a:cubicBezTo>
                  <a:moveTo>
                    <a:pt x="2607" y="4664"/>
                  </a:moveTo>
                  <a:cubicBezTo>
                    <a:pt x="2604" y="4690"/>
                    <a:pt x="2588" y="4714"/>
                    <a:pt x="2574" y="4737"/>
                  </a:cubicBezTo>
                  <a:cubicBezTo>
                    <a:pt x="2563" y="4755"/>
                    <a:pt x="2546" y="4769"/>
                    <a:pt x="2520" y="4759"/>
                  </a:cubicBezTo>
                  <a:cubicBezTo>
                    <a:pt x="2493" y="4748"/>
                    <a:pt x="2477" y="4731"/>
                    <a:pt x="2477" y="4701"/>
                  </a:cubicBezTo>
                  <a:cubicBezTo>
                    <a:pt x="2477" y="4695"/>
                    <a:pt x="2477" y="4690"/>
                    <a:pt x="2477" y="4685"/>
                  </a:cubicBezTo>
                  <a:cubicBezTo>
                    <a:pt x="2475" y="4683"/>
                    <a:pt x="2472" y="4682"/>
                    <a:pt x="2470" y="4681"/>
                  </a:cubicBezTo>
                  <a:cubicBezTo>
                    <a:pt x="2482" y="4654"/>
                    <a:pt x="2489" y="4618"/>
                    <a:pt x="2510" y="4601"/>
                  </a:cubicBezTo>
                  <a:cubicBezTo>
                    <a:pt x="2525" y="4589"/>
                    <a:pt x="2564" y="4595"/>
                    <a:pt x="2585" y="4606"/>
                  </a:cubicBezTo>
                  <a:cubicBezTo>
                    <a:pt x="2600" y="4614"/>
                    <a:pt x="2610" y="4645"/>
                    <a:pt x="2607" y="4664"/>
                  </a:cubicBezTo>
                  <a:moveTo>
                    <a:pt x="60" y="8748"/>
                  </a:moveTo>
                  <a:cubicBezTo>
                    <a:pt x="55" y="8687"/>
                    <a:pt x="48" y="8629"/>
                    <a:pt x="46" y="8571"/>
                  </a:cubicBezTo>
                  <a:cubicBezTo>
                    <a:pt x="44" y="8504"/>
                    <a:pt x="86" y="8466"/>
                    <a:pt x="144" y="8449"/>
                  </a:cubicBezTo>
                  <a:cubicBezTo>
                    <a:pt x="243" y="8419"/>
                    <a:pt x="344" y="8396"/>
                    <a:pt x="443" y="8369"/>
                  </a:cubicBezTo>
                  <a:cubicBezTo>
                    <a:pt x="485" y="8358"/>
                    <a:pt x="529" y="8349"/>
                    <a:pt x="567" y="8330"/>
                  </a:cubicBezTo>
                  <a:cubicBezTo>
                    <a:pt x="643" y="8290"/>
                    <a:pt x="724" y="8279"/>
                    <a:pt x="808" y="8271"/>
                  </a:cubicBezTo>
                  <a:cubicBezTo>
                    <a:pt x="862" y="8266"/>
                    <a:pt x="913" y="8279"/>
                    <a:pt x="965" y="8286"/>
                  </a:cubicBezTo>
                  <a:cubicBezTo>
                    <a:pt x="971" y="8287"/>
                    <a:pt x="976" y="8290"/>
                    <a:pt x="981" y="8292"/>
                  </a:cubicBezTo>
                  <a:cubicBezTo>
                    <a:pt x="1142" y="8370"/>
                    <a:pt x="1282" y="8477"/>
                    <a:pt x="1402" y="8609"/>
                  </a:cubicBezTo>
                  <a:cubicBezTo>
                    <a:pt x="1443" y="8655"/>
                    <a:pt x="1487" y="8699"/>
                    <a:pt x="1530" y="8744"/>
                  </a:cubicBezTo>
                  <a:cubicBezTo>
                    <a:pt x="1470" y="8720"/>
                    <a:pt x="1414" y="8691"/>
                    <a:pt x="1354" y="8674"/>
                  </a:cubicBezTo>
                  <a:cubicBezTo>
                    <a:pt x="1198" y="8631"/>
                    <a:pt x="1041" y="8593"/>
                    <a:pt x="884" y="8553"/>
                  </a:cubicBezTo>
                  <a:cubicBezTo>
                    <a:pt x="797" y="8530"/>
                    <a:pt x="711" y="8502"/>
                    <a:pt x="623" y="8484"/>
                  </a:cubicBezTo>
                  <a:cubicBezTo>
                    <a:pt x="513" y="8462"/>
                    <a:pt x="400" y="8456"/>
                    <a:pt x="290" y="8488"/>
                  </a:cubicBezTo>
                  <a:cubicBezTo>
                    <a:pt x="187" y="8518"/>
                    <a:pt x="105" y="8574"/>
                    <a:pt x="81" y="8689"/>
                  </a:cubicBezTo>
                  <a:cubicBezTo>
                    <a:pt x="78" y="8707"/>
                    <a:pt x="72" y="8725"/>
                    <a:pt x="67" y="8743"/>
                  </a:cubicBezTo>
                  <a:cubicBezTo>
                    <a:pt x="67" y="8743"/>
                    <a:pt x="65" y="8744"/>
                    <a:pt x="60" y="8748"/>
                  </a:cubicBezTo>
                  <a:moveTo>
                    <a:pt x="1672" y="8950"/>
                  </a:moveTo>
                  <a:cubicBezTo>
                    <a:pt x="1570" y="8956"/>
                    <a:pt x="1467" y="8956"/>
                    <a:pt x="1365" y="8964"/>
                  </a:cubicBezTo>
                  <a:cubicBezTo>
                    <a:pt x="1259" y="8973"/>
                    <a:pt x="1154" y="8988"/>
                    <a:pt x="1054" y="9030"/>
                  </a:cubicBezTo>
                  <a:cubicBezTo>
                    <a:pt x="1023" y="9043"/>
                    <a:pt x="993" y="9062"/>
                    <a:pt x="959" y="9081"/>
                  </a:cubicBezTo>
                  <a:cubicBezTo>
                    <a:pt x="949" y="9058"/>
                    <a:pt x="937" y="9034"/>
                    <a:pt x="929" y="9009"/>
                  </a:cubicBezTo>
                  <a:cubicBezTo>
                    <a:pt x="904" y="8926"/>
                    <a:pt x="858" y="8858"/>
                    <a:pt x="789" y="8806"/>
                  </a:cubicBezTo>
                  <a:cubicBezTo>
                    <a:pt x="760" y="8785"/>
                    <a:pt x="734" y="8759"/>
                    <a:pt x="706" y="8738"/>
                  </a:cubicBezTo>
                  <a:cubicBezTo>
                    <a:pt x="640" y="8689"/>
                    <a:pt x="565" y="8671"/>
                    <a:pt x="486" y="8672"/>
                  </a:cubicBezTo>
                  <a:cubicBezTo>
                    <a:pt x="436" y="8672"/>
                    <a:pt x="391" y="8663"/>
                    <a:pt x="349" y="8638"/>
                  </a:cubicBezTo>
                  <a:cubicBezTo>
                    <a:pt x="323" y="8623"/>
                    <a:pt x="296" y="8612"/>
                    <a:pt x="270" y="8598"/>
                  </a:cubicBezTo>
                  <a:cubicBezTo>
                    <a:pt x="248" y="8587"/>
                    <a:pt x="227" y="8589"/>
                    <a:pt x="217" y="8611"/>
                  </a:cubicBezTo>
                  <a:cubicBezTo>
                    <a:pt x="192" y="8662"/>
                    <a:pt x="170" y="8715"/>
                    <a:pt x="148" y="8768"/>
                  </a:cubicBezTo>
                  <a:cubicBezTo>
                    <a:pt x="129" y="8813"/>
                    <a:pt x="111" y="8859"/>
                    <a:pt x="88" y="8903"/>
                  </a:cubicBezTo>
                  <a:cubicBezTo>
                    <a:pt x="73" y="8875"/>
                    <a:pt x="69" y="8851"/>
                    <a:pt x="83" y="8821"/>
                  </a:cubicBezTo>
                  <a:cubicBezTo>
                    <a:pt x="103" y="8777"/>
                    <a:pt x="112" y="8728"/>
                    <a:pt x="127" y="8682"/>
                  </a:cubicBezTo>
                  <a:cubicBezTo>
                    <a:pt x="135" y="8659"/>
                    <a:pt x="146" y="8638"/>
                    <a:pt x="156" y="8617"/>
                  </a:cubicBezTo>
                  <a:cubicBezTo>
                    <a:pt x="189" y="8549"/>
                    <a:pt x="256" y="8541"/>
                    <a:pt x="317" y="8527"/>
                  </a:cubicBezTo>
                  <a:cubicBezTo>
                    <a:pt x="449" y="8497"/>
                    <a:pt x="578" y="8513"/>
                    <a:pt x="706" y="8547"/>
                  </a:cubicBezTo>
                  <a:cubicBezTo>
                    <a:pt x="840" y="8583"/>
                    <a:pt x="974" y="8620"/>
                    <a:pt x="1109" y="8655"/>
                  </a:cubicBezTo>
                  <a:cubicBezTo>
                    <a:pt x="1187" y="8676"/>
                    <a:pt x="1267" y="8692"/>
                    <a:pt x="1345" y="8717"/>
                  </a:cubicBezTo>
                  <a:cubicBezTo>
                    <a:pt x="1400" y="8735"/>
                    <a:pt x="1453" y="8762"/>
                    <a:pt x="1504" y="8790"/>
                  </a:cubicBezTo>
                  <a:cubicBezTo>
                    <a:pt x="1560" y="8820"/>
                    <a:pt x="1614" y="8856"/>
                    <a:pt x="1670" y="8887"/>
                  </a:cubicBezTo>
                  <a:cubicBezTo>
                    <a:pt x="1698" y="8903"/>
                    <a:pt x="1729" y="8914"/>
                    <a:pt x="1758" y="8927"/>
                  </a:cubicBezTo>
                  <a:cubicBezTo>
                    <a:pt x="1759" y="8929"/>
                    <a:pt x="1759" y="8931"/>
                    <a:pt x="1760" y="8934"/>
                  </a:cubicBezTo>
                  <a:cubicBezTo>
                    <a:pt x="1731" y="8939"/>
                    <a:pt x="1701" y="8948"/>
                    <a:pt x="1671" y="8950"/>
                  </a:cubicBezTo>
                  <a:lnTo>
                    <a:pt x="1672" y="8950"/>
                  </a:lnTo>
                  <a:moveTo>
                    <a:pt x="2245" y="8781"/>
                  </a:moveTo>
                  <a:cubicBezTo>
                    <a:pt x="2287" y="8931"/>
                    <a:pt x="2363" y="9060"/>
                    <a:pt x="2464" y="9177"/>
                  </a:cubicBezTo>
                  <a:cubicBezTo>
                    <a:pt x="2523" y="9244"/>
                    <a:pt x="2571" y="9319"/>
                    <a:pt x="2624" y="9390"/>
                  </a:cubicBezTo>
                  <a:cubicBezTo>
                    <a:pt x="2621" y="9393"/>
                    <a:pt x="2618" y="9395"/>
                    <a:pt x="2616" y="9398"/>
                  </a:cubicBezTo>
                  <a:cubicBezTo>
                    <a:pt x="2578" y="9354"/>
                    <a:pt x="2535" y="9315"/>
                    <a:pt x="2503" y="9267"/>
                  </a:cubicBezTo>
                  <a:cubicBezTo>
                    <a:pt x="2445" y="9180"/>
                    <a:pt x="2366" y="9118"/>
                    <a:pt x="2280" y="9060"/>
                  </a:cubicBezTo>
                  <a:cubicBezTo>
                    <a:pt x="2141" y="8968"/>
                    <a:pt x="1992" y="8900"/>
                    <a:pt x="1828" y="8866"/>
                  </a:cubicBezTo>
                  <a:cubicBezTo>
                    <a:pt x="1730" y="8845"/>
                    <a:pt x="1645" y="8796"/>
                    <a:pt x="1574" y="8725"/>
                  </a:cubicBezTo>
                  <a:cubicBezTo>
                    <a:pt x="1488" y="8638"/>
                    <a:pt x="1403" y="8552"/>
                    <a:pt x="1316" y="8466"/>
                  </a:cubicBezTo>
                  <a:cubicBezTo>
                    <a:pt x="1238" y="8387"/>
                    <a:pt x="1152" y="8320"/>
                    <a:pt x="1038" y="8288"/>
                  </a:cubicBezTo>
                  <a:cubicBezTo>
                    <a:pt x="1080" y="8269"/>
                    <a:pt x="1119" y="8250"/>
                    <a:pt x="1158" y="8234"/>
                  </a:cubicBezTo>
                  <a:cubicBezTo>
                    <a:pt x="1166" y="8231"/>
                    <a:pt x="1179" y="8237"/>
                    <a:pt x="1187" y="8243"/>
                  </a:cubicBezTo>
                  <a:cubicBezTo>
                    <a:pt x="1223" y="8265"/>
                    <a:pt x="1261" y="8271"/>
                    <a:pt x="1300" y="8263"/>
                  </a:cubicBezTo>
                  <a:cubicBezTo>
                    <a:pt x="1382" y="8245"/>
                    <a:pt x="1458" y="8270"/>
                    <a:pt x="1533" y="8294"/>
                  </a:cubicBezTo>
                  <a:cubicBezTo>
                    <a:pt x="1548" y="8298"/>
                    <a:pt x="1561" y="8314"/>
                    <a:pt x="1573" y="8326"/>
                  </a:cubicBezTo>
                  <a:cubicBezTo>
                    <a:pt x="1596" y="8351"/>
                    <a:pt x="1617" y="8377"/>
                    <a:pt x="1640" y="8402"/>
                  </a:cubicBezTo>
                  <a:cubicBezTo>
                    <a:pt x="1688" y="8453"/>
                    <a:pt x="1748" y="8478"/>
                    <a:pt x="1817" y="8480"/>
                  </a:cubicBezTo>
                  <a:cubicBezTo>
                    <a:pt x="1875" y="8482"/>
                    <a:pt x="1932" y="8479"/>
                    <a:pt x="1990" y="8479"/>
                  </a:cubicBezTo>
                  <a:cubicBezTo>
                    <a:pt x="2016" y="8479"/>
                    <a:pt x="2042" y="8480"/>
                    <a:pt x="2068" y="8481"/>
                  </a:cubicBezTo>
                  <a:cubicBezTo>
                    <a:pt x="2128" y="8484"/>
                    <a:pt x="2144" y="8536"/>
                    <a:pt x="2171" y="8575"/>
                  </a:cubicBezTo>
                  <a:cubicBezTo>
                    <a:pt x="2213" y="8637"/>
                    <a:pt x="2225" y="8711"/>
                    <a:pt x="2245" y="8781"/>
                  </a:cubicBezTo>
                  <a:moveTo>
                    <a:pt x="2163" y="5435"/>
                  </a:moveTo>
                  <a:cubicBezTo>
                    <a:pt x="2184" y="5465"/>
                    <a:pt x="2208" y="5492"/>
                    <a:pt x="2224" y="5525"/>
                  </a:cubicBezTo>
                  <a:cubicBezTo>
                    <a:pt x="2247" y="5573"/>
                    <a:pt x="2266" y="5625"/>
                    <a:pt x="2282" y="5676"/>
                  </a:cubicBezTo>
                  <a:cubicBezTo>
                    <a:pt x="2301" y="5738"/>
                    <a:pt x="2337" y="5780"/>
                    <a:pt x="2398" y="5801"/>
                  </a:cubicBezTo>
                  <a:cubicBezTo>
                    <a:pt x="2542" y="5851"/>
                    <a:pt x="2608" y="5962"/>
                    <a:pt x="2619" y="6104"/>
                  </a:cubicBezTo>
                  <a:cubicBezTo>
                    <a:pt x="2629" y="6221"/>
                    <a:pt x="2621" y="6340"/>
                    <a:pt x="2624" y="6459"/>
                  </a:cubicBezTo>
                  <a:cubicBezTo>
                    <a:pt x="2625" y="6513"/>
                    <a:pt x="2627" y="6568"/>
                    <a:pt x="2638" y="6621"/>
                  </a:cubicBezTo>
                  <a:cubicBezTo>
                    <a:pt x="2653" y="6703"/>
                    <a:pt x="2650" y="6783"/>
                    <a:pt x="2629" y="6863"/>
                  </a:cubicBezTo>
                  <a:cubicBezTo>
                    <a:pt x="2595" y="6993"/>
                    <a:pt x="2574" y="7124"/>
                    <a:pt x="2568" y="7258"/>
                  </a:cubicBezTo>
                  <a:cubicBezTo>
                    <a:pt x="2565" y="7348"/>
                    <a:pt x="2560" y="7437"/>
                    <a:pt x="2556" y="7525"/>
                  </a:cubicBezTo>
                  <a:cubicBezTo>
                    <a:pt x="2453" y="7450"/>
                    <a:pt x="2369" y="7355"/>
                    <a:pt x="2315" y="7235"/>
                  </a:cubicBezTo>
                  <a:cubicBezTo>
                    <a:pt x="2282" y="7159"/>
                    <a:pt x="2240" y="7088"/>
                    <a:pt x="2206" y="7013"/>
                  </a:cubicBezTo>
                  <a:cubicBezTo>
                    <a:pt x="2128" y="6836"/>
                    <a:pt x="2115" y="6653"/>
                    <a:pt x="2159" y="6464"/>
                  </a:cubicBezTo>
                  <a:cubicBezTo>
                    <a:pt x="2202" y="6285"/>
                    <a:pt x="2224" y="6101"/>
                    <a:pt x="2245" y="5918"/>
                  </a:cubicBezTo>
                  <a:cubicBezTo>
                    <a:pt x="2258" y="5807"/>
                    <a:pt x="2227" y="5711"/>
                    <a:pt x="2194" y="5611"/>
                  </a:cubicBezTo>
                  <a:cubicBezTo>
                    <a:pt x="2176" y="5556"/>
                    <a:pt x="2166" y="5498"/>
                    <a:pt x="2152" y="5441"/>
                  </a:cubicBezTo>
                  <a:cubicBezTo>
                    <a:pt x="2156" y="5439"/>
                    <a:pt x="2159" y="5437"/>
                    <a:pt x="2163" y="5435"/>
                  </a:cubicBezTo>
                  <a:moveTo>
                    <a:pt x="1856" y="5240"/>
                  </a:moveTo>
                  <a:cubicBezTo>
                    <a:pt x="1934" y="5290"/>
                    <a:pt x="2017" y="5343"/>
                    <a:pt x="2100" y="5396"/>
                  </a:cubicBezTo>
                  <a:cubicBezTo>
                    <a:pt x="2106" y="5400"/>
                    <a:pt x="2112" y="5410"/>
                    <a:pt x="2112" y="5417"/>
                  </a:cubicBezTo>
                  <a:cubicBezTo>
                    <a:pt x="2104" y="5513"/>
                    <a:pt x="2143" y="5599"/>
                    <a:pt x="2173" y="5687"/>
                  </a:cubicBezTo>
                  <a:cubicBezTo>
                    <a:pt x="2196" y="5753"/>
                    <a:pt x="2210" y="5817"/>
                    <a:pt x="2204" y="5889"/>
                  </a:cubicBezTo>
                  <a:cubicBezTo>
                    <a:pt x="2187" y="6073"/>
                    <a:pt x="2164" y="6256"/>
                    <a:pt x="2122" y="6436"/>
                  </a:cubicBezTo>
                  <a:cubicBezTo>
                    <a:pt x="2093" y="6561"/>
                    <a:pt x="2079" y="6685"/>
                    <a:pt x="2104" y="6811"/>
                  </a:cubicBezTo>
                  <a:cubicBezTo>
                    <a:pt x="2105" y="6818"/>
                    <a:pt x="2104" y="6825"/>
                    <a:pt x="2104" y="6840"/>
                  </a:cubicBezTo>
                  <a:cubicBezTo>
                    <a:pt x="2082" y="6803"/>
                    <a:pt x="2066" y="6771"/>
                    <a:pt x="2046" y="6742"/>
                  </a:cubicBezTo>
                  <a:cubicBezTo>
                    <a:pt x="2017" y="6702"/>
                    <a:pt x="1989" y="6659"/>
                    <a:pt x="1954" y="6624"/>
                  </a:cubicBezTo>
                  <a:cubicBezTo>
                    <a:pt x="1835" y="6510"/>
                    <a:pt x="1764" y="6371"/>
                    <a:pt x="1726" y="6213"/>
                  </a:cubicBezTo>
                  <a:cubicBezTo>
                    <a:pt x="1723" y="6197"/>
                    <a:pt x="1719" y="6182"/>
                    <a:pt x="1714" y="6166"/>
                  </a:cubicBezTo>
                  <a:cubicBezTo>
                    <a:pt x="1682" y="6061"/>
                    <a:pt x="1702" y="5955"/>
                    <a:pt x="1716" y="5850"/>
                  </a:cubicBezTo>
                  <a:cubicBezTo>
                    <a:pt x="1724" y="5786"/>
                    <a:pt x="1729" y="5721"/>
                    <a:pt x="1743" y="5658"/>
                  </a:cubicBezTo>
                  <a:cubicBezTo>
                    <a:pt x="1762" y="5574"/>
                    <a:pt x="1790" y="5493"/>
                    <a:pt x="1813" y="5410"/>
                  </a:cubicBezTo>
                  <a:cubicBezTo>
                    <a:pt x="1828" y="5353"/>
                    <a:pt x="1842" y="5296"/>
                    <a:pt x="1856" y="5240"/>
                  </a:cubicBezTo>
                  <a:moveTo>
                    <a:pt x="1491" y="4511"/>
                  </a:moveTo>
                  <a:cubicBezTo>
                    <a:pt x="1556" y="4594"/>
                    <a:pt x="1618" y="4670"/>
                    <a:pt x="1628" y="4774"/>
                  </a:cubicBezTo>
                  <a:cubicBezTo>
                    <a:pt x="1636" y="4862"/>
                    <a:pt x="1648" y="4950"/>
                    <a:pt x="1690" y="5029"/>
                  </a:cubicBezTo>
                  <a:cubicBezTo>
                    <a:pt x="1711" y="5069"/>
                    <a:pt x="1733" y="5112"/>
                    <a:pt x="1764" y="5144"/>
                  </a:cubicBezTo>
                  <a:cubicBezTo>
                    <a:pt x="1809" y="5190"/>
                    <a:pt x="1813" y="5241"/>
                    <a:pt x="1799" y="5297"/>
                  </a:cubicBezTo>
                  <a:cubicBezTo>
                    <a:pt x="1780" y="5369"/>
                    <a:pt x="1760" y="5442"/>
                    <a:pt x="1735" y="5512"/>
                  </a:cubicBezTo>
                  <a:cubicBezTo>
                    <a:pt x="1706" y="5593"/>
                    <a:pt x="1696" y="5677"/>
                    <a:pt x="1687" y="5760"/>
                  </a:cubicBezTo>
                  <a:cubicBezTo>
                    <a:pt x="1681" y="5808"/>
                    <a:pt x="1671" y="5856"/>
                    <a:pt x="1663" y="5904"/>
                  </a:cubicBezTo>
                  <a:cubicBezTo>
                    <a:pt x="1660" y="5904"/>
                    <a:pt x="1657" y="5905"/>
                    <a:pt x="1654" y="5906"/>
                  </a:cubicBezTo>
                  <a:cubicBezTo>
                    <a:pt x="1629" y="5759"/>
                    <a:pt x="1603" y="5614"/>
                    <a:pt x="1577" y="5467"/>
                  </a:cubicBezTo>
                  <a:cubicBezTo>
                    <a:pt x="1558" y="5360"/>
                    <a:pt x="1537" y="5254"/>
                    <a:pt x="1522" y="5146"/>
                  </a:cubicBezTo>
                  <a:cubicBezTo>
                    <a:pt x="1510" y="5057"/>
                    <a:pt x="1505" y="4967"/>
                    <a:pt x="1499" y="4877"/>
                  </a:cubicBezTo>
                  <a:cubicBezTo>
                    <a:pt x="1493" y="4778"/>
                    <a:pt x="1489" y="4679"/>
                    <a:pt x="1486" y="4580"/>
                  </a:cubicBezTo>
                  <a:cubicBezTo>
                    <a:pt x="1485" y="4560"/>
                    <a:pt x="1488" y="4539"/>
                    <a:pt x="1491" y="4511"/>
                  </a:cubicBezTo>
                  <a:moveTo>
                    <a:pt x="1135" y="5422"/>
                  </a:moveTo>
                  <a:cubicBezTo>
                    <a:pt x="1177" y="5349"/>
                    <a:pt x="1178" y="5268"/>
                    <a:pt x="1177" y="5188"/>
                  </a:cubicBezTo>
                  <a:cubicBezTo>
                    <a:pt x="1177" y="5105"/>
                    <a:pt x="1205" y="5030"/>
                    <a:pt x="1230" y="4953"/>
                  </a:cubicBezTo>
                  <a:cubicBezTo>
                    <a:pt x="1285" y="4783"/>
                    <a:pt x="1352" y="4617"/>
                    <a:pt x="1444" y="4472"/>
                  </a:cubicBezTo>
                  <a:cubicBezTo>
                    <a:pt x="1444" y="4541"/>
                    <a:pt x="1441" y="4618"/>
                    <a:pt x="1445" y="4695"/>
                  </a:cubicBezTo>
                  <a:cubicBezTo>
                    <a:pt x="1452" y="4828"/>
                    <a:pt x="1464" y="4961"/>
                    <a:pt x="1475" y="5094"/>
                  </a:cubicBezTo>
                  <a:cubicBezTo>
                    <a:pt x="1496" y="5357"/>
                    <a:pt x="1563" y="5612"/>
                    <a:pt x="1605" y="5871"/>
                  </a:cubicBezTo>
                  <a:cubicBezTo>
                    <a:pt x="1606" y="5878"/>
                    <a:pt x="1608" y="5886"/>
                    <a:pt x="1609" y="5893"/>
                  </a:cubicBezTo>
                  <a:cubicBezTo>
                    <a:pt x="1609" y="5896"/>
                    <a:pt x="1608" y="5899"/>
                    <a:pt x="1607" y="5905"/>
                  </a:cubicBezTo>
                  <a:cubicBezTo>
                    <a:pt x="1581" y="5875"/>
                    <a:pt x="1560" y="5843"/>
                    <a:pt x="1532" y="5818"/>
                  </a:cubicBezTo>
                  <a:cubicBezTo>
                    <a:pt x="1458" y="5755"/>
                    <a:pt x="1382" y="5694"/>
                    <a:pt x="1304" y="5636"/>
                  </a:cubicBezTo>
                  <a:cubicBezTo>
                    <a:pt x="1237" y="5586"/>
                    <a:pt x="1175" y="5533"/>
                    <a:pt x="1139" y="5455"/>
                  </a:cubicBezTo>
                  <a:cubicBezTo>
                    <a:pt x="1134" y="5445"/>
                    <a:pt x="1130" y="5430"/>
                    <a:pt x="1135" y="5422"/>
                  </a:cubicBezTo>
                  <a:moveTo>
                    <a:pt x="1018" y="5784"/>
                  </a:moveTo>
                  <a:cubicBezTo>
                    <a:pt x="987" y="5664"/>
                    <a:pt x="1026" y="5568"/>
                    <a:pt x="1103" y="5479"/>
                  </a:cubicBezTo>
                  <a:cubicBezTo>
                    <a:pt x="1121" y="5506"/>
                    <a:pt x="1136" y="5539"/>
                    <a:pt x="1160" y="5562"/>
                  </a:cubicBezTo>
                  <a:cubicBezTo>
                    <a:pt x="1217" y="5615"/>
                    <a:pt x="1277" y="5667"/>
                    <a:pt x="1340" y="5713"/>
                  </a:cubicBezTo>
                  <a:cubicBezTo>
                    <a:pt x="1424" y="5773"/>
                    <a:pt x="1504" y="5838"/>
                    <a:pt x="1563" y="5924"/>
                  </a:cubicBezTo>
                  <a:cubicBezTo>
                    <a:pt x="1619" y="6004"/>
                    <a:pt x="1655" y="6092"/>
                    <a:pt x="1676" y="6188"/>
                  </a:cubicBezTo>
                  <a:cubicBezTo>
                    <a:pt x="1704" y="6321"/>
                    <a:pt x="1749" y="6448"/>
                    <a:pt x="1835" y="6556"/>
                  </a:cubicBezTo>
                  <a:cubicBezTo>
                    <a:pt x="1853" y="6579"/>
                    <a:pt x="1870" y="6601"/>
                    <a:pt x="1891" y="6621"/>
                  </a:cubicBezTo>
                  <a:cubicBezTo>
                    <a:pt x="1973" y="6698"/>
                    <a:pt x="2030" y="6792"/>
                    <a:pt x="2080" y="6893"/>
                  </a:cubicBezTo>
                  <a:cubicBezTo>
                    <a:pt x="2121" y="6975"/>
                    <a:pt x="2165" y="7057"/>
                    <a:pt x="2207" y="7139"/>
                  </a:cubicBezTo>
                  <a:cubicBezTo>
                    <a:pt x="2211" y="7147"/>
                    <a:pt x="2214" y="7156"/>
                    <a:pt x="2217" y="7167"/>
                  </a:cubicBezTo>
                  <a:cubicBezTo>
                    <a:pt x="2042" y="7034"/>
                    <a:pt x="1865" y="6906"/>
                    <a:pt x="1714" y="6749"/>
                  </a:cubicBezTo>
                  <a:cubicBezTo>
                    <a:pt x="1665" y="6698"/>
                    <a:pt x="1608" y="6655"/>
                    <a:pt x="1559" y="6605"/>
                  </a:cubicBezTo>
                  <a:cubicBezTo>
                    <a:pt x="1493" y="6538"/>
                    <a:pt x="1427" y="6471"/>
                    <a:pt x="1369" y="6399"/>
                  </a:cubicBezTo>
                  <a:cubicBezTo>
                    <a:pt x="1292" y="6304"/>
                    <a:pt x="1206" y="6223"/>
                    <a:pt x="1097" y="6168"/>
                  </a:cubicBezTo>
                  <a:cubicBezTo>
                    <a:pt x="1053" y="6146"/>
                    <a:pt x="1033" y="6117"/>
                    <a:pt x="1040" y="6066"/>
                  </a:cubicBezTo>
                  <a:cubicBezTo>
                    <a:pt x="1055" y="5971"/>
                    <a:pt x="1041" y="5875"/>
                    <a:pt x="1018" y="5784"/>
                  </a:cubicBezTo>
                  <a:moveTo>
                    <a:pt x="2577" y="7685"/>
                  </a:moveTo>
                  <a:cubicBezTo>
                    <a:pt x="2483" y="7617"/>
                    <a:pt x="2372" y="7591"/>
                    <a:pt x="2260" y="7573"/>
                  </a:cubicBezTo>
                  <a:cubicBezTo>
                    <a:pt x="2153" y="7556"/>
                    <a:pt x="2044" y="7547"/>
                    <a:pt x="1938" y="7527"/>
                  </a:cubicBezTo>
                  <a:cubicBezTo>
                    <a:pt x="1854" y="7510"/>
                    <a:pt x="1772" y="7483"/>
                    <a:pt x="1690" y="7459"/>
                  </a:cubicBezTo>
                  <a:cubicBezTo>
                    <a:pt x="1683" y="7457"/>
                    <a:pt x="1676" y="7452"/>
                    <a:pt x="1673" y="7446"/>
                  </a:cubicBezTo>
                  <a:cubicBezTo>
                    <a:pt x="1618" y="7356"/>
                    <a:pt x="1535" y="7297"/>
                    <a:pt x="1451" y="7238"/>
                  </a:cubicBezTo>
                  <a:cubicBezTo>
                    <a:pt x="1384" y="7190"/>
                    <a:pt x="1318" y="7140"/>
                    <a:pt x="1255" y="7086"/>
                  </a:cubicBezTo>
                  <a:cubicBezTo>
                    <a:pt x="1191" y="7031"/>
                    <a:pt x="1172" y="6956"/>
                    <a:pt x="1176" y="6874"/>
                  </a:cubicBezTo>
                  <a:cubicBezTo>
                    <a:pt x="1179" y="6815"/>
                    <a:pt x="1180" y="6757"/>
                    <a:pt x="1185" y="6698"/>
                  </a:cubicBezTo>
                  <a:cubicBezTo>
                    <a:pt x="1191" y="6625"/>
                    <a:pt x="1170" y="6559"/>
                    <a:pt x="1144" y="6492"/>
                  </a:cubicBezTo>
                  <a:cubicBezTo>
                    <a:pt x="1110" y="6405"/>
                    <a:pt x="1081" y="6317"/>
                    <a:pt x="1051" y="6229"/>
                  </a:cubicBezTo>
                  <a:cubicBezTo>
                    <a:pt x="1046" y="6217"/>
                    <a:pt x="1047" y="6203"/>
                    <a:pt x="1045" y="6186"/>
                  </a:cubicBezTo>
                  <a:cubicBezTo>
                    <a:pt x="1165" y="6245"/>
                    <a:pt x="1259" y="6325"/>
                    <a:pt x="1335" y="6427"/>
                  </a:cubicBezTo>
                  <a:cubicBezTo>
                    <a:pt x="1406" y="6524"/>
                    <a:pt x="1492" y="6606"/>
                    <a:pt x="1583" y="6685"/>
                  </a:cubicBezTo>
                  <a:cubicBezTo>
                    <a:pt x="1681" y="6769"/>
                    <a:pt x="1770" y="6864"/>
                    <a:pt x="1867" y="6951"/>
                  </a:cubicBezTo>
                  <a:cubicBezTo>
                    <a:pt x="1924" y="7002"/>
                    <a:pt x="1987" y="7047"/>
                    <a:pt x="2050" y="7092"/>
                  </a:cubicBezTo>
                  <a:cubicBezTo>
                    <a:pt x="2137" y="7155"/>
                    <a:pt x="2216" y="7226"/>
                    <a:pt x="2277" y="7315"/>
                  </a:cubicBezTo>
                  <a:cubicBezTo>
                    <a:pt x="2285" y="7327"/>
                    <a:pt x="2302" y="7332"/>
                    <a:pt x="2315" y="7341"/>
                  </a:cubicBezTo>
                  <a:cubicBezTo>
                    <a:pt x="2320" y="7344"/>
                    <a:pt x="2326" y="7347"/>
                    <a:pt x="2329" y="7352"/>
                  </a:cubicBezTo>
                  <a:cubicBezTo>
                    <a:pt x="2374" y="7430"/>
                    <a:pt x="2443" y="7486"/>
                    <a:pt x="2507" y="7546"/>
                  </a:cubicBezTo>
                  <a:cubicBezTo>
                    <a:pt x="2561" y="7595"/>
                    <a:pt x="2613" y="7646"/>
                    <a:pt x="2661" y="7701"/>
                  </a:cubicBezTo>
                  <a:cubicBezTo>
                    <a:pt x="2684" y="7727"/>
                    <a:pt x="2697" y="7763"/>
                    <a:pt x="2718" y="7803"/>
                  </a:cubicBezTo>
                  <a:cubicBezTo>
                    <a:pt x="2666" y="7759"/>
                    <a:pt x="2624" y="7719"/>
                    <a:pt x="2577" y="7685"/>
                  </a:cubicBezTo>
                  <a:moveTo>
                    <a:pt x="2858" y="7970"/>
                  </a:moveTo>
                  <a:cubicBezTo>
                    <a:pt x="2847" y="7951"/>
                    <a:pt x="2834" y="7932"/>
                    <a:pt x="2824" y="7912"/>
                  </a:cubicBezTo>
                  <a:cubicBezTo>
                    <a:pt x="2791" y="7851"/>
                    <a:pt x="2760" y="7788"/>
                    <a:pt x="2726" y="7728"/>
                  </a:cubicBezTo>
                  <a:cubicBezTo>
                    <a:pt x="2705" y="7691"/>
                    <a:pt x="2680" y="7656"/>
                    <a:pt x="2652" y="7625"/>
                  </a:cubicBezTo>
                  <a:cubicBezTo>
                    <a:pt x="2618" y="7586"/>
                    <a:pt x="2603" y="7543"/>
                    <a:pt x="2602" y="7494"/>
                  </a:cubicBezTo>
                  <a:cubicBezTo>
                    <a:pt x="2598" y="7285"/>
                    <a:pt x="2621" y="7080"/>
                    <a:pt x="2669" y="6877"/>
                  </a:cubicBezTo>
                  <a:cubicBezTo>
                    <a:pt x="2687" y="6801"/>
                    <a:pt x="2688" y="6721"/>
                    <a:pt x="2696" y="6642"/>
                  </a:cubicBezTo>
                  <a:cubicBezTo>
                    <a:pt x="2750" y="6654"/>
                    <a:pt x="2790" y="6689"/>
                    <a:pt x="2803" y="6751"/>
                  </a:cubicBezTo>
                  <a:cubicBezTo>
                    <a:pt x="2833" y="6889"/>
                    <a:pt x="2836" y="7027"/>
                    <a:pt x="2793" y="7163"/>
                  </a:cubicBezTo>
                  <a:cubicBezTo>
                    <a:pt x="2765" y="7251"/>
                    <a:pt x="2743" y="7338"/>
                    <a:pt x="2744" y="7431"/>
                  </a:cubicBezTo>
                  <a:cubicBezTo>
                    <a:pt x="2745" y="7493"/>
                    <a:pt x="2756" y="7551"/>
                    <a:pt x="2784" y="7605"/>
                  </a:cubicBezTo>
                  <a:cubicBezTo>
                    <a:pt x="2830" y="7693"/>
                    <a:pt x="2852" y="7787"/>
                    <a:pt x="2856" y="7886"/>
                  </a:cubicBezTo>
                  <a:cubicBezTo>
                    <a:pt x="2857" y="7913"/>
                    <a:pt x="2861" y="7940"/>
                    <a:pt x="2858" y="7970"/>
                  </a:cubicBezTo>
                  <a:moveTo>
                    <a:pt x="3670" y="4768"/>
                  </a:moveTo>
                  <a:cubicBezTo>
                    <a:pt x="3702" y="4780"/>
                    <a:pt x="3708" y="4810"/>
                    <a:pt x="3707" y="4852"/>
                  </a:cubicBezTo>
                  <a:cubicBezTo>
                    <a:pt x="3702" y="4903"/>
                    <a:pt x="3674" y="4955"/>
                    <a:pt x="3629" y="4997"/>
                  </a:cubicBezTo>
                  <a:cubicBezTo>
                    <a:pt x="3612" y="5013"/>
                    <a:pt x="3596" y="5003"/>
                    <a:pt x="3590" y="4986"/>
                  </a:cubicBezTo>
                  <a:cubicBezTo>
                    <a:pt x="3574" y="4945"/>
                    <a:pt x="3558" y="4903"/>
                    <a:pt x="3550" y="4860"/>
                  </a:cubicBezTo>
                  <a:cubicBezTo>
                    <a:pt x="3542" y="4815"/>
                    <a:pt x="3628" y="4751"/>
                    <a:pt x="3670" y="4768"/>
                  </a:cubicBezTo>
                  <a:moveTo>
                    <a:pt x="3403" y="4975"/>
                  </a:moveTo>
                  <a:cubicBezTo>
                    <a:pt x="3405" y="4960"/>
                    <a:pt x="3406" y="4945"/>
                    <a:pt x="3410" y="4930"/>
                  </a:cubicBezTo>
                  <a:cubicBezTo>
                    <a:pt x="3416" y="4902"/>
                    <a:pt x="3434" y="4891"/>
                    <a:pt x="3462" y="4897"/>
                  </a:cubicBezTo>
                  <a:cubicBezTo>
                    <a:pt x="3502" y="4905"/>
                    <a:pt x="3534" y="4948"/>
                    <a:pt x="3541" y="5002"/>
                  </a:cubicBezTo>
                  <a:cubicBezTo>
                    <a:pt x="3547" y="5042"/>
                    <a:pt x="3527" y="5079"/>
                    <a:pt x="3491" y="5097"/>
                  </a:cubicBezTo>
                  <a:cubicBezTo>
                    <a:pt x="3456" y="5114"/>
                    <a:pt x="3443" y="5106"/>
                    <a:pt x="3438" y="5067"/>
                  </a:cubicBezTo>
                  <a:cubicBezTo>
                    <a:pt x="3437" y="5054"/>
                    <a:pt x="3430" y="5041"/>
                    <a:pt x="3423" y="5029"/>
                  </a:cubicBezTo>
                  <a:cubicBezTo>
                    <a:pt x="3415" y="5012"/>
                    <a:pt x="3406" y="4996"/>
                    <a:pt x="3397" y="4980"/>
                  </a:cubicBezTo>
                  <a:cubicBezTo>
                    <a:pt x="3399" y="4978"/>
                    <a:pt x="3401" y="4977"/>
                    <a:pt x="3403" y="4975"/>
                  </a:cubicBezTo>
                  <a:moveTo>
                    <a:pt x="3411" y="5182"/>
                  </a:moveTo>
                  <a:cubicBezTo>
                    <a:pt x="3414" y="5182"/>
                    <a:pt x="3417" y="5182"/>
                    <a:pt x="3420" y="5183"/>
                  </a:cubicBezTo>
                  <a:cubicBezTo>
                    <a:pt x="3441" y="5188"/>
                    <a:pt x="3480" y="5251"/>
                    <a:pt x="3478" y="5276"/>
                  </a:cubicBezTo>
                  <a:cubicBezTo>
                    <a:pt x="3476" y="5316"/>
                    <a:pt x="3444" y="5354"/>
                    <a:pt x="3417" y="5357"/>
                  </a:cubicBezTo>
                  <a:cubicBezTo>
                    <a:pt x="3402" y="5323"/>
                    <a:pt x="3388" y="5291"/>
                    <a:pt x="3374" y="5260"/>
                  </a:cubicBezTo>
                  <a:cubicBezTo>
                    <a:pt x="3367" y="5244"/>
                    <a:pt x="3394" y="5186"/>
                    <a:pt x="3410" y="5182"/>
                  </a:cubicBezTo>
                  <a:lnTo>
                    <a:pt x="3411" y="5182"/>
                  </a:lnTo>
                  <a:moveTo>
                    <a:pt x="3339" y="5045"/>
                  </a:moveTo>
                  <a:cubicBezTo>
                    <a:pt x="3347" y="5044"/>
                    <a:pt x="3361" y="5056"/>
                    <a:pt x="3365" y="5064"/>
                  </a:cubicBezTo>
                  <a:cubicBezTo>
                    <a:pt x="3372" y="5083"/>
                    <a:pt x="3376" y="5103"/>
                    <a:pt x="3379" y="5123"/>
                  </a:cubicBezTo>
                  <a:cubicBezTo>
                    <a:pt x="3386" y="5161"/>
                    <a:pt x="3309" y="5223"/>
                    <a:pt x="3273" y="5211"/>
                  </a:cubicBezTo>
                  <a:cubicBezTo>
                    <a:pt x="3246" y="5202"/>
                    <a:pt x="3239" y="5182"/>
                    <a:pt x="3241" y="5158"/>
                  </a:cubicBezTo>
                  <a:cubicBezTo>
                    <a:pt x="3237" y="5111"/>
                    <a:pt x="3279" y="5054"/>
                    <a:pt x="3339" y="5045"/>
                  </a:cubicBezTo>
                  <a:moveTo>
                    <a:pt x="3519" y="4650"/>
                  </a:moveTo>
                  <a:cubicBezTo>
                    <a:pt x="3470" y="4660"/>
                    <a:pt x="3430" y="4629"/>
                    <a:pt x="3429" y="4565"/>
                  </a:cubicBezTo>
                  <a:cubicBezTo>
                    <a:pt x="3444" y="4539"/>
                    <a:pt x="3465" y="4498"/>
                    <a:pt x="3491" y="4460"/>
                  </a:cubicBezTo>
                  <a:cubicBezTo>
                    <a:pt x="3496" y="4453"/>
                    <a:pt x="3521" y="4454"/>
                    <a:pt x="3535" y="4459"/>
                  </a:cubicBezTo>
                  <a:cubicBezTo>
                    <a:pt x="3569" y="4469"/>
                    <a:pt x="3609" y="4530"/>
                    <a:pt x="3607" y="4560"/>
                  </a:cubicBezTo>
                  <a:cubicBezTo>
                    <a:pt x="3603" y="4602"/>
                    <a:pt x="3564" y="4642"/>
                    <a:pt x="3519" y="4650"/>
                  </a:cubicBezTo>
                  <a:moveTo>
                    <a:pt x="3958" y="3573"/>
                  </a:moveTo>
                  <a:cubicBezTo>
                    <a:pt x="3965" y="3542"/>
                    <a:pt x="3990" y="3522"/>
                    <a:pt x="4023" y="3524"/>
                  </a:cubicBezTo>
                  <a:cubicBezTo>
                    <a:pt x="4056" y="3525"/>
                    <a:pt x="4071" y="3551"/>
                    <a:pt x="4078" y="3580"/>
                  </a:cubicBezTo>
                  <a:cubicBezTo>
                    <a:pt x="4084" y="3599"/>
                    <a:pt x="4084" y="3620"/>
                    <a:pt x="4086" y="3637"/>
                  </a:cubicBezTo>
                  <a:cubicBezTo>
                    <a:pt x="4084" y="3659"/>
                    <a:pt x="4083" y="3677"/>
                    <a:pt x="4079" y="3695"/>
                  </a:cubicBezTo>
                  <a:cubicBezTo>
                    <a:pt x="4072" y="3733"/>
                    <a:pt x="4040" y="3761"/>
                    <a:pt x="4008" y="3758"/>
                  </a:cubicBezTo>
                  <a:cubicBezTo>
                    <a:pt x="3978" y="3756"/>
                    <a:pt x="3942" y="3722"/>
                    <a:pt x="3943" y="3688"/>
                  </a:cubicBezTo>
                  <a:cubicBezTo>
                    <a:pt x="3943" y="3649"/>
                    <a:pt x="3949" y="3610"/>
                    <a:pt x="3958" y="3573"/>
                  </a:cubicBezTo>
                  <a:moveTo>
                    <a:pt x="3857" y="3359"/>
                  </a:moveTo>
                  <a:cubicBezTo>
                    <a:pt x="3858" y="3310"/>
                    <a:pt x="3880" y="3274"/>
                    <a:pt x="3909" y="3273"/>
                  </a:cubicBezTo>
                  <a:cubicBezTo>
                    <a:pt x="3950" y="3273"/>
                    <a:pt x="4005" y="3306"/>
                    <a:pt x="4005" y="3330"/>
                  </a:cubicBezTo>
                  <a:cubicBezTo>
                    <a:pt x="4005" y="3374"/>
                    <a:pt x="3955" y="3430"/>
                    <a:pt x="3918" y="3429"/>
                  </a:cubicBezTo>
                  <a:cubicBezTo>
                    <a:pt x="3884" y="3427"/>
                    <a:pt x="3855" y="3394"/>
                    <a:pt x="3857" y="3359"/>
                  </a:cubicBezTo>
                  <a:moveTo>
                    <a:pt x="3942" y="3822"/>
                  </a:moveTo>
                  <a:cubicBezTo>
                    <a:pt x="3962" y="3839"/>
                    <a:pt x="3965" y="3865"/>
                    <a:pt x="3952" y="3890"/>
                  </a:cubicBezTo>
                  <a:cubicBezTo>
                    <a:pt x="3938" y="3916"/>
                    <a:pt x="3918" y="3930"/>
                    <a:pt x="3889" y="3926"/>
                  </a:cubicBezTo>
                  <a:cubicBezTo>
                    <a:pt x="3869" y="3923"/>
                    <a:pt x="3849" y="3921"/>
                    <a:pt x="3831" y="3915"/>
                  </a:cubicBezTo>
                  <a:cubicBezTo>
                    <a:pt x="3798" y="3903"/>
                    <a:pt x="3776" y="3863"/>
                    <a:pt x="3782" y="3832"/>
                  </a:cubicBezTo>
                  <a:cubicBezTo>
                    <a:pt x="3787" y="3808"/>
                    <a:pt x="3826" y="3784"/>
                    <a:pt x="3859" y="3784"/>
                  </a:cubicBezTo>
                  <a:cubicBezTo>
                    <a:pt x="3861" y="3781"/>
                    <a:pt x="3862" y="3778"/>
                    <a:pt x="3864" y="3776"/>
                  </a:cubicBezTo>
                  <a:cubicBezTo>
                    <a:pt x="3890" y="3791"/>
                    <a:pt x="3919" y="3803"/>
                    <a:pt x="3942" y="3822"/>
                  </a:cubicBezTo>
                  <a:moveTo>
                    <a:pt x="3732" y="3689"/>
                  </a:moveTo>
                  <a:cubicBezTo>
                    <a:pt x="3740" y="3668"/>
                    <a:pt x="3754" y="3630"/>
                    <a:pt x="3769" y="3592"/>
                  </a:cubicBezTo>
                  <a:cubicBezTo>
                    <a:pt x="3778" y="3571"/>
                    <a:pt x="3788" y="3549"/>
                    <a:pt x="3801" y="3530"/>
                  </a:cubicBezTo>
                  <a:cubicBezTo>
                    <a:pt x="3807" y="3522"/>
                    <a:pt x="3827" y="3517"/>
                    <a:pt x="3836" y="3521"/>
                  </a:cubicBezTo>
                  <a:cubicBezTo>
                    <a:pt x="3849" y="3528"/>
                    <a:pt x="3865" y="3542"/>
                    <a:pt x="3868" y="3556"/>
                  </a:cubicBezTo>
                  <a:cubicBezTo>
                    <a:pt x="3877" y="3603"/>
                    <a:pt x="3885" y="3652"/>
                    <a:pt x="3865" y="3700"/>
                  </a:cubicBezTo>
                  <a:cubicBezTo>
                    <a:pt x="3851" y="3735"/>
                    <a:pt x="3817" y="3736"/>
                    <a:pt x="3789" y="3748"/>
                  </a:cubicBezTo>
                  <a:cubicBezTo>
                    <a:pt x="3750" y="3765"/>
                    <a:pt x="3731" y="3753"/>
                    <a:pt x="3732" y="3689"/>
                  </a:cubicBezTo>
                  <a:moveTo>
                    <a:pt x="3770" y="4117"/>
                  </a:moveTo>
                  <a:cubicBezTo>
                    <a:pt x="3777" y="4085"/>
                    <a:pt x="3785" y="4051"/>
                    <a:pt x="3802" y="4025"/>
                  </a:cubicBezTo>
                  <a:cubicBezTo>
                    <a:pt x="3815" y="4007"/>
                    <a:pt x="3844" y="3999"/>
                    <a:pt x="3866" y="3990"/>
                  </a:cubicBezTo>
                  <a:cubicBezTo>
                    <a:pt x="3870" y="3989"/>
                    <a:pt x="3881" y="4008"/>
                    <a:pt x="3886" y="4014"/>
                  </a:cubicBezTo>
                  <a:cubicBezTo>
                    <a:pt x="3879" y="4070"/>
                    <a:pt x="3868" y="4116"/>
                    <a:pt x="3833" y="4153"/>
                  </a:cubicBezTo>
                  <a:cubicBezTo>
                    <a:pt x="3819" y="4168"/>
                    <a:pt x="3800" y="4176"/>
                    <a:pt x="3784" y="4161"/>
                  </a:cubicBezTo>
                  <a:cubicBezTo>
                    <a:pt x="3774" y="4151"/>
                    <a:pt x="3767" y="4130"/>
                    <a:pt x="3770" y="4117"/>
                  </a:cubicBezTo>
                  <a:moveTo>
                    <a:pt x="3836" y="4334"/>
                  </a:moveTo>
                  <a:cubicBezTo>
                    <a:pt x="3861" y="4330"/>
                    <a:pt x="3882" y="4349"/>
                    <a:pt x="3874" y="4373"/>
                  </a:cubicBezTo>
                  <a:cubicBezTo>
                    <a:pt x="3854" y="4440"/>
                    <a:pt x="3830" y="4507"/>
                    <a:pt x="3803" y="4571"/>
                  </a:cubicBezTo>
                  <a:cubicBezTo>
                    <a:pt x="3791" y="4599"/>
                    <a:pt x="3760" y="4609"/>
                    <a:pt x="3728" y="4607"/>
                  </a:cubicBezTo>
                  <a:cubicBezTo>
                    <a:pt x="3687" y="4604"/>
                    <a:pt x="3676" y="4592"/>
                    <a:pt x="3678" y="4551"/>
                  </a:cubicBezTo>
                  <a:cubicBezTo>
                    <a:pt x="3675" y="4550"/>
                    <a:pt x="3672" y="4549"/>
                    <a:pt x="3669" y="4548"/>
                  </a:cubicBezTo>
                  <a:cubicBezTo>
                    <a:pt x="3689" y="4497"/>
                    <a:pt x="3707" y="4445"/>
                    <a:pt x="3730" y="4395"/>
                  </a:cubicBezTo>
                  <a:cubicBezTo>
                    <a:pt x="3750" y="4353"/>
                    <a:pt x="3794" y="4342"/>
                    <a:pt x="3836" y="4334"/>
                  </a:cubicBezTo>
                  <a:moveTo>
                    <a:pt x="3733" y="4082"/>
                  </a:moveTo>
                  <a:cubicBezTo>
                    <a:pt x="3728" y="4109"/>
                    <a:pt x="3725" y="4126"/>
                    <a:pt x="3722" y="4142"/>
                  </a:cubicBezTo>
                  <a:lnTo>
                    <a:pt x="3685" y="4142"/>
                  </a:lnTo>
                  <a:cubicBezTo>
                    <a:pt x="3701" y="4122"/>
                    <a:pt x="3714" y="4106"/>
                    <a:pt x="3733" y="4082"/>
                  </a:cubicBezTo>
                  <a:moveTo>
                    <a:pt x="3711" y="4191"/>
                  </a:moveTo>
                  <a:cubicBezTo>
                    <a:pt x="3741" y="4185"/>
                    <a:pt x="3763" y="4204"/>
                    <a:pt x="3757" y="4234"/>
                  </a:cubicBezTo>
                  <a:cubicBezTo>
                    <a:pt x="3750" y="4274"/>
                    <a:pt x="3723" y="4299"/>
                    <a:pt x="3688" y="4314"/>
                  </a:cubicBezTo>
                  <a:cubicBezTo>
                    <a:pt x="3665" y="4324"/>
                    <a:pt x="3642" y="4306"/>
                    <a:pt x="3642" y="4281"/>
                  </a:cubicBezTo>
                  <a:cubicBezTo>
                    <a:pt x="3643" y="4242"/>
                    <a:pt x="3676" y="4199"/>
                    <a:pt x="3711" y="4191"/>
                  </a:cubicBezTo>
                  <a:moveTo>
                    <a:pt x="3563" y="4315"/>
                  </a:moveTo>
                  <a:cubicBezTo>
                    <a:pt x="3564" y="4302"/>
                    <a:pt x="3584" y="4291"/>
                    <a:pt x="3599" y="4274"/>
                  </a:cubicBezTo>
                  <a:cubicBezTo>
                    <a:pt x="3605" y="4334"/>
                    <a:pt x="3637" y="4358"/>
                    <a:pt x="3687" y="4360"/>
                  </a:cubicBezTo>
                  <a:cubicBezTo>
                    <a:pt x="3670" y="4406"/>
                    <a:pt x="3654" y="4450"/>
                    <a:pt x="3637" y="4497"/>
                  </a:cubicBezTo>
                  <a:cubicBezTo>
                    <a:pt x="3601" y="4459"/>
                    <a:pt x="3577" y="4409"/>
                    <a:pt x="3508" y="4411"/>
                  </a:cubicBezTo>
                  <a:cubicBezTo>
                    <a:pt x="3546" y="4384"/>
                    <a:pt x="3559" y="4354"/>
                    <a:pt x="3563" y="4316"/>
                  </a:cubicBezTo>
                  <a:lnTo>
                    <a:pt x="3563" y="4315"/>
                  </a:lnTo>
                  <a:moveTo>
                    <a:pt x="3411" y="4349"/>
                  </a:moveTo>
                  <a:cubicBezTo>
                    <a:pt x="3415" y="4316"/>
                    <a:pt x="3469" y="4290"/>
                    <a:pt x="3498" y="4308"/>
                  </a:cubicBezTo>
                  <a:cubicBezTo>
                    <a:pt x="3505" y="4312"/>
                    <a:pt x="3510" y="4323"/>
                    <a:pt x="3520" y="4338"/>
                  </a:cubicBezTo>
                  <a:cubicBezTo>
                    <a:pt x="3504" y="4352"/>
                    <a:pt x="3492" y="4371"/>
                    <a:pt x="3477" y="4373"/>
                  </a:cubicBezTo>
                  <a:cubicBezTo>
                    <a:pt x="3457" y="4376"/>
                    <a:pt x="3434" y="4368"/>
                    <a:pt x="3413" y="4363"/>
                  </a:cubicBezTo>
                  <a:cubicBezTo>
                    <a:pt x="3411" y="4363"/>
                    <a:pt x="3410" y="4354"/>
                    <a:pt x="3411" y="4349"/>
                  </a:cubicBezTo>
                  <a:moveTo>
                    <a:pt x="3263" y="3610"/>
                  </a:moveTo>
                  <a:cubicBezTo>
                    <a:pt x="3265" y="3610"/>
                    <a:pt x="3266" y="3613"/>
                    <a:pt x="3268" y="3614"/>
                  </a:cubicBezTo>
                  <a:cubicBezTo>
                    <a:pt x="3348" y="3666"/>
                    <a:pt x="3312" y="3684"/>
                    <a:pt x="3268" y="3729"/>
                  </a:cubicBezTo>
                  <a:cubicBezTo>
                    <a:pt x="3263" y="3733"/>
                    <a:pt x="3258" y="3738"/>
                    <a:pt x="3252" y="3741"/>
                  </a:cubicBezTo>
                  <a:cubicBezTo>
                    <a:pt x="3235" y="3748"/>
                    <a:pt x="3217" y="3753"/>
                    <a:pt x="3199" y="3760"/>
                  </a:cubicBezTo>
                  <a:cubicBezTo>
                    <a:pt x="3194" y="3743"/>
                    <a:pt x="3188" y="3726"/>
                    <a:pt x="3184" y="3709"/>
                  </a:cubicBezTo>
                  <a:cubicBezTo>
                    <a:pt x="3180" y="3689"/>
                    <a:pt x="3178" y="3669"/>
                    <a:pt x="3175" y="3648"/>
                  </a:cubicBezTo>
                  <a:cubicBezTo>
                    <a:pt x="3173" y="3647"/>
                    <a:pt x="3170" y="3646"/>
                    <a:pt x="3168" y="3644"/>
                  </a:cubicBezTo>
                  <a:cubicBezTo>
                    <a:pt x="3181" y="3627"/>
                    <a:pt x="3190" y="3601"/>
                    <a:pt x="3207" y="3595"/>
                  </a:cubicBezTo>
                  <a:cubicBezTo>
                    <a:pt x="3221" y="3589"/>
                    <a:pt x="3244" y="3604"/>
                    <a:pt x="3263" y="3610"/>
                  </a:cubicBezTo>
                  <a:moveTo>
                    <a:pt x="3041" y="2347"/>
                  </a:moveTo>
                  <a:cubicBezTo>
                    <a:pt x="3013" y="2315"/>
                    <a:pt x="3000" y="2276"/>
                    <a:pt x="2999" y="2244"/>
                  </a:cubicBezTo>
                  <a:cubicBezTo>
                    <a:pt x="2999" y="2177"/>
                    <a:pt x="3029" y="2154"/>
                    <a:pt x="3083" y="2170"/>
                  </a:cubicBezTo>
                  <a:cubicBezTo>
                    <a:pt x="3132" y="2185"/>
                    <a:pt x="3180" y="2203"/>
                    <a:pt x="3192" y="2260"/>
                  </a:cubicBezTo>
                  <a:cubicBezTo>
                    <a:pt x="3196" y="2279"/>
                    <a:pt x="3197" y="2300"/>
                    <a:pt x="3192" y="2318"/>
                  </a:cubicBezTo>
                  <a:cubicBezTo>
                    <a:pt x="3183" y="2351"/>
                    <a:pt x="3163" y="2378"/>
                    <a:pt x="3127" y="2384"/>
                  </a:cubicBezTo>
                  <a:cubicBezTo>
                    <a:pt x="3092" y="2389"/>
                    <a:pt x="3063" y="2373"/>
                    <a:pt x="3041" y="2347"/>
                  </a:cubicBezTo>
                  <a:moveTo>
                    <a:pt x="3221" y="2551"/>
                  </a:moveTo>
                  <a:cubicBezTo>
                    <a:pt x="3267" y="2547"/>
                    <a:pt x="3301" y="2590"/>
                    <a:pt x="3300" y="2646"/>
                  </a:cubicBezTo>
                  <a:cubicBezTo>
                    <a:pt x="3299" y="2708"/>
                    <a:pt x="3253" y="2770"/>
                    <a:pt x="3208" y="2771"/>
                  </a:cubicBezTo>
                  <a:cubicBezTo>
                    <a:pt x="3143" y="2772"/>
                    <a:pt x="3104" y="2730"/>
                    <a:pt x="3104" y="2659"/>
                  </a:cubicBezTo>
                  <a:cubicBezTo>
                    <a:pt x="3103" y="2588"/>
                    <a:pt x="3156" y="2556"/>
                    <a:pt x="3221" y="2551"/>
                  </a:cubicBezTo>
                  <a:moveTo>
                    <a:pt x="2803" y="2482"/>
                  </a:moveTo>
                  <a:cubicBezTo>
                    <a:pt x="2815" y="2463"/>
                    <a:pt x="2822" y="2438"/>
                    <a:pt x="2837" y="2432"/>
                  </a:cubicBezTo>
                  <a:cubicBezTo>
                    <a:pt x="2850" y="2427"/>
                    <a:pt x="2875" y="2440"/>
                    <a:pt x="2889" y="2452"/>
                  </a:cubicBezTo>
                  <a:cubicBezTo>
                    <a:pt x="2907" y="2468"/>
                    <a:pt x="2922" y="2489"/>
                    <a:pt x="2933" y="2511"/>
                  </a:cubicBezTo>
                  <a:cubicBezTo>
                    <a:pt x="2949" y="2541"/>
                    <a:pt x="2935" y="2579"/>
                    <a:pt x="2909" y="2593"/>
                  </a:cubicBezTo>
                  <a:cubicBezTo>
                    <a:pt x="2885" y="2605"/>
                    <a:pt x="2855" y="2594"/>
                    <a:pt x="2838" y="2563"/>
                  </a:cubicBezTo>
                  <a:cubicBezTo>
                    <a:pt x="2825" y="2539"/>
                    <a:pt x="2816" y="2513"/>
                    <a:pt x="2803" y="2482"/>
                  </a:cubicBezTo>
                  <a:moveTo>
                    <a:pt x="2831" y="2627"/>
                  </a:moveTo>
                  <a:cubicBezTo>
                    <a:pt x="2858" y="2632"/>
                    <a:pt x="2885" y="2637"/>
                    <a:pt x="2911" y="2643"/>
                  </a:cubicBezTo>
                  <a:cubicBezTo>
                    <a:pt x="2892" y="2666"/>
                    <a:pt x="2872" y="2692"/>
                    <a:pt x="2851" y="2719"/>
                  </a:cubicBezTo>
                  <a:cubicBezTo>
                    <a:pt x="2815" y="2693"/>
                    <a:pt x="2829" y="2658"/>
                    <a:pt x="2831" y="2627"/>
                  </a:cubicBezTo>
                  <a:moveTo>
                    <a:pt x="2933" y="3034"/>
                  </a:moveTo>
                  <a:cubicBezTo>
                    <a:pt x="2917" y="3072"/>
                    <a:pt x="2885" y="3086"/>
                    <a:pt x="2851" y="3065"/>
                  </a:cubicBezTo>
                  <a:cubicBezTo>
                    <a:pt x="2821" y="3047"/>
                    <a:pt x="2793" y="3023"/>
                    <a:pt x="2770" y="2996"/>
                  </a:cubicBezTo>
                  <a:cubicBezTo>
                    <a:pt x="2742" y="2964"/>
                    <a:pt x="2747" y="2944"/>
                    <a:pt x="2786" y="2926"/>
                  </a:cubicBezTo>
                  <a:cubicBezTo>
                    <a:pt x="2802" y="2918"/>
                    <a:pt x="2820" y="2915"/>
                    <a:pt x="2838" y="2910"/>
                  </a:cubicBezTo>
                  <a:cubicBezTo>
                    <a:pt x="2903" y="2915"/>
                    <a:pt x="2955" y="2982"/>
                    <a:pt x="2933" y="3034"/>
                  </a:cubicBezTo>
                  <a:moveTo>
                    <a:pt x="2939" y="2854"/>
                  </a:moveTo>
                  <a:cubicBezTo>
                    <a:pt x="2917" y="2828"/>
                    <a:pt x="2897" y="2799"/>
                    <a:pt x="2882" y="2768"/>
                  </a:cubicBezTo>
                  <a:cubicBezTo>
                    <a:pt x="2872" y="2746"/>
                    <a:pt x="2922" y="2679"/>
                    <a:pt x="2947" y="2677"/>
                  </a:cubicBezTo>
                  <a:cubicBezTo>
                    <a:pt x="2958" y="2677"/>
                    <a:pt x="2974" y="2687"/>
                    <a:pt x="2979" y="2697"/>
                  </a:cubicBezTo>
                  <a:cubicBezTo>
                    <a:pt x="2998" y="2731"/>
                    <a:pt x="3015" y="2766"/>
                    <a:pt x="3029" y="2802"/>
                  </a:cubicBezTo>
                  <a:cubicBezTo>
                    <a:pt x="3049" y="2852"/>
                    <a:pt x="3038" y="2865"/>
                    <a:pt x="2985" y="2865"/>
                  </a:cubicBezTo>
                  <a:cubicBezTo>
                    <a:pt x="2969" y="2862"/>
                    <a:pt x="2947" y="2864"/>
                    <a:pt x="2939" y="2854"/>
                  </a:cubicBezTo>
                  <a:moveTo>
                    <a:pt x="2978" y="2912"/>
                  </a:moveTo>
                  <a:cubicBezTo>
                    <a:pt x="3010" y="2904"/>
                    <a:pt x="3042" y="2894"/>
                    <a:pt x="3077" y="2885"/>
                  </a:cubicBezTo>
                  <a:cubicBezTo>
                    <a:pt x="3082" y="2959"/>
                    <a:pt x="3088" y="3043"/>
                    <a:pt x="3094" y="3132"/>
                  </a:cubicBezTo>
                  <a:cubicBezTo>
                    <a:pt x="3089" y="3126"/>
                    <a:pt x="3087" y="3124"/>
                    <a:pt x="3085" y="3121"/>
                  </a:cubicBezTo>
                  <a:cubicBezTo>
                    <a:pt x="3048" y="3050"/>
                    <a:pt x="3012" y="2979"/>
                    <a:pt x="2977" y="2913"/>
                  </a:cubicBezTo>
                  <a:lnTo>
                    <a:pt x="2978" y="2912"/>
                  </a:lnTo>
                  <a:moveTo>
                    <a:pt x="3115" y="3398"/>
                  </a:moveTo>
                  <a:cubicBezTo>
                    <a:pt x="3101" y="3337"/>
                    <a:pt x="3088" y="3276"/>
                    <a:pt x="3075" y="3214"/>
                  </a:cubicBezTo>
                  <a:cubicBezTo>
                    <a:pt x="3076" y="3214"/>
                    <a:pt x="3077" y="3213"/>
                    <a:pt x="3078" y="3213"/>
                  </a:cubicBezTo>
                  <a:cubicBezTo>
                    <a:pt x="3089" y="3240"/>
                    <a:pt x="3099" y="3269"/>
                    <a:pt x="3112" y="3295"/>
                  </a:cubicBezTo>
                  <a:cubicBezTo>
                    <a:pt x="3118" y="3308"/>
                    <a:pt x="3132" y="3327"/>
                    <a:pt x="3141" y="3326"/>
                  </a:cubicBezTo>
                  <a:cubicBezTo>
                    <a:pt x="3166" y="3324"/>
                    <a:pt x="3159" y="3301"/>
                    <a:pt x="3157" y="3285"/>
                  </a:cubicBezTo>
                  <a:cubicBezTo>
                    <a:pt x="3146" y="3157"/>
                    <a:pt x="3134" y="3029"/>
                    <a:pt x="3123" y="2902"/>
                  </a:cubicBezTo>
                  <a:cubicBezTo>
                    <a:pt x="3120" y="2867"/>
                    <a:pt x="3122" y="2832"/>
                    <a:pt x="3122" y="2797"/>
                  </a:cubicBezTo>
                  <a:cubicBezTo>
                    <a:pt x="3171" y="2804"/>
                    <a:pt x="3173" y="2808"/>
                    <a:pt x="3169" y="2858"/>
                  </a:cubicBezTo>
                  <a:cubicBezTo>
                    <a:pt x="3163" y="2939"/>
                    <a:pt x="3159" y="3020"/>
                    <a:pt x="3153" y="3102"/>
                  </a:cubicBezTo>
                  <a:cubicBezTo>
                    <a:pt x="3148" y="3187"/>
                    <a:pt x="3167" y="3268"/>
                    <a:pt x="3192" y="3349"/>
                  </a:cubicBezTo>
                  <a:cubicBezTo>
                    <a:pt x="3211" y="3410"/>
                    <a:pt x="3232" y="3471"/>
                    <a:pt x="3228" y="3534"/>
                  </a:cubicBezTo>
                  <a:cubicBezTo>
                    <a:pt x="3204" y="3549"/>
                    <a:pt x="3183" y="3563"/>
                    <a:pt x="3157" y="3579"/>
                  </a:cubicBezTo>
                  <a:cubicBezTo>
                    <a:pt x="3143" y="3519"/>
                    <a:pt x="3128" y="3459"/>
                    <a:pt x="3115" y="3398"/>
                  </a:cubicBezTo>
                  <a:moveTo>
                    <a:pt x="2999" y="3677"/>
                  </a:moveTo>
                  <a:cubicBezTo>
                    <a:pt x="3009" y="3672"/>
                    <a:pt x="3022" y="3668"/>
                    <a:pt x="3032" y="3670"/>
                  </a:cubicBezTo>
                  <a:cubicBezTo>
                    <a:pt x="3084" y="3680"/>
                    <a:pt x="3126" y="3743"/>
                    <a:pt x="3110" y="3794"/>
                  </a:cubicBezTo>
                  <a:cubicBezTo>
                    <a:pt x="3100" y="3830"/>
                    <a:pt x="3086" y="3867"/>
                    <a:pt x="3065" y="3898"/>
                  </a:cubicBezTo>
                  <a:cubicBezTo>
                    <a:pt x="3029" y="3950"/>
                    <a:pt x="2975" y="3944"/>
                    <a:pt x="2947" y="3887"/>
                  </a:cubicBezTo>
                  <a:cubicBezTo>
                    <a:pt x="2936" y="3863"/>
                    <a:pt x="2930" y="3836"/>
                    <a:pt x="2922" y="3810"/>
                  </a:cubicBezTo>
                  <a:cubicBezTo>
                    <a:pt x="2930" y="3752"/>
                    <a:pt x="2949" y="3706"/>
                    <a:pt x="2999" y="3677"/>
                  </a:cubicBezTo>
                  <a:moveTo>
                    <a:pt x="2548" y="3578"/>
                  </a:moveTo>
                  <a:cubicBezTo>
                    <a:pt x="2553" y="3576"/>
                    <a:pt x="2563" y="3577"/>
                    <a:pt x="2566" y="3580"/>
                  </a:cubicBezTo>
                  <a:cubicBezTo>
                    <a:pt x="2585" y="3604"/>
                    <a:pt x="2610" y="3626"/>
                    <a:pt x="2621" y="3654"/>
                  </a:cubicBezTo>
                  <a:cubicBezTo>
                    <a:pt x="2642" y="3703"/>
                    <a:pt x="2645" y="3756"/>
                    <a:pt x="2640" y="3816"/>
                  </a:cubicBezTo>
                  <a:cubicBezTo>
                    <a:pt x="2575" y="3778"/>
                    <a:pt x="2531" y="3729"/>
                    <a:pt x="2501" y="3669"/>
                  </a:cubicBezTo>
                  <a:cubicBezTo>
                    <a:pt x="2483" y="3633"/>
                    <a:pt x="2509" y="3586"/>
                    <a:pt x="2548" y="3578"/>
                  </a:cubicBezTo>
                  <a:moveTo>
                    <a:pt x="2509" y="3804"/>
                  </a:moveTo>
                  <a:cubicBezTo>
                    <a:pt x="2527" y="3836"/>
                    <a:pt x="2516" y="3870"/>
                    <a:pt x="2505" y="3901"/>
                  </a:cubicBezTo>
                  <a:cubicBezTo>
                    <a:pt x="2502" y="3909"/>
                    <a:pt x="2490" y="3919"/>
                    <a:pt x="2482" y="3920"/>
                  </a:cubicBezTo>
                  <a:cubicBezTo>
                    <a:pt x="2476" y="3921"/>
                    <a:pt x="2464" y="3912"/>
                    <a:pt x="2461" y="3904"/>
                  </a:cubicBezTo>
                  <a:cubicBezTo>
                    <a:pt x="2449" y="3878"/>
                    <a:pt x="2440" y="3850"/>
                    <a:pt x="2427" y="3814"/>
                  </a:cubicBezTo>
                  <a:cubicBezTo>
                    <a:pt x="2443" y="3799"/>
                    <a:pt x="2459" y="3782"/>
                    <a:pt x="2474" y="3766"/>
                  </a:cubicBezTo>
                  <a:cubicBezTo>
                    <a:pt x="2486" y="3779"/>
                    <a:pt x="2501" y="3789"/>
                    <a:pt x="2509" y="3804"/>
                  </a:cubicBezTo>
                  <a:moveTo>
                    <a:pt x="2378" y="3742"/>
                  </a:moveTo>
                  <a:cubicBezTo>
                    <a:pt x="2355" y="3763"/>
                    <a:pt x="2338" y="3763"/>
                    <a:pt x="2323" y="3736"/>
                  </a:cubicBezTo>
                  <a:cubicBezTo>
                    <a:pt x="2307" y="3708"/>
                    <a:pt x="2298" y="3676"/>
                    <a:pt x="2287" y="3649"/>
                  </a:cubicBezTo>
                  <a:cubicBezTo>
                    <a:pt x="2296" y="3615"/>
                    <a:pt x="2301" y="3588"/>
                    <a:pt x="2310" y="3564"/>
                  </a:cubicBezTo>
                  <a:cubicBezTo>
                    <a:pt x="2318" y="3541"/>
                    <a:pt x="2337" y="3532"/>
                    <a:pt x="2359" y="3545"/>
                  </a:cubicBezTo>
                  <a:cubicBezTo>
                    <a:pt x="2382" y="3558"/>
                    <a:pt x="2404" y="3572"/>
                    <a:pt x="2425" y="3587"/>
                  </a:cubicBezTo>
                  <a:cubicBezTo>
                    <a:pt x="2431" y="3592"/>
                    <a:pt x="2435" y="3602"/>
                    <a:pt x="2435" y="3609"/>
                  </a:cubicBezTo>
                  <a:cubicBezTo>
                    <a:pt x="2434" y="3661"/>
                    <a:pt x="2419" y="3707"/>
                    <a:pt x="2378" y="3742"/>
                  </a:cubicBezTo>
                  <a:moveTo>
                    <a:pt x="2246" y="3986"/>
                  </a:moveTo>
                  <a:cubicBezTo>
                    <a:pt x="2164" y="3986"/>
                    <a:pt x="2154" y="3967"/>
                    <a:pt x="2193" y="3895"/>
                  </a:cubicBezTo>
                  <a:cubicBezTo>
                    <a:pt x="2214" y="3857"/>
                    <a:pt x="2248" y="3841"/>
                    <a:pt x="2287" y="3844"/>
                  </a:cubicBezTo>
                  <a:cubicBezTo>
                    <a:pt x="2324" y="3847"/>
                    <a:pt x="2349" y="3872"/>
                    <a:pt x="2364" y="3906"/>
                  </a:cubicBezTo>
                  <a:cubicBezTo>
                    <a:pt x="2372" y="3922"/>
                    <a:pt x="2371" y="3934"/>
                    <a:pt x="2353" y="3946"/>
                  </a:cubicBezTo>
                  <a:cubicBezTo>
                    <a:pt x="2298" y="3980"/>
                    <a:pt x="2287" y="3986"/>
                    <a:pt x="2246" y="3986"/>
                  </a:cubicBezTo>
                  <a:moveTo>
                    <a:pt x="2435" y="4253"/>
                  </a:moveTo>
                  <a:cubicBezTo>
                    <a:pt x="2424" y="4268"/>
                    <a:pt x="2398" y="4275"/>
                    <a:pt x="2377" y="4278"/>
                  </a:cubicBezTo>
                  <a:cubicBezTo>
                    <a:pt x="2353" y="4280"/>
                    <a:pt x="2342" y="4259"/>
                    <a:pt x="2339" y="4237"/>
                  </a:cubicBezTo>
                  <a:cubicBezTo>
                    <a:pt x="2333" y="4193"/>
                    <a:pt x="2328" y="4149"/>
                    <a:pt x="2323" y="4104"/>
                  </a:cubicBezTo>
                  <a:cubicBezTo>
                    <a:pt x="2327" y="4102"/>
                    <a:pt x="2332" y="4099"/>
                    <a:pt x="2337" y="4097"/>
                  </a:cubicBezTo>
                  <a:cubicBezTo>
                    <a:pt x="2370" y="4129"/>
                    <a:pt x="2407" y="4159"/>
                    <a:pt x="2436" y="4195"/>
                  </a:cubicBezTo>
                  <a:cubicBezTo>
                    <a:pt x="2446" y="4207"/>
                    <a:pt x="2445" y="4240"/>
                    <a:pt x="2435" y="4253"/>
                  </a:cubicBezTo>
                  <a:moveTo>
                    <a:pt x="2504" y="4157"/>
                  </a:moveTo>
                  <a:cubicBezTo>
                    <a:pt x="2453" y="4128"/>
                    <a:pt x="2406" y="4093"/>
                    <a:pt x="2360" y="4057"/>
                  </a:cubicBezTo>
                  <a:cubicBezTo>
                    <a:pt x="2348" y="4049"/>
                    <a:pt x="2340" y="4025"/>
                    <a:pt x="2343" y="4012"/>
                  </a:cubicBezTo>
                  <a:cubicBezTo>
                    <a:pt x="2346" y="4001"/>
                    <a:pt x="2368" y="3991"/>
                    <a:pt x="2382" y="3988"/>
                  </a:cubicBezTo>
                  <a:cubicBezTo>
                    <a:pt x="2418" y="3983"/>
                    <a:pt x="2455" y="3979"/>
                    <a:pt x="2492" y="3980"/>
                  </a:cubicBezTo>
                  <a:cubicBezTo>
                    <a:pt x="2551" y="3981"/>
                    <a:pt x="2604" y="4036"/>
                    <a:pt x="2604" y="4091"/>
                  </a:cubicBezTo>
                  <a:cubicBezTo>
                    <a:pt x="2604" y="4133"/>
                    <a:pt x="2541" y="4178"/>
                    <a:pt x="2504" y="4157"/>
                  </a:cubicBezTo>
                  <a:moveTo>
                    <a:pt x="2538" y="3947"/>
                  </a:moveTo>
                  <a:cubicBezTo>
                    <a:pt x="2546" y="3903"/>
                    <a:pt x="2554" y="3860"/>
                    <a:pt x="2562" y="3815"/>
                  </a:cubicBezTo>
                  <a:cubicBezTo>
                    <a:pt x="2586" y="3832"/>
                    <a:pt x="2615" y="3842"/>
                    <a:pt x="2597" y="3886"/>
                  </a:cubicBezTo>
                  <a:cubicBezTo>
                    <a:pt x="2584" y="3920"/>
                    <a:pt x="2609" y="3948"/>
                    <a:pt x="2635" y="3969"/>
                  </a:cubicBezTo>
                  <a:cubicBezTo>
                    <a:pt x="2657" y="3987"/>
                    <a:pt x="2681" y="4001"/>
                    <a:pt x="2704" y="4017"/>
                  </a:cubicBezTo>
                  <a:cubicBezTo>
                    <a:pt x="2684" y="4032"/>
                    <a:pt x="2665" y="4046"/>
                    <a:pt x="2642" y="4063"/>
                  </a:cubicBezTo>
                  <a:cubicBezTo>
                    <a:pt x="2634" y="3998"/>
                    <a:pt x="2586" y="3969"/>
                    <a:pt x="2538" y="3947"/>
                  </a:cubicBezTo>
                  <a:moveTo>
                    <a:pt x="2704" y="4292"/>
                  </a:moveTo>
                  <a:cubicBezTo>
                    <a:pt x="2673" y="4299"/>
                    <a:pt x="2647" y="4282"/>
                    <a:pt x="2642" y="4251"/>
                  </a:cubicBezTo>
                  <a:cubicBezTo>
                    <a:pt x="2633" y="4187"/>
                    <a:pt x="2654" y="4131"/>
                    <a:pt x="2689" y="4079"/>
                  </a:cubicBezTo>
                  <a:cubicBezTo>
                    <a:pt x="2703" y="4059"/>
                    <a:pt x="2736" y="4060"/>
                    <a:pt x="2759" y="4075"/>
                  </a:cubicBezTo>
                  <a:cubicBezTo>
                    <a:pt x="2772" y="4083"/>
                    <a:pt x="2789" y="4085"/>
                    <a:pt x="2813" y="4093"/>
                  </a:cubicBezTo>
                  <a:cubicBezTo>
                    <a:pt x="2842" y="4158"/>
                    <a:pt x="2783" y="4274"/>
                    <a:pt x="2704" y="4292"/>
                  </a:cubicBezTo>
                  <a:moveTo>
                    <a:pt x="2840" y="3985"/>
                  </a:moveTo>
                  <a:cubicBezTo>
                    <a:pt x="2774" y="4006"/>
                    <a:pt x="2677" y="3961"/>
                    <a:pt x="2648" y="3919"/>
                  </a:cubicBezTo>
                  <a:cubicBezTo>
                    <a:pt x="2641" y="3908"/>
                    <a:pt x="2639" y="3884"/>
                    <a:pt x="2646" y="3875"/>
                  </a:cubicBezTo>
                  <a:cubicBezTo>
                    <a:pt x="2657" y="3861"/>
                    <a:pt x="2678" y="3844"/>
                    <a:pt x="2694" y="3845"/>
                  </a:cubicBezTo>
                  <a:cubicBezTo>
                    <a:pt x="2736" y="3848"/>
                    <a:pt x="2774" y="3866"/>
                    <a:pt x="2798" y="3903"/>
                  </a:cubicBezTo>
                  <a:cubicBezTo>
                    <a:pt x="2802" y="3908"/>
                    <a:pt x="2807" y="3912"/>
                    <a:pt x="2812" y="3916"/>
                  </a:cubicBezTo>
                  <a:cubicBezTo>
                    <a:pt x="2845" y="3940"/>
                    <a:pt x="2847" y="3944"/>
                    <a:pt x="2840" y="3985"/>
                  </a:cubicBezTo>
                  <a:moveTo>
                    <a:pt x="2811" y="3846"/>
                  </a:moveTo>
                  <a:cubicBezTo>
                    <a:pt x="2792" y="3836"/>
                    <a:pt x="2772" y="3819"/>
                    <a:pt x="2764" y="3800"/>
                  </a:cubicBezTo>
                  <a:cubicBezTo>
                    <a:pt x="2745" y="3757"/>
                    <a:pt x="2733" y="3711"/>
                    <a:pt x="2718" y="3666"/>
                  </a:cubicBezTo>
                  <a:cubicBezTo>
                    <a:pt x="2720" y="3665"/>
                    <a:pt x="2723" y="3664"/>
                    <a:pt x="2725" y="3663"/>
                  </a:cubicBezTo>
                  <a:cubicBezTo>
                    <a:pt x="2727" y="3643"/>
                    <a:pt x="2729" y="3622"/>
                    <a:pt x="2733" y="3602"/>
                  </a:cubicBezTo>
                  <a:cubicBezTo>
                    <a:pt x="2737" y="3576"/>
                    <a:pt x="2756" y="3567"/>
                    <a:pt x="2781" y="3580"/>
                  </a:cubicBezTo>
                  <a:cubicBezTo>
                    <a:pt x="2847" y="3614"/>
                    <a:pt x="2895" y="3708"/>
                    <a:pt x="2884" y="3782"/>
                  </a:cubicBezTo>
                  <a:cubicBezTo>
                    <a:pt x="2883" y="3790"/>
                    <a:pt x="2882" y="3797"/>
                    <a:pt x="2882" y="3805"/>
                  </a:cubicBezTo>
                  <a:cubicBezTo>
                    <a:pt x="2879" y="3853"/>
                    <a:pt x="2853" y="3870"/>
                    <a:pt x="2811" y="3846"/>
                  </a:cubicBezTo>
                  <a:moveTo>
                    <a:pt x="2858" y="4178"/>
                  </a:moveTo>
                  <a:cubicBezTo>
                    <a:pt x="2861" y="4154"/>
                    <a:pt x="2863" y="4132"/>
                    <a:pt x="2866" y="4103"/>
                  </a:cubicBezTo>
                  <a:cubicBezTo>
                    <a:pt x="2880" y="4119"/>
                    <a:pt x="2892" y="4131"/>
                    <a:pt x="2904" y="4144"/>
                  </a:cubicBezTo>
                  <a:cubicBezTo>
                    <a:pt x="2887" y="4156"/>
                    <a:pt x="2874" y="4167"/>
                    <a:pt x="2858" y="4178"/>
                  </a:cubicBezTo>
                  <a:moveTo>
                    <a:pt x="2883" y="4276"/>
                  </a:moveTo>
                  <a:cubicBezTo>
                    <a:pt x="2875" y="4268"/>
                    <a:pt x="2874" y="4246"/>
                    <a:pt x="2879" y="4235"/>
                  </a:cubicBezTo>
                  <a:cubicBezTo>
                    <a:pt x="2882" y="4228"/>
                    <a:pt x="2904" y="4224"/>
                    <a:pt x="2915" y="4226"/>
                  </a:cubicBezTo>
                  <a:cubicBezTo>
                    <a:pt x="2979" y="4237"/>
                    <a:pt x="3016" y="4280"/>
                    <a:pt x="3043" y="4339"/>
                  </a:cubicBezTo>
                  <a:cubicBezTo>
                    <a:pt x="2978" y="4341"/>
                    <a:pt x="2926" y="4318"/>
                    <a:pt x="2883" y="4276"/>
                  </a:cubicBezTo>
                  <a:moveTo>
                    <a:pt x="2936" y="4047"/>
                  </a:moveTo>
                  <a:cubicBezTo>
                    <a:pt x="2919" y="4025"/>
                    <a:pt x="2914" y="3994"/>
                    <a:pt x="2903" y="3968"/>
                  </a:cubicBezTo>
                  <a:cubicBezTo>
                    <a:pt x="2893" y="3945"/>
                    <a:pt x="2883" y="3923"/>
                    <a:pt x="2871" y="3897"/>
                  </a:cubicBezTo>
                  <a:cubicBezTo>
                    <a:pt x="2878" y="3893"/>
                    <a:pt x="2887" y="3889"/>
                    <a:pt x="2895" y="3885"/>
                  </a:cubicBezTo>
                  <a:cubicBezTo>
                    <a:pt x="2987" y="4015"/>
                    <a:pt x="3063" y="4006"/>
                    <a:pt x="3141" y="3851"/>
                  </a:cubicBezTo>
                  <a:cubicBezTo>
                    <a:pt x="3150" y="4014"/>
                    <a:pt x="3160" y="4172"/>
                    <a:pt x="3169" y="4337"/>
                  </a:cubicBezTo>
                  <a:cubicBezTo>
                    <a:pt x="3146" y="4305"/>
                    <a:pt x="3128" y="4277"/>
                    <a:pt x="3107" y="4252"/>
                  </a:cubicBezTo>
                  <a:cubicBezTo>
                    <a:pt x="3050" y="4183"/>
                    <a:pt x="2991" y="4117"/>
                    <a:pt x="2936" y="4047"/>
                  </a:cubicBezTo>
                  <a:moveTo>
                    <a:pt x="3044" y="5117"/>
                  </a:moveTo>
                  <a:cubicBezTo>
                    <a:pt x="3088" y="5117"/>
                    <a:pt x="3127" y="5158"/>
                    <a:pt x="3127" y="5204"/>
                  </a:cubicBezTo>
                  <a:cubicBezTo>
                    <a:pt x="3127" y="5251"/>
                    <a:pt x="3090" y="5287"/>
                    <a:pt x="3042" y="5288"/>
                  </a:cubicBezTo>
                  <a:cubicBezTo>
                    <a:pt x="2996" y="5288"/>
                    <a:pt x="2956" y="5249"/>
                    <a:pt x="2955" y="5203"/>
                  </a:cubicBezTo>
                  <a:cubicBezTo>
                    <a:pt x="2954" y="5158"/>
                    <a:pt x="2996" y="5117"/>
                    <a:pt x="3043" y="5117"/>
                  </a:cubicBezTo>
                  <a:lnTo>
                    <a:pt x="3044" y="5117"/>
                  </a:lnTo>
                  <a:moveTo>
                    <a:pt x="2991" y="4665"/>
                  </a:moveTo>
                  <a:cubicBezTo>
                    <a:pt x="3041" y="4667"/>
                    <a:pt x="3066" y="4686"/>
                    <a:pt x="3065" y="4723"/>
                  </a:cubicBezTo>
                  <a:cubicBezTo>
                    <a:pt x="3065" y="4755"/>
                    <a:pt x="3041" y="4790"/>
                    <a:pt x="3020" y="4789"/>
                  </a:cubicBezTo>
                  <a:cubicBezTo>
                    <a:pt x="2971" y="4788"/>
                    <a:pt x="2946" y="4764"/>
                    <a:pt x="2947" y="4719"/>
                  </a:cubicBezTo>
                  <a:cubicBezTo>
                    <a:pt x="2949" y="4673"/>
                    <a:pt x="2956" y="4664"/>
                    <a:pt x="2991" y="4665"/>
                  </a:cubicBezTo>
                  <a:moveTo>
                    <a:pt x="2891" y="4737"/>
                  </a:moveTo>
                  <a:cubicBezTo>
                    <a:pt x="2907" y="4760"/>
                    <a:pt x="2917" y="4775"/>
                    <a:pt x="2928" y="4791"/>
                  </a:cubicBezTo>
                  <a:cubicBezTo>
                    <a:pt x="2910" y="4806"/>
                    <a:pt x="2894" y="4819"/>
                    <a:pt x="2875" y="4835"/>
                  </a:cubicBezTo>
                  <a:cubicBezTo>
                    <a:pt x="2880" y="4804"/>
                    <a:pt x="2884" y="4776"/>
                    <a:pt x="2891" y="4737"/>
                  </a:cubicBezTo>
                  <a:moveTo>
                    <a:pt x="2910" y="4854"/>
                  </a:moveTo>
                  <a:cubicBezTo>
                    <a:pt x="2921" y="4835"/>
                    <a:pt x="2949" y="4837"/>
                    <a:pt x="2956" y="4859"/>
                  </a:cubicBezTo>
                  <a:cubicBezTo>
                    <a:pt x="2965" y="4883"/>
                    <a:pt x="2968" y="4909"/>
                    <a:pt x="2973" y="4934"/>
                  </a:cubicBezTo>
                  <a:cubicBezTo>
                    <a:pt x="2968" y="4987"/>
                    <a:pt x="2959" y="5037"/>
                    <a:pt x="2925" y="5078"/>
                  </a:cubicBezTo>
                  <a:cubicBezTo>
                    <a:pt x="2905" y="5103"/>
                    <a:pt x="2888" y="5100"/>
                    <a:pt x="2879" y="5070"/>
                  </a:cubicBezTo>
                  <a:cubicBezTo>
                    <a:pt x="2854" y="4993"/>
                    <a:pt x="2873" y="4922"/>
                    <a:pt x="2911" y="4854"/>
                  </a:cubicBezTo>
                  <a:lnTo>
                    <a:pt x="2910" y="4854"/>
                  </a:lnTo>
                  <a:moveTo>
                    <a:pt x="2671" y="4450"/>
                  </a:moveTo>
                  <a:cubicBezTo>
                    <a:pt x="2692" y="4426"/>
                    <a:pt x="2714" y="4408"/>
                    <a:pt x="2749" y="4422"/>
                  </a:cubicBezTo>
                  <a:cubicBezTo>
                    <a:pt x="2787" y="4437"/>
                    <a:pt x="2812" y="4459"/>
                    <a:pt x="2816" y="4501"/>
                  </a:cubicBezTo>
                  <a:cubicBezTo>
                    <a:pt x="2817" y="4507"/>
                    <a:pt x="2816" y="4514"/>
                    <a:pt x="2816" y="4521"/>
                  </a:cubicBezTo>
                  <a:cubicBezTo>
                    <a:pt x="2815" y="4560"/>
                    <a:pt x="2809" y="4598"/>
                    <a:pt x="2780" y="4629"/>
                  </a:cubicBezTo>
                  <a:cubicBezTo>
                    <a:pt x="2761" y="4649"/>
                    <a:pt x="2739" y="4655"/>
                    <a:pt x="2713" y="4644"/>
                  </a:cubicBezTo>
                  <a:cubicBezTo>
                    <a:pt x="2646" y="4615"/>
                    <a:pt x="2622" y="4504"/>
                    <a:pt x="2671" y="4449"/>
                  </a:cubicBezTo>
                  <a:lnTo>
                    <a:pt x="2671" y="4450"/>
                  </a:lnTo>
                  <a:moveTo>
                    <a:pt x="2667" y="4826"/>
                  </a:moveTo>
                  <a:cubicBezTo>
                    <a:pt x="2661" y="4775"/>
                    <a:pt x="2678" y="4740"/>
                    <a:pt x="2726" y="4715"/>
                  </a:cubicBezTo>
                  <a:cubicBezTo>
                    <a:pt x="2745" y="4705"/>
                    <a:pt x="2766" y="4694"/>
                    <a:pt x="2787" y="4694"/>
                  </a:cubicBezTo>
                  <a:cubicBezTo>
                    <a:pt x="2825" y="4694"/>
                    <a:pt x="2844" y="4718"/>
                    <a:pt x="2843" y="4757"/>
                  </a:cubicBezTo>
                  <a:cubicBezTo>
                    <a:pt x="2844" y="4818"/>
                    <a:pt x="2807" y="4856"/>
                    <a:pt x="2760" y="4883"/>
                  </a:cubicBezTo>
                  <a:cubicBezTo>
                    <a:pt x="2723" y="4905"/>
                    <a:pt x="2673" y="4872"/>
                    <a:pt x="2667" y="4826"/>
                  </a:cubicBezTo>
                  <a:moveTo>
                    <a:pt x="2849" y="4870"/>
                  </a:moveTo>
                  <a:cubicBezTo>
                    <a:pt x="2841" y="4907"/>
                    <a:pt x="2832" y="4943"/>
                    <a:pt x="2824" y="4980"/>
                  </a:cubicBezTo>
                  <a:cubicBezTo>
                    <a:pt x="2802" y="4964"/>
                    <a:pt x="2780" y="4949"/>
                    <a:pt x="2760" y="4935"/>
                  </a:cubicBezTo>
                  <a:cubicBezTo>
                    <a:pt x="2789" y="4914"/>
                    <a:pt x="2819" y="4893"/>
                    <a:pt x="2849" y="4870"/>
                  </a:cubicBezTo>
                  <a:moveTo>
                    <a:pt x="2737" y="5423"/>
                  </a:moveTo>
                  <a:cubicBezTo>
                    <a:pt x="2714" y="5449"/>
                    <a:pt x="2688" y="5451"/>
                    <a:pt x="2659" y="5432"/>
                  </a:cubicBezTo>
                  <a:cubicBezTo>
                    <a:pt x="2600" y="5391"/>
                    <a:pt x="2586" y="5276"/>
                    <a:pt x="2634" y="5224"/>
                  </a:cubicBezTo>
                  <a:cubicBezTo>
                    <a:pt x="2660" y="5196"/>
                    <a:pt x="2702" y="5191"/>
                    <a:pt x="2755" y="5211"/>
                  </a:cubicBezTo>
                  <a:cubicBezTo>
                    <a:pt x="2785" y="5222"/>
                    <a:pt x="2792" y="5250"/>
                    <a:pt x="2798" y="5276"/>
                  </a:cubicBezTo>
                  <a:cubicBezTo>
                    <a:pt x="2788" y="5331"/>
                    <a:pt x="2773" y="5382"/>
                    <a:pt x="2737" y="5423"/>
                  </a:cubicBezTo>
                  <a:moveTo>
                    <a:pt x="2737" y="5110"/>
                  </a:moveTo>
                  <a:cubicBezTo>
                    <a:pt x="2694" y="5110"/>
                    <a:pt x="2654" y="5073"/>
                    <a:pt x="2655" y="5033"/>
                  </a:cubicBezTo>
                  <a:cubicBezTo>
                    <a:pt x="2655" y="5002"/>
                    <a:pt x="2687" y="4973"/>
                    <a:pt x="2720" y="4974"/>
                  </a:cubicBezTo>
                  <a:cubicBezTo>
                    <a:pt x="2763" y="4975"/>
                    <a:pt x="2800" y="5013"/>
                    <a:pt x="2799" y="5054"/>
                  </a:cubicBezTo>
                  <a:cubicBezTo>
                    <a:pt x="2799" y="5087"/>
                    <a:pt x="2773" y="5110"/>
                    <a:pt x="2737" y="5110"/>
                  </a:cubicBezTo>
                  <a:moveTo>
                    <a:pt x="3160" y="5544"/>
                  </a:moveTo>
                  <a:cubicBezTo>
                    <a:pt x="3022" y="5434"/>
                    <a:pt x="2921" y="5279"/>
                    <a:pt x="2803" y="5137"/>
                  </a:cubicBezTo>
                  <a:cubicBezTo>
                    <a:pt x="2816" y="5122"/>
                    <a:pt x="2827" y="5109"/>
                    <a:pt x="2838" y="5095"/>
                  </a:cubicBezTo>
                  <a:cubicBezTo>
                    <a:pt x="2861" y="5123"/>
                    <a:pt x="2892" y="5137"/>
                    <a:pt x="2929" y="5138"/>
                  </a:cubicBezTo>
                  <a:cubicBezTo>
                    <a:pt x="2912" y="5185"/>
                    <a:pt x="2903" y="5235"/>
                    <a:pt x="2937" y="5276"/>
                  </a:cubicBezTo>
                  <a:cubicBezTo>
                    <a:pt x="2956" y="5298"/>
                    <a:pt x="2983" y="5317"/>
                    <a:pt x="3010" y="5326"/>
                  </a:cubicBezTo>
                  <a:cubicBezTo>
                    <a:pt x="3077" y="5348"/>
                    <a:pt x="3135" y="5312"/>
                    <a:pt x="3171" y="5228"/>
                  </a:cubicBezTo>
                  <a:cubicBezTo>
                    <a:pt x="3167" y="5338"/>
                    <a:pt x="3164" y="5443"/>
                    <a:pt x="3160" y="5544"/>
                  </a:cubicBezTo>
                  <a:moveTo>
                    <a:pt x="3197" y="4903"/>
                  </a:moveTo>
                  <a:cubicBezTo>
                    <a:pt x="3194" y="4817"/>
                    <a:pt x="3195" y="4730"/>
                    <a:pt x="3190" y="4643"/>
                  </a:cubicBezTo>
                  <a:cubicBezTo>
                    <a:pt x="3185" y="4548"/>
                    <a:pt x="3157" y="4459"/>
                    <a:pt x="3116" y="4374"/>
                  </a:cubicBezTo>
                  <a:cubicBezTo>
                    <a:pt x="3112" y="4365"/>
                    <a:pt x="3110" y="4354"/>
                    <a:pt x="3107" y="4345"/>
                  </a:cubicBezTo>
                  <a:cubicBezTo>
                    <a:pt x="3110" y="4343"/>
                    <a:pt x="3113" y="4342"/>
                    <a:pt x="3116" y="4341"/>
                  </a:cubicBezTo>
                  <a:cubicBezTo>
                    <a:pt x="3122" y="4351"/>
                    <a:pt x="3130" y="4361"/>
                    <a:pt x="3134" y="4372"/>
                  </a:cubicBezTo>
                  <a:cubicBezTo>
                    <a:pt x="3156" y="4429"/>
                    <a:pt x="3176" y="4486"/>
                    <a:pt x="3199" y="4543"/>
                  </a:cubicBezTo>
                  <a:cubicBezTo>
                    <a:pt x="3204" y="4554"/>
                    <a:pt x="3217" y="4563"/>
                    <a:pt x="3227" y="4572"/>
                  </a:cubicBezTo>
                  <a:cubicBezTo>
                    <a:pt x="3233" y="4559"/>
                    <a:pt x="3247" y="4544"/>
                    <a:pt x="3245" y="4533"/>
                  </a:cubicBezTo>
                  <a:cubicBezTo>
                    <a:pt x="3212" y="4363"/>
                    <a:pt x="3204" y="4192"/>
                    <a:pt x="3192" y="4021"/>
                  </a:cubicBezTo>
                  <a:cubicBezTo>
                    <a:pt x="3187" y="3950"/>
                    <a:pt x="3191" y="3880"/>
                    <a:pt x="3191" y="3810"/>
                  </a:cubicBezTo>
                  <a:cubicBezTo>
                    <a:pt x="3221" y="3800"/>
                    <a:pt x="3250" y="3791"/>
                    <a:pt x="3269" y="3785"/>
                  </a:cubicBezTo>
                  <a:cubicBezTo>
                    <a:pt x="3262" y="3884"/>
                    <a:pt x="3251" y="3987"/>
                    <a:pt x="3249" y="4091"/>
                  </a:cubicBezTo>
                  <a:cubicBezTo>
                    <a:pt x="3248" y="4170"/>
                    <a:pt x="3255" y="4249"/>
                    <a:pt x="3264" y="4328"/>
                  </a:cubicBezTo>
                  <a:cubicBezTo>
                    <a:pt x="3269" y="4362"/>
                    <a:pt x="3289" y="4394"/>
                    <a:pt x="3303" y="4431"/>
                  </a:cubicBezTo>
                  <a:cubicBezTo>
                    <a:pt x="3322" y="4409"/>
                    <a:pt x="3340" y="4389"/>
                    <a:pt x="3358" y="4369"/>
                  </a:cubicBezTo>
                  <a:cubicBezTo>
                    <a:pt x="3380" y="4386"/>
                    <a:pt x="3400" y="4403"/>
                    <a:pt x="3424" y="4420"/>
                  </a:cubicBezTo>
                  <a:cubicBezTo>
                    <a:pt x="3421" y="4424"/>
                    <a:pt x="3417" y="4431"/>
                    <a:pt x="3411" y="4436"/>
                  </a:cubicBezTo>
                  <a:cubicBezTo>
                    <a:pt x="3349" y="4482"/>
                    <a:pt x="3335" y="4549"/>
                    <a:pt x="3327" y="4620"/>
                  </a:cubicBezTo>
                  <a:cubicBezTo>
                    <a:pt x="3318" y="4703"/>
                    <a:pt x="3309" y="4786"/>
                    <a:pt x="3300" y="4869"/>
                  </a:cubicBezTo>
                  <a:cubicBezTo>
                    <a:pt x="3297" y="4891"/>
                    <a:pt x="3296" y="4912"/>
                    <a:pt x="3294" y="4934"/>
                  </a:cubicBezTo>
                  <a:cubicBezTo>
                    <a:pt x="3291" y="4965"/>
                    <a:pt x="3298" y="4998"/>
                    <a:pt x="3259" y="5019"/>
                  </a:cubicBezTo>
                  <a:cubicBezTo>
                    <a:pt x="3238" y="5030"/>
                    <a:pt x="3228" y="5062"/>
                    <a:pt x="3209" y="5092"/>
                  </a:cubicBezTo>
                  <a:cubicBezTo>
                    <a:pt x="3205" y="5025"/>
                    <a:pt x="3200" y="4964"/>
                    <a:pt x="3197" y="4903"/>
                  </a:cubicBezTo>
                  <a:moveTo>
                    <a:pt x="3243" y="5475"/>
                  </a:moveTo>
                  <a:cubicBezTo>
                    <a:pt x="3211" y="5463"/>
                    <a:pt x="3202" y="5444"/>
                    <a:pt x="3207" y="5398"/>
                  </a:cubicBezTo>
                  <a:cubicBezTo>
                    <a:pt x="3210" y="5375"/>
                    <a:pt x="3212" y="5353"/>
                    <a:pt x="3217" y="5330"/>
                  </a:cubicBezTo>
                  <a:cubicBezTo>
                    <a:pt x="3226" y="5291"/>
                    <a:pt x="3265" y="5263"/>
                    <a:pt x="3304" y="5268"/>
                  </a:cubicBezTo>
                  <a:cubicBezTo>
                    <a:pt x="3337" y="5272"/>
                    <a:pt x="3362" y="5306"/>
                    <a:pt x="3367" y="5347"/>
                  </a:cubicBezTo>
                  <a:cubicBezTo>
                    <a:pt x="3357" y="5378"/>
                    <a:pt x="3349" y="5411"/>
                    <a:pt x="3334" y="5440"/>
                  </a:cubicBezTo>
                  <a:cubicBezTo>
                    <a:pt x="3316" y="5477"/>
                    <a:pt x="3281" y="5488"/>
                    <a:pt x="3243" y="5475"/>
                  </a:cubicBezTo>
                  <a:moveTo>
                    <a:pt x="3665" y="5957"/>
                  </a:moveTo>
                  <a:cubicBezTo>
                    <a:pt x="3631" y="6029"/>
                    <a:pt x="3598" y="6103"/>
                    <a:pt x="3559" y="6172"/>
                  </a:cubicBezTo>
                  <a:cubicBezTo>
                    <a:pt x="3500" y="6274"/>
                    <a:pt x="3436" y="6372"/>
                    <a:pt x="3374" y="6472"/>
                  </a:cubicBezTo>
                  <a:cubicBezTo>
                    <a:pt x="3367" y="6482"/>
                    <a:pt x="3358" y="6492"/>
                    <a:pt x="3342" y="6501"/>
                  </a:cubicBezTo>
                  <a:cubicBezTo>
                    <a:pt x="3342" y="6490"/>
                    <a:pt x="3341" y="6479"/>
                    <a:pt x="3341" y="6468"/>
                  </a:cubicBezTo>
                  <a:cubicBezTo>
                    <a:pt x="3340" y="6340"/>
                    <a:pt x="3339" y="6211"/>
                    <a:pt x="3339" y="6083"/>
                  </a:cubicBezTo>
                  <a:cubicBezTo>
                    <a:pt x="3339" y="5966"/>
                    <a:pt x="3337" y="5848"/>
                    <a:pt x="3341" y="5732"/>
                  </a:cubicBezTo>
                  <a:cubicBezTo>
                    <a:pt x="3343" y="5653"/>
                    <a:pt x="3349" y="5574"/>
                    <a:pt x="3360" y="5496"/>
                  </a:cubicBezTo>
                  <a:cubicBezTo>
                    <a:pt x="3365" y="5464"/>
                    <a:pt x="3386" y="5435"/>
                    <a:pt x="3400" y="5402"/>
                  </a:cubicBezTo>
                  <a:cubicBezTo>
                    <a:pt x="3461" y="5396"/>
                    <a:pt x="3499" y="5361"/>
                    <a:pt x="3517" y="5296"/>
                  </a:cubicBezTo>
                  <a:cubicBezTo>
                    <a:pt x="3527" y="5257"/>
                    <a:pt x="3526" y="5254"/>
                    <a:pt x="3455" y="5147"/>
                  </a:cubicBezTo>
                  <a:cubicBezTo>
                    <a:pt x="3507" y="5143"/>
                    <a:pt x="3545" y="5118"/>
                    <a:pt x="3570" y="5073"/>
                  </a:cubicBezTo>
                  <a:cubicBezTo>
                    <a:pt x="3574" y="5067"/>
                    <a:pt x="3575" y="5058"/>
                    <a:pt x="3580" y="5053"/>
                  </a:cubicBezTo>
                  <a:cubicBezTo>
                    <a:pt x="3584" y="5048"/>
                    <a:pt x="3592" y="5047"/>
                    <a:pt x="3604" y="5042"/>
                  </a:cubicBezTo>
                  <a:cubicBezTo>
                    <a:pt x="3593" y="5073"/>
                    <a:pt x="3584" y="5096"/>
                    <a:pt x="3576" y="5119"/>
                  </a:cubicBezTo>
                  <a:cubicBezTo>
                    <a:pt x="3546" y="5204"/>
                    <a:pt x="3555" y="5291"/>
                    <a:pt x="3568" y="5377"/>
                  </a:cubicBezTo>
                  <a:cubicBezTo>
                    <a:pt x="3583" y="5479"/>
                    <a:pt x="3597" y="5581"/>
                    <a:pt x="3617" y="5682"/>
                  </a:cubicBezTo>
                  <a:cubicBezTo>
                    <a:pt x="3628" y="5738"/>
                    <a:pt x="3650" y="5791"/>
                    <a:pt x="3669" y="5846"/>
                  </a:cubicBezTo>
                  <a:cubicBezTo>
                    <a:pt x="3682" y="5884"/>
                    <a:pt x="3683" y="5921"/>
                    <a:pt x="3665" y="5957"/>
                  </a:cubicBezTo>
                  <a:moveTo>
                    <a:pt x="3899" y="5250"/>
                  </a:moveTo>
                  <a:cubicBezTo>
                    <a:pt x="3911" y="5317"/>
                    <a:pt x="3896" y="5390"/>
                    <a:pt x="3884" y="5459"/>
                  </a:cubicBezTo>
                  <a:cubicBezTo>
                    <a:pt x="3866" y="5562"/>
                    <a:pt x="3827" y="5657"/>
                    <a:pt x="3773" y="5745"/>
                  </a:cubicBezTo>
                  <a:cubicBezTo>
                    <a:pt x="3753" y="5779"/>
                    <a:pt x="3738" y="5815"/>
                    <a:pt x="3720" y="5853"/>
                  </a:cubicBezTo>
                  <a:cubicBezTo>
                    <a:pt x="3663" y="5706"/>
                    <a:pt x="3622" y="5560"/>
                    <a:pt x="3614" y="5405"/>
                  </a:cubicBezTo>
                  <a:cubicBezTo>
                    <a:pt x="3611" y="5353"/>
                    <a:pt x="3604" y="5301"/>
                    <a:pt x="3601" y="5249"/>
                  </a:cubicBezTo>
                  <a:cubicBezTo>
                    <a:pt x="3599" y="5229"/>
                    <a:pt x="3601" y="5208"/>
                    <a:pt x="3604" y="5187"/>
                  </a:cubicBezTo>
                  <a:cubicBezTo>
                    <a:pt x="3614" y="5117"/>
                    <a:pt x="3641" y="5062"/>
                    <a:pt x="3713" y="5031"/>
                  </a:cubicBezTo>
                  <a:cubicBezTo>
                    <a:pt x="3750" y="5015"/>
                    <a:pt x="3779" y="4980"/>
                    <a:pt x="3811" y="4954"/>
                  </a:cubicBezTo>
                  <a:cubicBezTo>
                    <a:pt x="3841" y="5051"/>
                    <a:pt x="3881" y="5149"/>
                    <a:pt x="3899" y="5250"/>
                  </a:cubicBezTo>
                  <a:moveTo>
                    <a:pt x="4564" y="5789"/>
                  </a:moveTo>
                  <a:cubicBezTo>
                    <a:pt x="4494" y="5808"/>
                    <a:pt x="4428" y="5839"/>
                    <a:pt x="4361" y="5868"/>
                  </a:cubicBezTo>
                  <a:cubicBezTo>
                    <a:pt x="4303" y="5894"/>
                    <a:pt x="4246" y="5914"/>
                    <a:pt x="4179" y="5901"/>
                  </a:cubicBezTo>
                  <a:cubicBezTo>
                    <a:pt x="4129" y="5891"/>
                    <a:pt x="4077" y="5891"/>
                    <a:pt x="4016" y="5886"/>
                  </a:cubicBezTo>
                  <a:cubicBezTo>
                    <a:pt x="4075" y="5845"/>
                    <a:pt x="4133" y="5836"/>
                    <a:pt x="4192" y="5828"/>
                  </a:cubicBezTo>
                  <a:cubicBezTo>
                    <a:pt x="4294" y="5816"/>
                    <a:pt x="4394" y="5799"/>
                    <a:pt x="4489" y="5757"/>
                  </a:cubicBezTo>
                  <a:cubicBezTo>
                    <a:pt x="4528" y="5739"/>
                    <a:pt x="4568" y="5722"/>
                    <a:pt x="4607" y="5705"/>
                  </a:cubicBezTo>
                  <a:cubicBezTo>
                    <a:pt x="4697" y="5666"/>
                    <a:pt x="4758" y="5600"/>
                    <a:pt x="4801" y="5515"/>
                  </a:cubicBezTo>
                  <a:cubicBezTo>
                    <a:pt x="4809" y="5500"/>
                    <a:pt x="4817" y="5484"/>
                    <a:pt x="4825" y="5469"/>
                  </a:cubicBezTo>
                  <a:cubicBezTo>
                    <a:pt x="4827" y="5471"/>
                    <a:pt x="4830" y="5472"/>
                    <a:pt x="4832" y="5474"/>
                  </a:cubicBezTo>
                  <a:cubicBezTo>
                    <a:pt x="4780" y="5610"/>
                    <a:pt x="4729" y="5743"/>
                    <a:pt x="4564" y="5788"/>
                  </a:cubicBezTo>
                  <a:lnTo>
                    <a:pt x="4564" y="5789"/>
                  </a:lnTo>
                  <a:moveTo>
                    <a:pt x="4898" y="5250"/>
                  </a:moveTo>
                  <a:cubicBezTo>
                    <a:pt x="4850" y="5338"/>
                    <a:pt x="4801" y="5427"/>
                    <a:pt x="4752" y="5515"/>
                  </a:cubicBezTo>
                  <a:cubicBezTo>
                    <a:pt x="4715" y="5580"/>
                    <a:pt x="4663" y="5629"/>
                    <a:pt x="4595" y="5662"/>
                  </a:cubicBezTo>
                  <a:cubicBezTo>
                    <a:pt x="4458" y="5731"/>
                    <a:pt x="4314" y="5774"/>
                    <a:pt x="4161" y="5791"/>
                  </a:cubicBezTo>
                  <a:cubicBezTo>
                    <a:pt x="4035" y="5805"/>
                    <a:pt x="3935" y="5869"/>
                    <a:pt x="3853" y="5965"/>
                  </a:cubicBezTo>
                  <a:cubicBezTo>
                    <a:pt x="3929" y="5827"/>
                    <a:pt x="4012" y="5699"/>
                    <a:pt x="4174" y="5645"/>
                  </a:cubicBezTo>
                  <a:cubicBezTo>
                    <a:pt x="4367" y="5579"/>
                    <a:pt x="4532" y="5468"/>
                    <a:pt x="4677" y="5325"/>
                  </a:cubicBezTo>
                  <a:cubicBezTo>
                    <a:pt x="4714" y="5288"/>
                    <a:pt x="4746" y="5245"/>
                    <a:pt x="4777" y="5202"/>
                  </a:cubicBezTo>
                  <a:cubicBezTo>
                    <a:pt x="4809" y="5159"/>
                    <a:pt x="4851" y="5133"/>
                    <a:pt x="4898" y="5109"/>
                  </a:cubicBezTo>
                  <a:cubicBezTo>
                    <a:pt x="4902" y="5146"/>
                    <a:pt x="4906" y="5181"/>
                    <a:pt x="4908" y="5216"/>
                  </a:cubicBezTo>
                  <a:cubicBezTo>
                    <a:pt x="4908" y="5227"/>
                    <a:pt x="4903" y="5240"/>
                    <a:pt x="4898" y="5250"/>
                  </a:cubicBezTo>
                  <a:moveTo>
                    <a:pt x="4824" y="3963"/>
                  </a:moveTo>
                  <a:cubicBezTo>
                    <a:pt x="4827" y="3965"/>
                    <a:pt x="4830" y="3968"/>
                    <a:pt x="4833" y="3970"/>
                  </a:cubicBezTo>
                  <a:cubicBezTo>
                    <a:pt x="4812" y="4029"/>
                    <a:pt x="4786" y="4087"/>
                    <a:pt x="4771" y="4148"/>
                  </a:cubicBezTo>
                  <a:cubicBezTo>
                    <a:pt x="4754" y="4220"/>
                    <a:pt x="4742" y="4294"/>
                    <a:pt x="4734" y="4369"/>
                  </a:cubicBezTo>
                  <a:cubicBezTo>
                    <a:pt x="4727" y="4425"/>
                    <a:pt x="4754" y="4456"/>
                    <a:pt x="4817" y="4482"/>
                  </a:cubicBezTo>
                  <a:cubicBezTo>
                    <a:pt x="4869" y="4504"/>
                    <a:pt x="4886" y="4531"/>
                    <a:pt x="4881" y="4586"/>
                  </a:cubicBezTo>
                  <a:cubicBezTo>
                    <a:pt x="4880" y="4594"/>
                    <a:pt x="4878" y="4604"/>
                    <a:pt x="4873" y="4610"/>
                  </a:cubicBezTo>
                  <a:cubicBezTo>
                    <a:pt x="4813" y="4683"/>
                    <a:pt x="4752" y="4755"/>
                    <a:pt x="4693" y="4829"/>
                  </a:cubicBezTo>
                  <a:cubicBezTo>
                    <a:pt x="4640" y="4896"/>
                    <a:pt x="4575" y="4943"/>
                    <a:pt x="4491" y="4964"/>
                  </a:cubicBezTo>
                  <a:cubicBezTo>
                    <a:pt x="4413" y="4983"/>
                    <a:pt x="4346" y="5026"/>
                    <a:pt x="4281" y="5077"/>
                  </a:cubicBezTo>
                  <a:cubicBezTo>
                    <a:pt x="4303" y="5029"/>
                    <a:pt x="4326" y="4980"/>
                    <a:pt x="4349" y="4932"/>
                  </a:cubicBezTo>
                  <a:cubicBezTo>
                    <a:pt x="4354" y="4920"/>
                    <a:pt x="4360" y="4909"/>
                    <a:pt x="4368" y="4898"/>
                  </a:cubicBezTo>
                  <a:cubicBezTo>
                    <a:pt x="4483" y="4734"/>
                    <a:pt x="4533" y="4545"/>
                    <a:pt x="4581" y="4355"/>
                  </a:cubicBezTo>
                  <a:cubicBezTo>
                    <a:pt x="4599" y="4288"/>
                    <a:pt x="4625" y="4226"/>
                    <a:pt x="4667" y="4170"/>
                  </a:cubicBezTo>
                  <a:cubicBezTo>
                    <a:pt x="4708" y="4116"/>
                    <a:pt x="4748" y="4060"/>
                    <a:pt x="4789" y="4005"/>
                  </a:cubicBezTo>
                  <a:cubicBezTo>
                    <a:pt x="4800" y="3991"/>
                    <a:pt x="4812" y="3977"/>
                    <a:pt x="4824" y="3963"/>
                  </a:cubicBezTo>
                  <a:moveTo>
                    <a:pt x="4278" y="4480"/>
                  </a:moveTo>
                  <a:cubicBezTo>
                    <a:pt x="4285" y="4449"/>
                    <a:pt x="4316" y="4423"/>
                    <a:pt x="4338" y="4396"/>
                  </a:cubicBezTo>
                  <a:cubicBezTo>
                    <a:pt x="4430" y="4286"/>
                    <a:pt x="4521" y="4175"/>
                    <a:pt x="4617" y="4068"/>
                  </a:cubicBezTo>
                  <a:cubicBezTo>
                    <a:pt x="4658" y="4023"/>
                    <a:pt x="4712" y="3989"/>
                    <a:pt x="4760" y="3951"/>
                  </a:cubicBezTo>
                  <a:cubicBezTo>
                    <a:pt x="4766" y="3946"/>
                    <a:pt x="4774" y="3944"/>
                    <a:pt x="4780" y="3941"/>
                  </a:cubicBezTo>
                  <a:cubicBezTo>
                    <a:pt x="4730" y="4010"/>
                    <a:pt x="4679" y="4079"/>
                    <a:pt x="4629" y="4148"/>
                  </a:cubicBezTo>
                  <a:cubicBezTo>
                    <a:pt x="4586" y="4206"/>
                    <a:pt x="4559" y="4272"/>
                    <a:pt x="4540" y="4342"/>
                  </a:cubicBezTo>
                  <a:cubicBezTo>
                    <a:pt x="4512" y="4445"/>
                    <a:pt x="4483" y="4547"/>
                    <a:pt x="4449" y="4648"/>
                  </a:cubicBezTo>
                  <a:cubicBezTo>
                    <a:pt x="4433" y="4696"/>
                    <a:pt x="4407" y="4741"/>
                    <a:pt x="4383" y="4786"/>
                  </a:cubicBezTo>
                  <a:cubicBezTo>
                    <a:pt x="4354" y="4840"/>
                    <a:pt x="4322" y="4893"/>
                    <a:pt x="4286" y="4955"/>
                  </a:cubicBezTo>
                  <a:cubicBezTo>
                    <a:pt x="4296" y="4907"/>
                    <a:pt x="4304" y="4868"/>
                    <a:pt x="4313" y="4829"/>
                  </a:cubicBezTo>
                  <a:cubicBezTo>
                    <a:pt x="4332" y="4744"/>
                    <a:pt x="4312" y="4662"/>
                    <a:pt x="4297" y="4580"/>
                  </a:cubicBezTo>
                  <a:cubicBezTo>
                    <a:pt x="4291" y="4546"/>
                    <a:pt x="4271" y="4510"/>
                    <a:pt x="4278" y="4480"/>
                  </a:cubicBezTo>
                  <a:moveTo>
                    <a:pt x="3776" y="5989"/>
                  </a:moveTo>
                  <a:cubicBezTo>
                    <a:pt x="3844" y="5851"/>
                    <a:pt x="3891" y="5704"/>
                    <a:pt x="3979" y="5575"/>
                  </a:cubicBezTo>
                  <a:cubicBezTo>
                    <a:pt x="4052" y="5465"/>
                    <a:pt x="4111" y="5344"/>
                    <a:pt x="4192" y="5240"/>
                  </a:cubicBezTo>
                  <a:cubicBezTo>
                    <a:pt x="4272" y="5137"/>
                    <a:pt x="4365" y="5039"/>
                    <a:pt x="4500" y="5005"/>
                  </a:cubicBezTo>
                  <a:cubicBezTo>
                    <a:pt x="4601" y="4981"/>
                    <a:pt x="4677" y="4924"/>
                    <a:pt x="4737" y="4843"/>
                  </a:cubicBezTo>
                  <a:cubicBezTo>
                    <a:pt x="4768" y="4801"/>
                    <a:pt x="4800" y="4760"/>
                    <a:pt x="4832" y="4719"/>
                  </a:cubicBezTo>
                  <a:cubicBezTo>
                    <a:pt x="4842" y="4706"/>
                    <a:pt x="4853" y="4695"/>
                    <a:pt x="4870" y="4675"/>
                  </a:cubicBezTo>
                  <a:cubicBezTo>
                    <a:pt x="4870" y="4712"/>
                    <a:pt x="4871" y="4740"/>
                    <a:pt x="4870" y="4767"/>
                  </a:cubicBezTo>
                  <a:cubicBezTo>
                    <a:pt x="4869" y="4796"/>
                    <a:pt x="4880" y="4819"/>
                    <a:pt x="4906" y="4831"/>
                  </a:cubicBezTo>
                  <a:cubicBezTo>
                    <a:pt x="4994" y="4873"/>
                    <a:pt x="4995" y="4990"/>
                    <a:pt x="4910" y="5051"/>
                  </a:cubicBezTo>
                  <a:cubicBezTo>
                    <a:pt x="4909" y="5052"/>
                    <a:pt x="4907" y="5053"/>
                    <a:pt x="4905" y="5054"/>
                  </a:cubicBezTo>
                  <a:cubicBezTo>
                    <a:pt x="4818" y="5103"/>
                    <a:pt x="4750" y="5170"/>
                    <a:pt x="4686" y="5248"/>
                  </a:cubicBezTo>
                  <a:cubicBezTo>
                    <a:pt x="4560" y="5402"/>
                    <a:pt x="4397" y="5518"/>
                    <a:pt x="4208" y="5583"/>
                  </a:cubicBezTo>
                  <a:cubicBezTo>
                    <a:pt x="4033" y="5643"/>
                    <a:pt x="3916" y="5755"/>
                    <a:pt x="3831" y="5912"/>
                  </a:cubicBezTo>
                  <a:cubicBezTo>
                    <a:pt x="3806" y="5957"/>
                    <a:pt x="3782" y="6002"/>
                    <a:pt x="3758" y="6046"/>
                  </a:cubicBezTo>
                  <a:cubicBezTo>
                    <a:pt x="3756" y="6046"/>
                    <a:pt x="3754" y="6045"/>
                    <a:pt x="3752" y="6045"/>
                  </a:cubicBezTo>
                  <a:cubicBezTo>
                    <a:pt x="3760" y="6026"/>
                    <a:pt x="3767" y="6007"/>
                    <a:pt x="3776" y="5989"/>
                  </a:cubicBezTo>
                  <a:moveTo>
                    <a:pt x="4758" y="6548"/>
                  </a:moveTo>
                  <a:cubicBezTo>
                    <a:pt x="4767" y="6527"/>
                    <a:pt x="4777" y="6524"/>
                    <a:pt x="4798" y="6535"/>
                  </a:cubicBezTo>
                  <a:cubicBezTo>
                    <a:pt x="4840" y="6558"/>
                    <a:pt x="4883" y="6582"/>
                    <a:pt x="4929" y="6599"/>
                  </a:cubicBezTo>
                  <a:cubicBezTo>
                    <a:pt x="4978" y="6616"/>
                    <a:pt x="5026" y="6605"/>
                    <a:pt x="5074" y="6584"/>
                  </a:cubicBezTo>
                  <a:cubicBezTo>
                    <a:pt x="5237" y="6511"/>
                    <a:pt x="5400" y="6440"/>
                    <a:pt x="5563" y="6369"/>
                  </a:cubicBezTo>
                  <a:cubicBezTo>
                    <a:pt x="5634" y="6339"/>
                    <a:pt x="5707" y="6326"/>
                    <a:pt x="5782" y="6356"/>
                  </a:cubicBezTo>
                  <a:cubicBezTo>
                    <a:pt x="5794" y="6361"/>
                    <a:pt x="5807" y="6365"/>
                    <a:pt x="5820" y="6366"/>
                  </a:cubicBezTo>
                  <a:cubicBezTo>
                    <a:pt x="5889" y="6371"/>
                    <a:pt x="5931" y="6420"/>
                    <a:pt x="5974" y="6466"/>
                  </a:cubicBezTo>
                  <a:cubicBezTo>
                    <a:pt x="5980" y="6472"/>
                    <a:pt x="5982" y="6484"/>
                    <a:pt x="5980" y="6493"/>
                  </a:cubicBezTo>
                  <a:cubicBezTo>
                    <a:pt x="5970" y="6533"/>
                    <a:pt x="5962" y="6576"/>
                    <a:pt x="5945" y="6614"/>
                  </a:cubicBezTo>
                  <a:cubicBezTo>
                    <a:pt x="5898" y="6715"/>
                    <a:pt x="5845" y="6814"/>
                    <a:pt x="5796" y="6914"/>
                  </a:cubicBezTo>
                  <a:cubicBezTo>
                    <a:pt x="5761" y="6985"/>
                    <a:pt x="5715" y="7045"/>
                    <a:pt x="5653" y="7094"/>
                  </a:cubicBezTo>
                  <a:cubicBezTo>
                    <a:pt x="5497" y="7216"/>
                    <a:pt x="5331" y="7319"/>
                    <a:pt x="5143" y="7386"/>
                  </a:cubicBezTo>
                  <a:cubicBezTo>
                    <a:pt x="4966" y="7449"/>
                    <a:pt x="4790" y="7517"/>
                    <a:pt x="4605" y="7555"/>
                  </a:cubicBezTo>
                  <a:cubicBezTo>
                    <a:pt x="4474" y="7582"/>
                    <a:pt x="4342" y="7605"/>
                    <a:pt x="4219" y="7659"/>
                  </a:cubicBezTo>
                  <a:cubicBezTo>
                    <a:pt x="4188" y="7673"/>
                    <a:pt x="4159" y="7688"/>
                    <a:pt x="4125" y="7705"/>
                  </a:cubicBezTo>
                  <a:cubicBezTo>
                    <a:pt x="4229" y="7504"/>
                    <a:pt x="4275" y="7288"/>
                    <a:pt x="4339" y="7078"/>
                  </a:cubicBezTo>
                  <a:cubicBezTo>
                    <a:pt x="4374" y="6963"/>
                    <a:pt x="4434" y="6868"/>
                    <a:pt x="4521" y="6789"/>
                  </a:cubicBezTo>
                  <a:cubicBezTo>
                    <a:pt x="4572" y="6742"/>
                    <a:pt x="4625" y="6697"/>
                    <a:pt x="4680" y="6654"/>
                  </a:cubicBezTo>
                  <a:cubicBezTo>
                    <a:pt x="4718" y="6626"/>
                    <a:pt x="4740" y="6589"/>
                    <a:pt x="4758" y="6548"/>
                  </a:cubicBezTo>
                  <a:moveTo>
                    <a:pt x="3817" y="7677"/>
                  </a:moveTo>
                  <a:cubicBezTo>
                    <a:pt x="3853" y="7521"/>
                    <a:pt x="3880" y="7363"/>
                    <a:pt x="3942" y="7214"/>
                  </a:cubicBezTo>
                  <a:cubicBezTo>
                    <a:pt x="3977" y="7128"/>
                    <a:pt x="4017" y="7046"/>
                    <a:pt x="4089" y="6982"/>
                  </a:cubicBezTo>
                  <a:cubicBezTo>
                    <a:pt x="4126" y="6949"/>
                    <a:pt x="4168" y="6929"/>
                    <a:pt x="4217" y="6926"/>
                  </a:cubicBezTo>
                  <a:cubicBezTo>
                    <a:pt x="4272" y="6923"/>
                    <a:pt x="4316" y="6902"/>
                    <a:pt x="4355" y="6861"/>
                  </a:cubicBezTo>
                  <a:cubicBezTo>
                    <a:pt x="4434" y="6777"/>
                    <a:pt x="4515" y="6693"/>
                    <a:pt x="4599" y="6612"/>
                  </a:cubicBezTo>
                  <a:cubicBezTo>
                    <a:pt x="4628" y="6584"/>
                    <a:pt x="4668" y="6566"/>
                    <a:pt x="4703" y="6543"/>
                  </a:cubicBezTo>
                  <a:cubicBezTo>
                    <a:pt x="4706" y="6547"/>
                    <a:pt x="4709" y="6551"/>
                    <a:pt x="4712" y="6555"/>
                  </a:cubicBezTo>
                  <a:cubicBezTo>
                    <a:pt x="4692" y="6577"/>
                    <a:pt x="4672" y="6601"/>
                    <a:pt x="4650" y="6621"/>
                  </a:cubicBezTo>
                  <a:cubicBezTo>
                    <a:pt x="4588" y="6677"/>
                    <a:pt x="4522" y="6729"/>
                    <a:pt x="4462" y="6787"/>
                  </a:cubicBezTo>
                  <a:cubicBezTo>
                    <a:pt x="4382" y="6863"/>
                    <a:pt x="4330" y="6955"/>
                    <a:pt x="4299" y="7062"/>
                  </a:cubicBezTo>
                  <a:cubicBezTo>
                    <a:pt x="4256" y="7214"/>
                    <a:pt x="4206" y="7365"/>
                    <a:pt x="4160" y="7517"/>
                  </a:cubicBezTo>
                  <a:cubicBezTo>
                    <a:pt x="4130" y="7615"/>
                    <a:pt x="4079" y="7700"/>
                    <a:pt x="4002" y="7768"/>
                  </a:cubicBezTo>
                  <a:cubicBezTo>
                    <a:pt x="3925" y="7837"/>
                    <a:pt x="3847" y="7904"/>
                    <a:pt x="3770" y="7972"/>
                  </a:cubicBezTo>
                  <a:cubicBezTo>
                    <a:pt x="3765" y="7970"/>
                    <a:pt x="3761" y="7968"/>
                    <a:pt x="3757" y="7966"/>
                  </a:cubicBezTo>
                  <a:cubicBezTo>
                    <a:pt x="3777" y="7870"/>
                    <a:pt x="3795" y="7773"/>
                    <a:pt x="3817" y="7677"/>
                  </a:cubicBezTo>
                  <a:moveTo>
                    <a:pt x="6037" y="7889"/>
                  </a:moveTo>
                  <a:cubicBezTo>
                    <a:pt x="6018" y="7913"/>
                    <a:pt x="5997" y="7936"/>
                    <a:pt x="5987" y="7964"/>
                  </a:cubicBezTo>
                  <a:cubicBezTo>
                    <a:pt x="5939" y="8093"/>
                    <a:pt x="5839" y="8174"/>
                    <a:pt x="5733" y="8249"/>
                  </a:cubicBezTo>
                  <a:cubicBezTo>
                    <a:pt x="5673" y="8292"/>
                    <a:pt x="5611" y="8334"/>
                    <a:pt x="5533" y="8339"/>
                  </a:cubicBezTo>
                  <a:cubicBezTo>
                    <a:pt x="5517" y="8340"/>
                    <a:pt x="5500" y="8340"/>
                    <a:pt x="5486" y="8335"/>
                  </a:cubicBezTo>
                  <a:cubicBezTo>
                    <a:pt x="5444" y="8321"/>
                    <a:pt x="5403" y="8302"/>
                    <a:pt x="5361" y="8286"/>
                  </a:cubicBezTo>
                  <a:cubicBezTo>
                    <a:pt x="5316" y="8269"/>
                    <a:pt x="5270" y="8253"/>
                    <a:pt x="5224" y="8238"/>
                  </a:cubicBezTo>
                  <a:cubicBezTo>
                    <a:pt x="5197" y="8229"/>
                    <a:pt x="5172" y="8220"/>
                    <a:pt x="5154" y="8195"/>
                  </a:cubicBezTo>
                  <a:cubicBezTo>
                    <a:pt x="5123" y="8153"/>
                    <a:pt x="5081" y="8124"/>
                    <a:pt x="5033" y="8103"/>
                  </a:cubicBezTo>
                  <a:cubicBezTo>
                    <a:pt x="4948" y="8067"/>
                    <a:pt x="4865" y="8026"/>
                    <a:pt x="4780" y="7991"/>
                  </a:cubicBezTo>
                  <a:cubicBezTo>
                    <a:pt x="4685" y="7951"/>
                    <a:pt x="4586" y="7929"/>
                    <a:pt x="4481" y="7936"/>
                  </a:cubicBezTo>
                  <a:cubicBezTo>
                    <a:pt x="4383" y="7942"/>
                    <a:pt x="4284" y="7947"/>
                    <a:pt x="4185" y="7950"/>
                  </a:cubicBezTo>
                  <a:cubicBezTo>
                    <a:pt x="4031" y="7954"/>
                    <a:pt x="3891" y="8004"/>
                    <a:pt x="3758" y="8077"/>
                  </a:cubicBezTo>
                  <a:cubicBezTo>
                    <a:pt x="3749" y="8082"/>
                    <a:pt x="3739" y="8087"/>
                    <a:pt x="3729" y="8092"/>
                  </a:cubicBezTo>
                  <a:cubicBezTo>
                    <a:pt x="3727" y="8090"/>
                    <a:pt x="3724" y="8088"/>
                    <a:pt x="3722" y="8085"/>
                  </a:cubicBezTo>
                  <a:cubicBezTo>
                    <a:pt x="3740" y="8063"/>
                    <a:pt x="3754" y="8036"/>
                    <a:pt x="3776" y="8019"/>
                  </a:cubicBezTo>
                  <a:cubicBezTo>
                    <a:pt x="3878" y="7939"/>
                    <a:pt x="3981" y="7861"/>
                    <a:pt x="4086" y="7785"/>
                  </a:cubicBezTo>
                  <a:cubicBezTo>
                    <a:pt x="4206" y="7698"/>
                    <a:pt x="4343" y="7648"/>
                    <a:pt x="4488" y="7623"/>
                  </a:cubicBezTo>
                  <a:cubicBezTo>
                    <a:pt x="4629" y="7599"/>
                    <a:pt x="4764" y="7554"/>
                    <a:pt x="4902" y="7520"/>
                  </a:cubicBezTo>
                  <a:cubicBezTo>
                    <a:pt x="5126" y="7464"/>
                    <a:pt x="5349" y="7464"/>
                    <a:pt x="5570" y="7554"/>
                  </a:cubicBezTo>
                  <a:cubicBezTo>
                    <a:pt x="5724" y="7617"/>
                    <a:pt x="5865" y="7701"/>
                    <a:pt x="6004" y="7790"/>
                  </a:cubicBezTo>
                  <a:cubicBezTo>
                    <a:pt x="6016" y="7798"/>
                    <a:pt x="6028" y="7806"/>
                    <a:pt x="6037" y="7816"/>
                  </a:cubicBezTo>
                  <a:cubicBezTo>
                    <a:pt x="6057" y="7837"/>
                    <a:pt x="6055" y="7867"/>
                    <a:pt x="6037" y="7889"/>
                  </a:cubicBezTo>
                  <a:moveTo>
                    <a:pt x="7153" y="7649"/>
                  </a:moveTo>
                  <a:cubicBezTo>
                    <a:pt x="7104" y="7672"/>
                    <a:pt x="7052" y="7670"/>
                    <a:pt x="7001" y="7649"/>
                  </a:cubicBezTo>
                  <a:cubicBezTo>
                    <a:pt x="6905" y="7608"/>
                    <a:pt x="6803" y="7601"/>
                    <a:pt x="6703" y="7609"/>
                  </a:cubicBezTo>
                  <a:cubicBezTo>
                    <a:pt x="6632" y="7615"/>
                    <a:pt x="6568" y="7650"/>
                    <a:pt x="6520" y="7711"/>
                  </a:cubicBezTo>
                  <a:cubicBezTo>
                    <a:pt x="6501" y="7737"/>
                    <a:pt x="6468" y="7759"/>
                    <a:pt x="6437" y="7768"/>
                  </a:cubicBezTo>
                  <a:cubicBezTo>
                    <a:pt x="6372" y="7786"/>
                    <a:pt x="6303" y="7794"/>
                    <a:pt x="6236" y="7808"/>
                  </a:cubicBezTo>
                  <a:cubicBezTo>
                    <a:pt x="6190" y="7818"/>
                    <a:pt x="6144" y="7831"/>
                    <a:pt x="6095" y="7843"/>
                  </a:cubicBezTo>
                  <a:cubicBezTo>
                    <a:pt x="6093" y="7794"/>
                    <a:pt x="6055" y="7771"/>
                    <a:pt x="6019" y="7747"/>
                  </a:cubicBezTo>
                  <a:cubicBezTo>
                    <a:pt x="5875" y="7652"/>
                    <a:pt x="5728" y="7564"/>
                    <a:pt x="5565" y="7506"/>
                  </a:cubicBezTo>
                  <a:cubicBezTo>
                    <a:pt x="5436" y="7460"/>
                    <a:pt x="5304" y="7429"/>
                    <a:pt x="5166" y="7442"/>
                  </a:cubicBezTo>
                  <a:cubicBezTo>
                    <a:pt x="5156" y="7443"/>
                    <a:pt x="5146" y="7443"/>
                    <a:pt x="5136" y="7443"/>
                  </a:cubicBezTo>
                  <a:cubicBezTo>
                    <a:pt x="5135" y="7443"/>
                    <a:pt x="5133" y="7441"/>
                    <a:pt x="5130" y="7438"/>
                  </a:cubicBezTo>
                  <a:cubicBezTo>
                    <a:pt x="5183" y="7426"/>
                    <a:pt x="5234" y="7411"/>
                    <a:pt x="5285" y="7403"/>
                  </a:cubicBezTo>
                  <a:cubicBezTo>
                    <a:pt x="5411" y="7384"/>
                    <a:pt x="5536" y="7365"/>
                    <a:pt x="5662" y="7352"/>
                  </a:cubicBezTo>
                  <a:cubicBezTo>
                    <a:pt x="5748" y="7343"/>
                    <a:pt x="5834" y="7338"/>
                    <a:pt x="5919" y="7340"/>
                  </a:cubicBezTo>
                  <a:cubicBezTo>
                    <a:pt x="5978" y="7341"/>
                    <a:pt x="6038" y="7353"/>
                    <a:pt x="6095" y="7369"/>
                  </a:cubicBezTo>
                  <a:cubicBezTo>
                    <a:pt x="6242" y="7408"/>
                    <a:pt x="6385" y="7465"/>
                    <a:pt x="6539" y="7467"/>
                  </a:cubicBezTo>
                  <a:cubicBezTo>
                    <a:pt x="6655" y="7469"/>
                    <a:pt x="6772" y="7468"/>
                    <a:pt x="6887" y="7458"/>
                  </a:cubicBezTo>
                  <a:cubicBezTo>
                    <a:pt x="6989" y="7450"/>
                    <a:pt x="7082" y="7464"/>
                    <a:pt x="7170" y="7515"/>
                  </a:cubicBezTo>
                  <a:cubicBezTo>
                    <a:pt x="7212" y="7539"/>
                    <a:pt x="7256" y="7559"/>
                    <a:pt x="7309" y="7559"/>
                  </a:cubicBezTo>
                  <a:cubicBezTo>
                    <a:pt x="7257" y="7590"/>
                    <a:pt x="7207" y="7624"/>
                    <a:pt x="7153" y="7650"/>
                  </a:cubicBezTo>
                  <a:lnTo>
                    <a:pt x="7153" y="7649"/>
                  </a:lnTo>
                  <a:moveTo>
                    <a:pt x="7289" y="7520"/>
                  </a:moveTo>
                  <a:cubicBezTo>
                    <a:pt x="7275" y="7518"/>
                    <a:pt x="7262" y="7512"/>
                    <a:pt x="7249" y="7506"/>
                  </a:cubicBezTo>
                  <a:cubicBezTo>
                    <a:pt x="7205" y="7485"/>
                    <a:pt x="7161" y="7463"/>
                    <a:pt x="7118" y="7442"/>
                  </a:cubicBezTo>
                  <a:cubicBezTo>
                    <a:pt x="7040" y="7402"/>
                    <a:pt x="6956" y="7415"/>
                    <a:pt x="6874" y="7416"/>
                  </a:cubicBezTo>
                  <a:cubicBezTo>
                    <a:pt x="6801" y="7417"/>
                    <a:pt x="6728" y="7427"/>
                    <a:pt x="6656" y="7427"/>
                  </a:cubicBezTo>
                  <a:cubicBezTo>
                    <a:pt x="6526" y="7429"/>
                    <a:pt x="6398" y="7417"/>
                    <a:pt x="6274" y="7374"/>
                  </a:cubicBezTo>
                  <a:cubicBezTo>
                    <a:pt x="6192" y="7345"/>
                    <a:pt x="6107" y="7321"/>
                    <a:pt x="6022" y="7305"/>
                  </a:cubicBezTo>
                  <a:cubicBezTo>
                    <a:pt x="5902" y="7282"/>
                    <a:pt x="5780" y="7295"/>
                    <a:pt x="5659" y="7308"/>
                  </a:cubicBezTo>
                  <a:cubicBezTo>
                    <a:pt x="5574" y="7317"/>
                    <a:pt x="5490" y="7327"/>
                    <a:pt x="5406" y="7336"/>
                  </a:cubicBezTo>
                  <a:cubicBezTo>
                    <a:pt x="5397" y="7337"/>
                    <a:pt x="5388" y="7336"/>
                    <a:pt x="5370" y="7336"/>
                  </a:cubicBezTo>
                  <a:cubicBezTo>
                    <a:pt x="5419" y="7306"/>
                    <a:pt x="5462" y="7282"/>
                    <a:pt x="5503" y="7254"/>
                  </a:cubicBezTo>
                  <a:cubicBezTo>
                    <a:pt x="5565" y="7212"/>
                    <a:pt x="5626" y="7168"/>
                    <a:pt x="5686" y="7123"/>
                  </a:cubicBezTo>
                  <a:cubicBezTo>
                    <a:pt x="5751" y="7073"/>
                    <a:pt x="5797" y="7008"/>
                    <a:pt x="5834" y="6935"/>
                  </a:cubicBezTo>
                  <a:cubicBezTo>
                    <a:pt x="5883" y="6835"/>
                    <a:pt x="5935" y="6737"/>
                    <a:pt x="5982" y="6637"/>
                  </a:cubicBezTo>
                  <a:cubicBezTo>
                    <a:pt x="6003" y="6592"/>
                    <a:pt x="6016" y="6542"/>
                    <a:pt x="6033" y="6492"/>
                  </a:cubicBezTo>
                  <a:cubicBezTo>
                    <a:pt x="6073" y="6482"/>
                    <a:pt x="6119" y="6473"/>
                    <a:pt x="6164" y="6459"/>
                  </a:cubicBezTo>
                  <a:cubicBezTo>
                    <a:pt x="6188" y="6452"/>
                    <a:pt x="6200" y="6460"/>
                    <a:pt x="6210" y="6481"/>
                  </a:cubicBezTo>
                  <a:cubicBezTo>
                    <a:pt x="6221" y="6505"/>
                    <a:pt x="6234" y="6529"/>
                    <a:pt x="6245" y="6554"/>
                  </a:cubicBezTo>
                  <a:cubicBezTo>
                    <a:pt x="6283" y="6638"/>
                    <a:pt x="6347" y="6685"/>
                    <a:pt x="6437" y="6704"/>
                  </a:cubicBezTo>
                  <a:cubicBezTo>
                    <a:pt x="6503" y="6718"/>
                    <a:pt x="6570" y="6738"/>
                    <a:pt x="6633" y="6763"/>
                  </a:cubicBezTo>
                  <a:cubicBezTo>
                    <a:pt x="6696" y="6787"/>
                    <a:pt x="6715" y="6831"/>
                    <a:pt x="6704" y="6898"/>
                  </a:cubicBezTo>
                  <a:cubicBezTo>
                    <a:pt x="6679" y="7054"/>
                    <a:pt x="6750" y="7152"/>
                    <a:pt x="6919" y="7186"/>
                  </a:cubicBezTo>
                  <a:cubicBezTo>
                    <a:pt x="6969" y="7196"/>
                    <a:pt x="7020" y="7198"/>
                    <a:pt x="7071" y="7205"/>
                  </a:cubicBezTo>
                  <a:cubicBezTo>
                    <a:pt x="7197" y="7222"/>
                    <a:pt x="7287" y="7308"/>
                    <a:pt x="7310" y="7433"/>
                  </a:cubicBezTo>
                  <a:cubicBezTo>
                    <a:pt x="7314" y="7450"/>
                    <a:pt x="7315" y="7468"/>
                    <a:pt x="7319" y="7485"/>
                  </a:cubicBezTo>
                  <a:cubicBezTo>
                    <a:pt x="7326" y="7512"/>
                    <a:pt x="7313" y="7522"/>
                    <a:pt x="7289" y="7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6715005" y="1064630"/>
              <a:ext cx="194760" cy="270000"/>
            </a:xfrm>
            <a:custGeom>
              <a:avLst/>
              <a:gdLst/>
              <a:ahLst/>
              <a:cxnLst/>
              <a:rect l="l" t="t" r="r" b="b"/>
              <a:pathLst>
                <a:path w="541" h="750" extrusionOk="0">
                  <a:moveTo>
                    <a:pt x="121" y="568"/>
                  </a:moveTo>
                  <a:cubicBezTo>
                    <a:pt x="139" y="561"/>
                    <a:pt x="157" y="550"/>
                    <a:pt x="174" y="542"/>
                  </a:cubicBezTo>
                  <a:cubicBezTo>
                    <a:pt x="174" y="581"/>
                    <a:pt x="171" y="619"/>
                    <a:pt x="175" y="656"/>
                  </a:cubicBezTo>
                  <a:cubicBezTo>
                    <a:pt x="178" y="696"/>
                    <a:pt x="193" y="732"/>
                    <a:pt x="235" y="745"/>
                  </a:cubicBezTo>
                  <a:cubicBezTo>
                    <a:pt x="280" y="758"/>
                    <a:pt x="320" y="744"/>
                    <a:pt x="351" y="710"/>
                  </a:cubicBezTo>
                  <a:cubicBezTo>
                    <a:pt x="396" y="662"/>
                    <a:pt x="425" y="607"/>
                    <a:pt x="431" y="540"/>
                  </a:cubicBezTo>
                  <a:cubicBezTo>
                    <a:pt x="432" y="530"/>
                    <a:pt x="442" y="518"/>
                    <a:pt x="451" y="514"/>
                  </a:cubicBezTo>
                  <a:cubicBezTo>
                    <a:pt x="496" y="494"/>
                    <a:pt x="523" y="461"/>
                    <a:pt x="533" y="415"/>
                  </a:cubicBezTo>
                  <a:cubicBezTo>
                    <a:pt x="540" y="383"/>
                    <a:pt x="541" y="350"/>
                    <a:pt x="541" y="318"/>
                  </a:cubicBezTo>
                  <a:cubicBezTo>
                    <a:pt x="542" y="244"/>
                    <a:pt x="469" y="174"/>
                    <a:pt x="398" y="176"/>
                  </a:cubicBezTo>
                  <a:cubicBezTo>
                    <a:pt x="398" y="150"/>
                    <a:pt x="401" y="123"/>
                    <a:pt x="397" y="98"/>
                  </a:cubicBezTo>
                  <a:cubicBezTo>
                    <a:pt x="386" y="15"/>
                    <a:pt x="346" y="-16"/>
                    <a:pt x="268" y="9"/>
                  </a:cubicBezTo>
                  <a:cubicBezTo>
                    <a:pt x="151" y="45"/>
                    <a:pt x="100" y="121"/>
                    <a:pt x="103" y="241"/>
                  </a:cubicBezTo>
                  <a:cubicBezTo>
                    <a:pt x="72" y="270"/>
                    <a:pt x="39" y="288"/>
                    <a:pt x="26" y="315"/>
                  </a:cubicBezTo>
                  <a:cubicBezTo>
                    <a:pt x="-4" y="382"/>
                    <a:pt x="-9" y="455"/>
                    <a:pt x="16" y="525"/>
                  </a:cubicBezTo>
                  <a:cubicBezTo>
                    <a:pt x="33" y="575"/>
                    <a:pt x="72" y="588"/>
                    <a:pt x="121" y="568"/>
                  </a:cubicBezTo>
                  <a:moveTo>
                    <a:pt x="389" y="527"/>
                  </a:moveTo>
                  <a:cubicBezTo>
                    <a:pt x="384" y="582"/>
                    <a:pt x="364" y="630"/>
                    <a:pt x="327" y="671"/>
                  </a:cubicBezTo>
                  <a:cubicBezTo>
                    <a:pt x="307" y="694"/>
                    <a:pt x="285" y="714"/>
                    <a:pt x="252" y="705"/>
                  </a:cubicBezTo>
                  <a:cubicBezTo>
                    <a:pt x="220" y="697"/>
                    <a:pt x="218" y="666"/>
                    <a:pt x="213" y="640"/>
                  </a:cubicBezTo>
                  <a:cubicBezTo>
                    <a:pt x="212" y="631"/>
                    <a:pt x="211" y="623"/>
                    <a:pt x="210" y="616"/>
                  </a:cubicBezTo>
                  <a:cubicBezTo>
                    <a:pt x="213" y="567"/>
                    <a:pt x="218" y="519"/>
                    <a:pt x="264" y="492"/>
                  </a:cubicBezTo>
                  <a:cubicBezTo>
                    <a:pt x="288" y="479"/>
                    <a:pt x="315" y="471"/>
                    <a:pt x="342" y="465"/>
                  </a:cubicBezTo>
                  <a:cubicBezTo>
                    <a:pt x="359" y="462"/>
                    <a:pt x="391" y="506"/>
                    <a:pt x="389" y="527"/>
                  </a:cubicBezTo>
                  <a:moveTo>
                    <a:pt x="421" y="220"/>
                  </a:moveTo>
                  <a:cubicBezTo>
                    <a:pt x="451" y="245"/>
                    <a:pt x="499" y="258"/>
                    <a:pt x="497" y="312"/>
                  </a:cubicBezTo>
                  <a:cubicBezTo>
                    <a:pt x="496" y="373"/>
                    <a:pt x="506" y="439"/>
                    <a:pt x="431" y="474"/>
                  </a:cubicBezTo>
                  <a:cubicBezTo>
                    <a:pt x="412" y="441"/>
                    <a:pt x="390" y="418"/>
                    <a:pt x="353" y="412"/>
                  </a:cubicBezTo>
                  <a:cubicBezTo>
                    <a:pt x="343" y="411"/>
                    <a:pt x="331" y="397"/>
                    <a:pt x="327" y="387"/>
                  </a:cubicBezTo>
                  <a:cubicBezTo>
                    <a:pt x="295" y="318"/>
                    <a:pt x="295" y="318"/>
                    <a:pt x="357" y="269"/>
                  </a:cubicBezTo>
                  <a:cubicBezTo>
                    <a:pt x="377" y="253"/>
                    <a:pt x="398" y="238"/>
                    <a:pt x="421" y="220"/>
                  </a:cubicBezTo>
                  <a:moveTo>
                    <a:pt x="247" y="62"/>
                  </a:moveTo>
                  <a:cubicBezTo>
                    <a:pt x="252" y="59"/>
                    <a:pt x="257" y="57"/>
                    <a:pt x="262" y="55"/>
                  </a:cubicBezTo>
                  <a:cubicBezTo>
                    <a:pt x="331" y="27"/>
                    <a:pt x="360" y="48"/>
                    <a:pt x="359" y="123"/>
                  </a:cubicBezTo>
                  <a:cubicBezTo>
                    <a:pt x="358" y="189"/>
                    <a:pt x="293" y="284"/>
                    <a:pt x="231" y="308"/>
                  </a:cubicBezTo>
                  <a:cubicBezTo>
                    <a:pt x="203" y="319"/>
                    <a:pt x="177" y="311"/>
                    <a:pt x="163" y="283"/>
                  </a:cubicBezTo>
                  <a:cubicBezTo>
                    <a:pt x="119" y="198"/>
                    <a:pt x="150" y="117"/>
                    <a:pt x="247" y="62"/>
                  </a:cubicBezTo>
                  <a:moveTo>
                    <a:pt x="58" y="341"/>
                  </a:moveTo>
                  <a:cubicBezTo>
                    <a:pt x="59" y="329"/>
                    <a:pt x="72" y="318"/>
                    <a:pt x="82" y="308"/>
                  </a:cubicBezTo>
                  <a:cubicBezTo>
                    <a:pt x="97" y="294"/>
                    <a:pt x="114" y="292"/>
                    <a:pt x="126" y="312"/>
                  </a:cubicBezTo>
                  <a:cubicBezTo>
                    <a:pt x="157" y="358"/>
                    <a:pt x="200" y="364"/>
                    <a:pt x="252" y="349"/>
                  </a:cubicBezTo>
                  <a:cubicBezTo>
                    <a:pt x="256" y="358"/>
                    <a:pt x="258" y="365"/>
                    <a:pt x="261" y="372"/>
                  </a:cubicBezTo>
                  <a:cubicBezTo>
                    <a:pt x="281" y="418"/>
                    <a:pt x="281" y="417"/>
                    <a:pt x="237" y="445"/>
                  </a:cubicBezTo>
                  <a:cubicBezTo>
                    <a:pt x="197" y="470"/>
                    <a:pt x="158" y="498"/>
                    <a:pt x="117" y="522"/>
                  </a:cubicBezTo>
                  <a:cubicBezTo>
                    <a:pt x="78" y="545"/>
                    <a:pt x="55" y="537"/>
                    <a:pt x="51" y="492"/>
                  </a:cubicBezTo>
                  <a:cubicBezTo>
                    <a:pt x="46" y="442"/>
                    <a:pt x="53" y="391"/>
                    <a:pt x="58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7013085" y="1112510"/>
              <a:ext cx="162360" cy="216360"/>
            </a:xfrm>
            <a:custGeom>
              <a:avLst/>
              <a:gdLst/>
              <a:ahLst/>
              <a:cxnLst/>
              <a:rect l="l" t="t" r="r" b="b"/>
              <a:pathLst>
                <a:path w="451" h="601" extrusionOk="0">
                  <a:moveTo>
                    <a:pt x="319" y="23"/>
                  </a:moveTo>
                  <a:cubicBezTo>
                    <a:pt x="285" y="65"/>
                    <a:pt x="252" y="107"/>
                    <a:pt x="221" y="147"/>
                  </a:cubicBezTo>
                  <a:cubicBezTo>
                    <a:pt x="211" y="130"/>
                    <a:pt x="199" y="106"/>
                    <a:pt x="185" y="84"/>
                  </a:cubicBezTo>
                  <a:cubicBezTo>
                    <a:pt x="180" y="76"/>
                    <a:pt x="172" y="67"/>
                    <a:pt x="165" y="67"/>
                  </a:cubicBezTo>
                  <a:cubicBezTo>
                    <a:pt x="119" y="63"/>
                    <a:pt x="77" y="72"/>
                    <a:pt x="50" y="113"/>
                  </a:cubicBezTo>
                  <a:cubicBezTo>
                    <a:pt x="9" y="172"/>
                    <a:pt x="-6" y="239"/>
                    <a:pt x="2" y="308"/>
                  </a:cubicBezTo>
                  <a:cubicBezTo>
                    <a:pt x="10" y="372"/>
                    <a:pt x="68" y="397"/>
                    <a:pt x="124" y="365"/>
                  </a:cubicBezTo>
                  <a:cubicBezTo>
                    <a:pt x="130" y="361"/>
                    <a:pt x="135" y="358"/>
                    <a:pt x="141" y="355"/>
                  </a:cubicBezTo>
                  <a:cubicBezTo>
                    <a:pt x="143" y="357"/>
                    <a:pt x="145" y="359"/>
                    <a:pt x="147" y="361"/>
                  </a:cubicBezTo>
                  <a:cubicBezTo>
                    <a:pt x="137" y="378"/>
                    <a:pt x="127" y="395"/>
                    <a:pt x="117" y="413"/>
                  </a:cubicBezTo>
                  <a:cubicBezTo>
                    <a:pt x="85" y="471"/>
                    <a:pt x="91" y="535"/>
                    <a:pt x="131" y="569"/>
                  </a:cubicBezTo>
                  <a:cubicBezTo>
                    <a:pt x="175" y="606"/>
                    <a:pt x="276" y="613"/>
                    <a:pt x="323" y="579"/>
                  </a:cubicBezTo>
                  <a:cubicBezTo>
                    <a:pt x="338" y="569"/>
                    <a:pt x="351" y="552"/>
                    <a:pt x="358" y="535"/>
                  </a:cubicBezTo>
                  <a:cubicBezTo>
                    <a:pt x="385" y="469"/>
                    <a:pt x="344" y="385"/>
                    <a:pt x="274" y="360"/>
                  </a:cubicBezTo>
                  <a:cubicBezTo>
                    <a:pt x="240" y="347"/>
                    <a:pt x="203" y="340"/>
                    <a:pt x="168" y="331"/>
                  </a:cubicBezTo>
                  <a:cubicBezTo>
                    <a:pt x="183" y="304"/>
                    <a:pt x="199" y="278"/>
                    <a:pt x="215" y="251"/>
                  </a:cubicBezTo>
                  <a:cubicBezTo>
                    <a:pt x="218" y="254"/>
                    <a:pt x="221" y="256"/>
                    <a:pt x="222" y="259"/>
                  </a:cubicBezTo>
                  <a:cubicBezTo>
                    <a:pt x="242" y="309"/>
                    <a:pt x="286" y="323"/>
                    <a:pt x="333" y="324"/>
                  </a:cubicBezTo>
                  <a:cubicBezTo>
                    <a:pt x="381" y="324"/>
                    <a:pt x="416" y="296"/>
                    <a:pt x="432" y="251"/>
                  </a:cubicBezTo>
                  <a:cubicBezTo>
                    <a:pt x="460" y="171"/>
                    <a:pt x="458" y="91"/>
                    <a:pt x="417" y="15"/>
                  </a:cubicBezTo>
                  <a:cubicBezTo>
                    <a:pt x="414" y="9"/>
                    <a:pt x="407" y="3"/>
                    <a:pt x="400" y="2"/>
                  </a:cubicBezTo>
                  <a:cubicBezTo>
                    <a:pt x="371" y="-2"/>
                    <a:pt x="340" y="-2"/>
                    <a:pt x="319" y="24"/>
                  </a:cubicBezTo>
                  <a:lnTo>
                    <a:pt x="319" y="23"/>
                  </a:lnTo>
                  <a:moveTo>
                    <a:pt x="174" y="398"/>
                  </a:moveTo>
                  <a:cubicBezTo>
                    <a:pt x="177" y="392"/>
                    <a:pt x="185" y="387"/>
                    <a:pt x="192" y="386"/>
                  </a:cubicBezTo>
                  <a:cubicBezTo>
                    <a:pt x="255" y="373"/>
                    <a:pt x="326" y="435"/>
                    <a:pt x="322" y="499"/>
                  </a:cubicBezTo>
                  <a:cubicBezTo>
                    <a:pt x="320" y="530"/>
                    <a:pt x="304" y="548"/>
                    <a:pt x="275" y="554"/>
                  </a:cubicBezTo>
                  <a:cubicBezTo>
                    <a:pt x="261" y="557"/>
                    <a:pt x="247" y="557"/>
                    <a:pt x="228" y="558"/>
                  </a:cubicBezTo>
                  <a:cubicBezTo>
                    <a:pt x="217" y="556"/>
                    <a:pt x="200" y="556"/>
                    <a:pt x="185" y="551"/>
                  </a:cubicBezTo>
                  <a:cubicBezTo>
                    <a:pt x="147" y="539"/>
                    <a:pt x="129" y="512"/>
                    <a:pt x="139" y="474"/>
                  </a:cubicBezTo>
                  <a:cubicBezTo>
                    <a:pt x="146" y="447"/>
                    <a:pt x="161" y="423"/>
                    <a:pt x="174" y="398"/>
                  </a:cubicBezTo>
                  <a:moveTo>
                    <a:pt x="181" y="192"/>
                  </a:moveTo>
                  <a:cubicBezTo>
                    <a:pt x="175" y="240"/>
                    <a:pt x="155" y="282"/>
                    <a:pt x="118" y="313"/>
                  </a:cubicBezTo>
                  <a:cubicBezTo>
                    <a:pt x="104" y="325"/>
                    <a:pt x="78" y="336"/>
                    <a:pt x="65" y="330"/>
                  </a:cubicBezTo>
                  <a:cubicBezTo>
                    <a:pt x="50" y="325"/>
                    <a:pt x="44" y="299"/>
                    <a:pt x="34" y="281"/>
                  </a:cubicBezTo>
                  <a:cubicBezTo>
                    <a:pt x="47" y="237"/>
                    <a:pt x="56" y="195"/>
                    <a:pt x="71" y="156"/>
                  </a:cubicBezTo>
                  <a:cubicBezTo>
                    <a:pt x="85" y="121"/>
                    <a:pt x="120" y="100"/>
                    <a:pt x="141" y="107"/>
                  </a:cubicBezTo>
                  <a:cubicBezTo>
                    <a:pt x="160" y="113"/>
                    <a:pt x="184" y="164"/>
                    <a:pt x="181" y="192"/>
                  </a:cubicBezTo>
                  <a:moveTo>
                    <a:pt x="398" y="81"/>
                  </a:moveTo>
                  <a:cubicBezTo>
                    <a:pt x="404" y="104"/>
                    <a:pt x="405" y="128"/>
                    <a:pt x="408" y="152"/>
                  </a:cubicBezTo>
                  <a:cubicBezTo>
                    <a:pt x="403" y="179"/>
                    <a:pt x="401" y="206"/>
                    <a:pt x="392" y="232"/>
                  </a:cubicBezTo>
                  <a:cubicBezTo>
                    <a:pt x="379" y="271"/>
                    <a:pt x="345" y="288"/>
                    <a:pt x="308" y="278"/>
                  </a:cubicBezTo>
                  <a:cubicBezTo>
                    <a:pt x="264" y="266"/>
                    <a:pt x="254" y="247"/>
                    <a:pt x="260" y="198"/>
                  </a:cubicBezTo>
                  <a:cubicBezTo>
                    <a:pt x="267" y="143"/>
                    <a:pt x="297" y="101"/>
                    <a:pt x="334" y="64"/>
                  </a:cubicBezTo>
                  <a:cubicBezTo>
                    <a:pt x="362" y="36"/>
                    <a:pt x="388" y="43"/>
                    <a:pt x="398" y="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6541485" y="1566470"/>
              <a:ext cx="182160" cy="212760"/>
            </a:xfrm>
            <a:custGeom>
              <a:avLst/>
              <a:gdLst/>
              <a:ahLst/>
              <a:cxnLst/>
              <a:rect l="l" t="t" r="r" b="b"/>
              <a:pathLst>
                <a:path w="506" h="591" extrusionOk="0">
                  <a:moveTo>
                    <a:pt x="43" y="338"/>
                  </a:moveTo>
                  <a:cubicBezTo>
                    <a:pt x="68" y="389"/>
                    <a:pt x="101" y="430"/>
                    <a:pt x="166" y="428"/>
                  </a:cubicBezTo>
                  <a:cubicBezTo>
                    <a:pt x="166" y="441"/>
                    <a:pt x="166" y="452"/>
                    <a:pt x="166" y="462"/>
                  </a:cubicBezTo>
                  <a:cubicBezTo>
                    <a:pt x="165" y="528"/>
                    <a:pt x="211" y="583"/>
                    <a:pt x="272" y="591"/>
                  </a:cubicBezTo>
                  <a:cubicBezTo>
                    <a:pt x="326" y="598"/>
                    <a:pt x="384" y="555"/>
                    <a:pt x="400" y="496"/>
                  </a:cubicBezTo>
                  <a:cubicBezTo>
                    <a:pt x="426" y="402"/>
                    <a:pt x="391" y="347"/>
                    <a:pt x="295" y="328"/>
                  </a:cubicBezTo>
                  <a:cubicBezTo>
                    <a:pt x="285" y="326"/>
                    <a:pt x="276" y="321"/>
                    <a:pt x="269" y="319"/>
                  </a:cubicBezTo>
                  <a:cubicBezTo>
                    <a:pt x="272" y="292"/>
                    <a:pt x="274" y="269"/>
                    <a:pt x="276" y="246"/>
                  </a:cubicBezTo>
                  <a:cubicBezTo>
                    <a:pt x="362" y="291"/>
                    <a:pt x="442" y="268"/>
                    <a:pt x="491" y="182"/>
                  </a:cubicBezTo>
                  <a:cubicBezTo>
                    <a:pt x="513" y="142"/>
                    <a:pt x="511" y="103"/>
                    <a:pt x="484" y="66"/>
                  </a:cubicBezTo>
                  <a:cubicBezTo>
                    <a:pt x="455" y="26"/>
                    <a:pt x="426" y="-8"/>
                    <a:pt x="369" y="2"/>
                  </a:cubicBezTo>
                  <a:cubicBezTo>
                    <a:pt x="313" y="12"/>
                    <a:pt x="248" y="76"/>
                    <a:pt x="239" y="133"/>
                  </a:cubicBezTo>
                  <a:cubicBezTo>
                    <a:pt x="235" y="160"/>
                    <a:pt x="215" y="168"/>
                    <a:pt x="193" y="152"/>
                  </a:cubicBezTo>
                  <a:cubicBezTo>
                    <a:pt x="190" y="149"/>
                    <a:pt x="187" y="145"/>
                    <a:pt x="184" y="143"/>
                  </a:cubicBezTo>
                  <a:cubicBezTo>
                    <a:pt x="143" y="107"/>
                    <a:pt x="93" y="101"/>
                    <a:pt x="48" y="127"/>
                  </a:cubicBezTo>
                  <a:cubicBezTo>
                    <a:pt x="6" y="150"/>
                    <a:pt x="-9" y="186"/>
                    <a:pt x="5" y="245"/>
                  </a:cubicBezTo>
                  <a:cubicBezTo>
                    <a:pt x="13" y="277"/>
                    <a:pt x="28" y="308"/>
                    <a:pt x="42" y="338"/>
                  </a:cubicBezTo>
                  <a:lnTo>
                    <a:pt x="43" y="338"/>
                  </a:lnTo>
                  <a:moveTo>
                    <a:pt x="324" y="78"/>
                  </a:moveTo>
                  <a:cubicBezTo>
                    <a:pt x="330" y="76"/>
                    <a:pt x="336" y="73"/>
                    <a:pt x="341" y="69"/>
                  </a:cubicBezTo>
                  <a:cubicBezTo>
                    <a:pt x="385" y="39"/>
                    <a:pt x="401" y="37"/>
                    <a:pt x="424" y="60"/>
                  </a:cubicBezTo>
                  <a:cubicBezTo>
                    <a:pt x="469" y="106"/>
                    <a:pt x="473" y="135"/>
                    <a:pt x="441" y="177"/>
                  </a:cubicBezTo>
                  <a:cubicBezTo>
                    <a:pt x="415" y="211"/>
                    <a:pt x="383" y="229"/>
                    <a:pt x="351" y="229"/>
                  </a:cubicBezTo>
                  <a:cubicBezTo>
                    <a:pt x="315" y="228"/>
                    <a:pt x="286" y="204"/>
                    <a:pt x="279" y="170"/>
                  </a:cubicBezTo>
                  <a:cubicBezTo>
                    <a:pt x="272" y="134"/>
                    <a:pt x="292" y="92"/>
                    <a:pt x="324" y="78"/>
                  </a:cubicBezTo>
                  <a:moveTo>
                    <a:pt x="310" y="373"/>
                  </a:moveTo>
                  <a:cubicBezTo>
                    <a:pt x="339" y="375"/>
                    <a:pt x="365" y="410"/>
                    <a:pt x="367" y="445"/>
                  </a:cubicBezTo>
                  <a:cubicBezTo>
                    <a:pt x="362" y="464"/>
                    <a:pt x="359" y="485"/>
                    <a:pt x="350" y="503"/>
                  </a:cubicBezTo>
                  <a:cubicBezTo>
                    <a:pt x="332" y="541"/>
                    <a:pt x="292" y="558"/>
                    <a:pt x="259" y="544"/>
                  </a:cubicBezTo>
                  <a:cubicBezTo>
                    <a:pt x="219" y="527"/>
                    <a:pt x="196" y="479"/>
                    <a:pt x="209" y="440"/>
                  </a:cubicBezTo>
                  <a:cubicBezTo>
                    <a:pt x="225" y="395"/>
                    <a:pt x="264" y="369"/>
                    <a:pt x="310" y="373"/>
                  </a:cubicBezTo>
                  <a:moveTo>
                    <a:pt x="122" y="156"/>
                  </a:moveTo>
                  <a:cubicBezTo>
                    <a:pt x="159" y="176"/>
                    <a:pt x="194" y="205"/>
                    <a:pt x="220" y="237"/>
                  </a:cubicBezTo>
                  <a:cubicBezTo>
                    <a:pt x="249" y="275"/>
                    <a:pt x="209" y="368"/>
                    <a:pt x="163" y="380"/>
                  </a:cubicBezTo>
                  <a:cubicBezTo>
                    <a:pt x="149" y="384"/>
                    <a:pt x="127" y="377"/>
                    <a:pt x="117" y="367"/>
                  </a:cubicBezTo>
                  <a:cubicBezTo>
                    <a:pt x="74" y="324"/>
                    <a:pt x="52" y="271"/>
                    <a:pt x="42" y="222"/>
                  </a:cubicBezTo>
                  <a:cubicBezTo>
                    <a:pt x="42" y="171"/>
                    <a:pt x="86" y="136"/>
                    <a:pt x="122" y="1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6583605" y="1286390"/>
              <a:ext cx="205560" cy="124920"/>
            </a:xfrm>
            <a:custGeom>
              <a:avLst/>
              <a:gdLst/>
              <a:ahLst/>
              <a:cxnLst/>
              <a:rect l="l" t="t" r="r" b="b"/>
              <a:pathLst>
                <a:path w="571" h="347" extrusionOk="0">
                  <a:moveTo>
                    <a:pt x="210" y="344"/>
                  </a:moveTo>
                  <a:cubicBezTo>
                    <a:pt x="257" y="336"/>
                    <a:pt x="293" y="313"/>
                    <a:pt x="309" y="265"/>
                  </a:cubicBezTo>
                  <a:cubicBezTo>
                    <a:pt x="316" y="241"/>
                    <a:pt x="323" y="216"/>
                    <a:pt x="331" y="189"/>
                  </a:cubicBezTo>
                  <a:cubicBezTo>
                    <a:pt x="340" y="200"/>
                    <a:pt x="346" y="207"/>
                    <a:pt x="352" y="214"/>
                  </a:cubicBezTo>
                  <a:cubicBezTo>
                    <a:pt x="394" y="260"/>
                    <a:pt x="439" y="301"/>
                    <a:pt x="507" y="297"/>
                  </a:cubicBezTo>
                  <a:cubicBezTo>
                    <a:pt x="553" y="294"/>
                    <a:pt x="584" y="252"/>
                    <a:pt x="565" y="210"/>
                  </a:cubicBezTo>
                  <a:cubicBezTo>
                    <a:pt x="536" y="146"/>
                    <a:pt x="473" y="126"/>
                    <a:pt x="414" y="106"/>
                  </a:cubicBezTo>
                  <a:cubicBezTo>
                    <a:pt x="390" y="97"/>
                    <a:pt x="357" y="112"/>
                    <a:pt x="319" y="117"/>
                  </a:cubicBezTo>
                  <a:cubicBezTo>
                    <a:pt x="305" y="96"/>
                    <a:pt x="286" y="67"/>
                    <a:pt x="267" y="38"/>
                  </a:cubicBezTo>
                  <a:cubicBezTo>
                    <a:pt x="238" y="-4"/>
                    <a:pt x="211" y="-10"/>
                    <a:pt x="167" y="16"/>
                  </a:cubicBezTo>
                  <a:cubicBezTo>
                    <a:pt x="131" y="37"/>
                    <a:pt x="95" y="60"/>
                    <a:pt x="60" y="83"/>
                  </a:cubicBezTo>
                  <a:cubicBezTo>
                    <a:pt x="-2" y="125"/>
                    <a:pt x="-17" y="186"/>
                    <a:pt x="17" y="251"/>
                  </a:cubicBezTo>
                  <a:cubicBezTo>
                    <a:pt x="54" y="325"/>
                    <a:pt x="126" y="359"/>
                    <a:pt x="210" y="344"/>
                  </a:cubicBezTo>
                  <a:moveTo>
                    <a:pt x="513" y="211"/>
                  </a:moveTo>
                  <a:cubicBezTo>
                    <a:pt x="520" y="219"/>
                    <a:pt x="520" y="232"/>
                    <a:pt x="524" y="242"/>
                  </a:cubicBezTo>
                  <a:cubicBezTo>
                    <a:pt x="512" y="245"/>
                    <a:pt x="501" y="252"/>
                    <a:pt x="490" y="252"/>
                  </a:cubicBezTo>
                  <a:cubicBezTo>
                    <a:pt x="425" y="249"/>
                    <a:pt x="404" y="199"/>
                    <a:pt x="386" y="147"/>
                  </a:cubicBezTo>
                  <a:cubicBezTo>
                    <a:pt x="433" y="161"/>
                    <a:pt x="481" y="170"/>
                    <a:pt x="513" y="211"/>
                  </a:cubicBezTo>
                  <a:moveTo>
                    <a:pt x="80" y="122"/>
                  </a:moveTo>
                  <a:cubicBezTo>
                    <a:pt x="115" y="96"/>
                    <a:pt x="153" y="75"/>
                    <a:pt x="189" y="51"/>
                  </a:cubicBezTo>
                  <a:cubicBezTo>
                    <a:pt x="209" y="38"/>
                    <a:pt x="222" y="43"/>
                    <a:pt x="235" y="62"/>
                  </a:cubicBezTo>
                  <a:cubicBezTo>
                    <a:pt x="253" y="91"/>
                    <a:pt x="272" y="118"/>
                    <a:pt x="291" y="146"/>
                  </a:cubicBezTo>
                  <a:cubicBezTo>
                    <a:pt x="293" y="150"/>
                    <a:pt x="298" y="155"/>
                    <a:pt x="297" y="157"/>
                  </a:cubicBezTo>
                  <a:cubicBezTo>
                    <a:pt x="284" y="196"/>
                    <a:pt x="275" y="238"/>
                    <a:pt x="254" y="272"/>
                  </a:cubicBezTo>
                  <a:cubicBezTo>
                    <a:pt x="242" y="291"/>
                    <a:pt x="210" y="297"/>
                    <a:pt x="187" y="309"/>
                  </a:cubicBezTo>
                  <a:cubicBezTo>
                    <a:pt x="186" y="306"/>
                    <a:pt x="184" y="304"/>
                    <a:pt x="183" y="301"/>
                  </a:cubicBezTo>
                  <a:cubicBezTo>
                    <a:pt x="128" y="300"/>
                    <a:pt x="80" y="288"/>
                    <a:pt x="55" y="231"/>
                  </a:cubicBezTo>
                  <a:cubicBezTo>
                    <a:pt x="35" y="186"/>
                    <a:pt x="40" y="150"/>
                    <a:pt x="8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6614925" y="2303390"/>
              <a:ext cx="96120" cy="221040"/>
            </a:xfrm>
            <a:custGeom>
              <a:avLst/>
              <a:gdLst/>
              <a:ahLst/>
              <a:cxnLst/>
              <a:rect l="l" t="t" r="r" b="b"/>
              <a:pathLst>
                <a:path w="267" h="614" extrusionOk="0">
                  <a:moveTo>
                    <a:pt x="251" y="93"/>
                  </a:moveTo>
                  <a:cubicBezTo>
                    <a:pt x="230" y="41"/>
                    <a:pt x="193" y="5"/>
                    <a:pt x="139" y="1"/>
                  </a:cubicBezTo>
                  <a:cubicBezTo>
                    <a:pt x="86" y="-3"/>
                    <a:pt x="52" y="36"/>
                    <a:pt x="27" y="79"/>
                  </a:cubicBezTo>
                  <a:cubicBezTo>
                    <a:pt x="1" y="122"/>
                    <a:pt x="-3" y="169"/>
                    <a:pt x="1" y="217"/>
                  </a:cubicBezTo>
                  <a:cubicBezTo>
                    <a:pt x="6" y="267"/>
                    <a:pt x="30" y="307"/>
                    <a:pt x="65" y="335"/>
                  </a:cubicBezTo>
                  <a:cubicBezTo>
                    <a:pt x="49" y="354"/>
                    <a:pt x="32" y="368"/>
                    <a:pt x="24" y="387"/>
                  </a:cubicBezTo>
                  <a:cubicBezTo>
                    <a:pt x="-5" y="450"/>
                    <a:pt x="-1" y="513"/>
                    <a:pt x="36" y="573"/>
                  </a:cubicBezTo>
                  <a:cubicBezTo>
                    <a:pt x="68" y="622"/>
                    <a:pt x="119" y="629"/>
                    <a:pt x="155" y="584"/>
                  </a:cubicBezTo>
                  <a:cubicBezTo>
                    <a:pt x="227" y="493"/>
                    <a:pt x="248" y="432"/>
                    <a:pt x="171" y="348"/>
                  </a:cubicBezTo>
                  <a:cubicBezTo>
                    <a:pt x="259" y="281"/>
                    <a:pt x="288" y="186"/>
                    <a:pt x="251" y="93"/>
                  </a:cubicBezTo>
                  <a:moveTo>
                    <a:pt x="174" y="460"/>
                  </a:moveTo>
                  <a:cubicBezTo>
                    <a:pt x="161" y="493"/>
                    <a:pt x="145" y="525"/>
                    <a:pt x="125" y="554"/>
                  </a:cubicBezTo>
                  <a:cubicBezTo>
                    <a:pt x="108" y="579"/>
                    <a:pt x="86" y="577"/>
                    <a:pt x="72" y="549"/>
                  </a:cubicBezTo>
                  <a:cubicBezTo>
                    <a:pt x="58" y="523"/>
                    <a:pt x="50" y="494"/>
                    <a:pt x="42" y="472"/>
                  </a:cubicBezTo>
                  <a:cubicBezTo>
                    <a:pt x="47" y="446"/>
                    <a:pt x="49" y="426"/>
                    <a:pt x="56" y="411"/>
                  </a:cubicBezTo>
                  <a:cubicBezTo>
                    <a:pt x="69" y="383"/>
                    <a:pt x="105" y="366"/>
                    <a:pt x="125" y="373"/>
                  </a:cubicBezTo>
                  <a:cubicBezTo>
                    <a:pt x="154" y="384"/>
                    <a:pt x="184" y="432"/>
                    <a:pt x="174" y="460"/>
                  </a:cubicBezTo>
                  <a:moveTo>
                    <a:pt x="66" y="272"/>
                  </a:moveTo>
                  <a:cubicBezTo>
                    <a:pt x="33" y="223"/>
                    <a:pt x="30" y="141"/>
                    <a:pt x="68" y="97"/>
                  </a:cubicBezTo>
                  <a:cubicBezTo>
                    <a:pt x="86" y="77"/>
                    <a:pt x="100" y="40"/>
                    <a:pt x="142" y="49"/>
                  </a:cubicBezTo>
                  <a:cubicBezTo>
                    <a:pt x="183" y="57"/>
                    <a:pt x="203" y="84"/>
                    <a:pt x="214" y="120"/>
                  </a:cubicBezTo>
                  <a:cubicBezTo>
                    <a:pt x="219" y="136"/>
                    <a:pt x="222" y="154"/>
                    <a:pt x="225" y="171"/>
                  </a:cubicBezTo>
                  <a:cubicBezTo>
                    <a:pt x="227" y="172"/>
                    <a:pt x="229" y="173"/>
                    <a:pt x="231" y="174"/>
                  </a:cubicBezTo>
                  <a:cubicBezTo>
                    <a:pt x="217" y="209"/>
                    <a:pt x="207" y="246"/>
                    <a:pt x="187" y="276"/>
                  </a:cubicBezTo>
                  <a:cubicBezTo>
                    <a:pt x="154" y="325"/>
                    <a:pt x="99" y="321"/>
                    <a:pt x="66" y="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6806445" y="840350"/>
              <a:ext cx="110880" cy="173520"/>
            </a:xfrm>
            <a:custGeom>
              <a:avLst/>
              <a:gdLst/>
              <a:ahLst/>
              <a:cxnLst/>
              <a:rect l="l" t="t" r="r" b="b"/>
              <a:pathLst>
                <a:path w="308" h="482" extrusionOk="0">
                  <a:moveTo>
                    <a:pt x="186" y="26"/>
                  </a:moveTo>
                  <a:cubicBezTo>
                    <a:pt x="177" y="16"/>
                    <a:pt x="161" y="8"/>
                    <a:pt x="147" y="5"/>
                  </a:cubicBezTo>
                  <a:cubicBezTo>
                    <a:pt x="69" y="-10"/>
                    <a:pt x="33" y="10"/>
                    <a:pt x="12" y="88"/>
                  </a:cubicBezTo>
                  <a:cubicBezTo>
                    <a:pt x="-8" y="166"/>
                    <a:pt x="-10" y="243"/>
                    <a:pt x="53" y="307"/>
                  </a:cubicBezTo>
                  <a:cubicBezTo>
                    <a:pt x="56" y="310"/>
                    <a:pt x="56" y="318"/>
                    <a:pt x="57" y="324"/>
                  </a:cubicBezTo>
                  <a:cubicBezTo>
                    <a:pt x="64" y="359"/>
                    <a:pt x="67" y="395"/>
                    <a:pt x="79" y="427"/>
                  </a:cubicBezTo>
                  <a:cubicBezTo>
                    <a:pt x="103" y="488"/>
                    <a:pt x="145" y="498"/>
                    <a:pt x="197" y="458"/>
                  </a:cubicBezTo>
                  <a:cubicBezTo>
                    <a:pt x="224" y="436"/>
                    <a:pt x="249" y="412"/>
                    <a:pt x="274" y="388"/>
                  </a:cubicBezTo>
                  <a:cubicBezTo>
                    <a:pt x="328" y="336"/>
                    <a:pt x="315" y="243"/>
                    <a:pt x="248" y="208"/>
                  </a:cubicBezTo>
                  <a:cubicBezTo>
                    <a:pt x="265" y="133"/>
                    <a:pt x="229" y="78"/>
                    <a:pt x="186" y="26"/>
                  </a:cubicBezTo>
                  <a:moveTo>
                    <a:pt x="69" y="264"/>
                  </a:moveTo>
                  <a:cubicBezTo>
                    <a:pt x="34" y="207"/>
                    <a:pt x="31" y="148"/>
                    <a:pt x="55" y="92"/>
                  </a:cubicBezTo>
                  <a:cubicBezTo>
                    <a:pt x="64" y="70"/>
                    <a:pt x="96" y="53"/>
                    <a:pt x="120" y="46"/>
                  </a:cubicBezTo>
                  <a:cubicBezTo>
                    <a:pt x="148" y="37"/>
                    <a:pt x="164" y="62"/>
                    <a:pt x="176" y="85"/>
                  </a:cubicBezTo>
                  <a:cubicBezTo>
                    <a:pt x="188" y="107"/>
                    <a:pt x="200" y="129"/>
                    <a:pt x="207" y="153"/>
                  </a:cubicBezTo>
                  <a:cubicBezTo>
                    <a:pt x="216" y="185"/>
                    <a:pt x="202" y="202"/>
                    <a:pt x="169" y="210"/>
                  </a:cubicBezTo>
                  <a:cubicBezTo>
                    <a:pt x="151" y="214"/>
                    <a:pt x="133" y="223"/>
                    <a:pt x="116" y="232"/>
                  </a:cubicBezTo>
                  <a:cubicBezTo>
                    <a:pt x="100" y="240"/>
                    <a:pt x="86" y="252"/>
                    <a:pt x="69" y="264"/>
                  </a:cubicBezTo>
                  <a:moveTo>
                    <a:pt x="268" y="314"/>
                  </a:moveTo>
                  <a:cubicBezTo>
                    <a:pt x="259" y="329"/>
                    <a:pt x="253" y="346"/>
                    <a:pt x="242" y="358"/>
                  </a:cubicBezTo>
                  <a:cubicBezTo>
                    <a:pt x="218" y="382"/>
                    <a:pt x="193" y="404"/>
                    <a:pt x="166" y="426"/>
                  </a:cubicBezTo>
                  <a:cubicBezTo>
                    <a:pt x="146" y="442"/>
                    <a:pt x="131" y="439"/>
                    <a:pt x="119" y="413"/>
                  </a:cubicBezTo>
                  <a:cubicBezTo>
                    <a:pt x="86" y="340"/>
                    <a:pt x="91" y="322"/>
                    <a:pt x="157" y="279"/>
                  </a:cubicBezTo>
                  <a:cubicBezTo>
                    <a:pt x="165" y="274"/>
                    <a:pt x="174" y="270"/>
                    <a:pt x="183" y="265"/>
                  </a:cubicBezTo>
                  <a:cubicBezTo>
                    <a:pt x="238" y="237"/>
                    <a:pt x="259" y="249"/>
                    <a:pt x="268" y="3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6986805" y="130115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6964845" y="1291790"/>
              <a:ext cx="96840" cy="168480"/>
            </a:xfrm>
            <a:custGeom>
              <a:avLst/>
              <a:gdLst/>
              <a:ahLst/>
              <a:cxnLst/>
              <a:rect l="l" t="t" r="r" b="b"/>
              <a:pathLst>
                <a:path w="269" h="468" extrusionOk="0">
                  <a:moveTo>
                    <a:pt x="41" y="236"/>
                  </a:moveTo>
                  <a:cubicBezTo>
                    <a:pt x="30" y="282"/>
                    <a:pt x="17" y="325"/>
                    <a:pt x="11" y="368"/>
                  </a:cubicBezTo>
                  <a:cubicBezTo>
                    <a:pt x="5" y="406"/>
                    <a:pt x="24" y="434"/>
                    <a:pt x="59" y="453"/>
                  </a:cubicBezTo>
                  <a:cubicBezTo>
                    <a:pt x="120" y="486"/>
                    <a:pt x="216" y="462"/>
                    <a:pt x="246" y="398"/>
                  </a:cubicBezTo>
                  <a:cubicBezTo>
                    <a:pt x="286" y="312"/>
                    <a:pt x="276" y="256"/>
                    <a:pt x="194" y="225"/>
                  </a:cubicBezTo>
                  <a:cubicBezTo>
                    <a:pt x="181" y="220"/>
                    <a:pt x="170" y="213"/>
                    <a:pt x="163" y="210"/>
                  </a:cubicBezTo>
                  <a:cubicBezTo>
                    <a:pt x="181" y="177"/>
                    <a:pt x="200" y="149"/>
                    <a:pt x="213" y="119"/>
                  </a:cubicBezTo>
                  <a:cubicBezTo>
                    <a:pt x="225" y="89"/>
                    <a:pt x="229" y="55"/>
                    <a:pt x="200" y="32"/>
                  </a:cubicBezTo>
                  <a:cubicBezTo>
                    <a:pt x="170" y="8"/>
                    <a:pt x="138" y="-14"/>
                    <a:pt x="97" y="13"/>
                  </a:cubicBezTo>
                  <a:cubicBezTo>
                    <a:pt x="86" y="20"/>
                    <a:pt x="73" y="22"/>
                    <a:pt x="61" y="26"/>
                  </a:cubicBezTo>
                  <a:cubicBezTo>
                    <a:pt x="55" y="38"/>
                    <a:pt x="49" y="49"/>
                    <a:pt x="41" y="60"/>
                  </a:cubicBezTo>
                  <a:cubicBezTo>
                    <a:pt x="-15" y="133"/>
                    <a:pt x="-13" y="188"/>
                    <a:pt x="41" y="235"/>
                  </a:cubicBezTo>
                  <a:lnTo>
                    <a:pt x="41" y="236"/>
                  </a:lnTo>
                  <a:moveTo>
                    <a:pt x="165" y="260"/>
                  </a:moveTo>
                  <a:cubicBezTo>
                    <a:pt x="191" y="274"/>
                    <a:pt x="227" y="278"/>
                    <a:pt x="224" y="319"/>
                  </a:cubicBezTo>
                  <a:cubicBezTo>
                    <a:pt x="221" y="365"/>
                    <a:pt x="203" y="401"/>
                    <a:pt x="157" y="417"/>
                  </a:cubicBezTo>
                  <a:cubicBezTo>
                    <a:pt x="144" y="422"/>
                    <a:pt x="130" y="425"/>
                    <a:pt x="122" y="427"/>
                  </a:cubicBezTo>
                  <a:cubicBezTo>
                    <a:pt x="69" y="426"/>
                    <a:pt x="46" y="396"/>
                    <a:pt x="52" y="349"/>
                  </a:cubicBezTo>
                  <a:cubicBezTo>
                    <a:pt x="57" y="313"/>
                    <a:pt x="65" y="278"/>
                    <a:pt x="98" y="256"/>
                  </a:cubicBezTo>
                  <a:cubicBezTo>
                    <a:pt x="108" y="249"/>
                    <a:pt x="125" y="248"/>
                    <a:pt x="139" y="249"/>
                  </a:cubicBezTo>
                  <a:cubicBezTo>
                    <a:pt x="148" y="249"/>
                    <a:pt x="156" y="256"/>
                    <a:pt x="165" y="261"/>
                  </a:cubicBezTo>
                  <a:lnTo>
                    <a:pt x="165" y="260"/>
                  </a:lnTo>
                  <a:moveTo>
                    <a:pt x="79" y="88"/>
                  </a:moveTo>
                  <a:cubicBezTo>
                    <a:pt x="106" y="47"/>
                    <a:pt x="119" y="47"/>
                    <a:pt x="160" y="75"/>
                  </a:cubicBezTo>
                  <a:cubicBezTo>
                    <a:pt x="176" y="87"/>
                    <a:pt x="176" y="97"/>
                    <a:pt x="170" y="113"/>
                  </a:cubicBezTo>
                  <a:cubicBezTo>
                    <a:pt x="152" y="158"/>
                    <a:pt x="109" y="197"/>
                    <a:pt x="74" y="197"/>
                  </a:cubicBezTo>
                  <a:cubicBezTo>
                    <a:pt x="46" y="196"/>
                    <a:pt x="32" y="177"/>
                    <a:pt x="44" y="151"/>
                  </a:cubicBezTo>
                  <a:cubicBezTo>
                    <a:pt x="53" y="129"/>
                    <a:pt x="65" y="108"/>
                    <a:pt x="79" y="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6801045" y="706790"/>
              <a:ext cx="81000" cy="121680"/>
            </a:xfrm>
            <a:custGeom>
              <a:avLst/>
              <a:gdLst/>
              <a:ahLst/>
              <a:cxnLst/>
              <a:rect l="l" t="t" r="r" b="b"/>
              <a:pathLst>
                <a:path w="225" h="338" extrusionOk="0">
                  <a:moveTo>
                    <a:pt x="102" y="337"/>
                  </a:moveTo>
                  <a:cubicBezTo>
                    <a:pt x="161" y="344"/>
                    <a:pt x="218" y="305"/>
                    <a:pt x="222" y="248"/>
                  </a:cubicBezTo>
                  <a:cubicBezTo>
                    <a:pt x="227" y="186"/>
                    <a:pt x="225" y="123"/>
                    <a:pt x="222" y="61"/>
                  </a:cubicBezTo>
                  <a:cubicBezTo>
                    <a:pt x="222" y="46"/>
                    <a:pt x="209" y="29"/>
                    <a:pt x="197" y="18"/>
                  </a:cubicBezTo>
                  <a:cubicBezTo>
                    <a:pt x="165" y="-10"/>
                    <a:pt x="123" y="-5"/>
                    <a:pt x="83" y="30"/>
                  </a:cubicBezTo>
                  <a:cubicBezTo>
                    <a:pt x="26" y="78"/>
                    <a:pt x="5" y="143"/>
                    <a:pt x="0" y="204"/>
                  </a:cubicBezTo>
                  <a:cubicBezTo>
                    <a:pt x="-3" y="284"/>
                    <a:pt x="36" y="330"/>
                    <a:pt x="102" y="337"/>
                  </a:cubicBezTo>
                  <a:moveTo>
                    <a:pt x="109" y="63"/>
                  </a:moveTo>
                  <a:cubicBezTo>
                    <a:pt x="124" y="52"/>
                    <a:pt x="150" y="43"/>
                    <a:pt x="167" y="48"/>
                  </a:cubicBezTo>
                  <a:cubicBezTo>
                    <a:pt x="187" y="54"/>
                    <a:pt x="191" y="77"/>
                    <a:pt x="188" y="102"/>
                  </a:cubicBezTo>
                  <a:cubicBezTo>
                    <a:pt x="182" y="141"/>
                    <a:pt x="185" y="180"/>
                    <a:pt x="183" y="219"/>
                  </a:cubicBezTo>
                  <a:cubicBezTo>
                    <a:pt x="181" y="265"/>
                    <a:pt x="154" y="295"/>
                    <a:pt x="115" y="294"/>
                  </a:cubicBezTo>
                  <a:cubicBezTo>
                    <a:pt x="71" y="293"/>
                    <a:pt x="41" y="264"/>
                    <a:pt x="41" y="215"/>
                  </a:cubicBezTo>
                  <a:cubicBezTo>
                    <a:pt x="48" y="161"/>
                    <a:pt x="59" y="103"/>
                    <a:pt x="109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6932085" y="1676270"/>
              <a:ext cx="99000" cy="101880"/>
            </a:xfrm>
            <a:custGeom>
              <a:avLst/>
              <a:gdLst/>
              <a:ahLst/>
              <a:cxnLst/>
              <a:rect l="l" t="t" r="r" b="b"/>
              <a:pathLst>
                <a:path w="275" h="283" extrusionOk="0">
                  <a:moveTo>
                    <a:pt x="125" y="10"/>
                  </a:moveTo>
                  <a:cubicBezTo>
                    <a:pt x="93" y="29"/>
                    <a:pt x="62" y="50"/>
                    <a:pt x="37" y="76"/>
                  </a:cubicBezTo>
                  <a:cubicBezTo>
                    <a:pt x="-30" y="144"/>
                    <a:pt x="-2" y="247"/>
                    <a:pt x="89" y="277"/>
                  </a:cubicBezTo>
                  <a:cubicBezTo>
                    <a:pt x="178" y="306"/>
                    <a:pt x="271" y="230"/>
                    <a:pt x="275" y="127"/>
                  </a:cubicBezTo>
                  <a:cubicBezTo>
                    <a:pt x="269" y="108"/>
                    <a:pt x="267" y="85"/>
                    <a:pt x="256" y="69"/>
                  </a:cubicBezTo>
                  <a:cubicBezTo>
                    <a:pt x="221" y="17"/>
                    <a:pt x="174" y="-18"/>
                    <a:pt x="125" y="10"/>
                  </a:cubicBezTo>
                  <a:moveTo>
                    <a:pt x="224" y="103"/>
                  </a:moveTo>
                  <a:cubicBezTo>
                    <a:pt x="244" y="163"/>
                    <a:pt x="190" y="240"/>
                    <a:pt x="126" y="240"/>
                  </a:cubicBezTo>
                  <a:cubicBezTo>
                    <a:pt x="91" y="240"/>
                    <a:pt x="49" y="206"/>
                    <a:pt x="41" y="171"/>
                  </a:cubicBezTo>
                  <a:cubicBezTo>
                    <a:pt x="35" y="139"/>
                    <a:pt x="67" y="89"/>
                    <a:pt x="102" y="75"/>
                  </a:cubicBezTo>
                  <a:cubicBezTo>
                    <a:pt x="109" y="72"/>
                    <a:pt x="117" y="71"/>
                    <a:pt x="123" y="67"/>
                  </a:cubicBezTo>
                  <a:cubicBezTo>
                    <a:pt x="166" y="40"/>
                    <a:pt x="207" y="54"/>
                    <a:pt x="224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6688365" y="1722350"/>
              <a:ext cx="85680" cy="110160"/>
            </a:xfrm>
            <a:custGeom>
              <a:avLst/>
              <a:gdLst/>
              <a:ahLst/>
              <a:cxnLst/>
              <a:rect l="l" t="t" r="r" b="b"/>
              <a:pathLst>
                <a:path w="238" h="306" extrusionOk="0">
                  <a:moveTo>
                    <a:pt x="70" y="1"/>
                  </a:moveTo>
                  <a:cubicBezTo>
                    <a:pt x="59" y="2"/>
                    <a:pt x="48" y="11"/>
                    <a:pt x="41" y="19"/>
                  </a:cubicBezTo>
                  <a:cubicBezTo>
                    <a:pt x="-10" y="83"/>
                    <a:pt x="-14" y="196"/>
                    <a:pt x="32" y="264"/>
                  </a:cubicBezTo>
                  <a:cubicBezTo>
                    <a:pt x="61" y="307"/>
                    <a:pt x="107" y="319"/>
                    <a:pt x="151" y="292"/>
                  </a:cubicBezTo>
                  <a:cubicBezTo>
                    <a:pt x="208" y="258"/>
                    <a:pt x="235" y="206"/>
                    <a:pt x="238" y="137"/>
                  </a:cubicBezTo>
                  <a:cubicBezTo>
                    <a:pt x="236" y="125"/>
                    <a:pt x="236" y="108"/>
                    <a:pt x="230" y="93"/>
                  </a:cubicBezTo>
                  <a:cubicBezTo>
                    <a:pt x="209" y="40"/>
                    <a:pt x="126" y="-8"/>
                    <a:pt x="70" y="1"/>
                  </a:cubicBezTo>
                  <a:moveTo>
                    <a:pt x="104" y="50"/>
                  </a:moveTo>
                  <a:cubicBezTo>
                    <a:pt x="162" y="65"/>
                    <a:pt x="196" y="96"/>
                    <a:pt x="196" y="146"/>
                  </a:cubicBezTo>
                  <a:cubicBezTo>
                    <a:pt x="191" y="186"/>
                    <a:pt x="174" y="226"/>
                    <a:pt x="134" y="253"/>
                  </a:cubicBezTo>
                  <a:cubicBezTo>
                    <a:pt x="108" y="270"/>
                    <a:pt x="88" y="267"/>
                    <a:pt x="68" y="243"/>
                  </a:cubicBezTo>
                  <a:cubicBezTo>
                    <a:pt x="37" y="204"/>
                    <a:pt x="30" y="116"/>
                    <a:pt x="53" y="71"/>
                  </a:cubicBezTo>
                  <a:cubicBezTo>
                    <a:pt x="65" y="50"/>
                    <a:pt x="79" y="43"/>
                    <a:pt x="104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0"/>
          <p:cNvSpPr txBox="1"/>
          <p:nvPr>
            <p:ph type="subTitle" idx="1"/>
          </p:nvPr>
        </p:nvSpPr>
        <p:spPr>
          <a:xfrm>
            <a:off x="718562" y="1749871"/>
            <a:ext cx="2487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type="subTitle" idx="2"/>
          </p:nvPr>
        </p:nvSpPr>
        <p:spPr>
          <a:xfrm>
            <a:off x="3328200" y="1749850"/>
            <a:ext cx="2487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type="subTitle" idx="3"/>
          </p:nvPr>
        </p:nvSpPr>
        <p:spPr>
          <a:xfrm>
            <a:off x="718562" y="3308326"/>
            <a:ext cx="2487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type="subTitle" idx="4"/>
          </p:nvPr>
        </p:nvSpPr>
        <p:spPr>
          <a:xfrm>
            <a:off x="3328200" y="3308325"/>
            <a:ext cx="2487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type="subTitle" idx="5"/>
          </p:nvPr>
        </p:nvSpPr>
        <p:spPr>
          <a:xfrm>
            <a:off x="5937838" y="1749850"/>
            <a:ext cx="2487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type="subTitle" idx="6"/>
          </p:nvPr>
        </p:nvSpPr>
        <p:spPr>
          <a:xfrm>
            <a:off x="5937838" y="3308325"/>
            <a:ext cx="24876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4" name="Google Shape;224;p20"/>
          <p:cNvSpPr txBox="1"/>
          <p:nvPr>
            <p:ph type="subTitle" idx="7"/>
          </p:nvPr>
        </p:nvSpPr>
        <p:spPr>
          <a:xfrm>
            <a:off x="718562" y="1354725"/>
            <a:ext cx="2487600" cy="39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type="subTitle" idx="8"/>
          </p:nvPr>
        </p:nvSpPr>
        <p:spPr>
          <a:xfrm>
            <a:off x="3328200" y="1354725"/>
            <a:ext cx="2487600" cy="39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6" name="Google Shape;226;p20"/>
          <p:cNvSpPr txBox="1"/>
          <p:nvPr>
            <p:ph type="subTitle" idx="9"/>
          </p:nvPr>
        </p:nvSpPr>
        <p:spPr>
          <a:xfrm>
            <a:off x="5937838" y="1354725"/>
            <a:ext cx="2487600" cy="39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7" name="Google Shape;227;p20"/>
          <p:cNvSpPr txBox="1"/>
          <p:nvPr>
            <p:ph type="subTitle" idx="13"/>
          </p:nvPr>
        </p:nvSpPr>
        <p:spPr>
          <a:xfrm>
            <a:off x="718562" y="2909925"/>
            <a:ext cx="2487600" cy="39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8" name="Google Shape;228;p20"/>
          <p:cNvSpPr txBox="1"/>
          <p:nvPr>
            <p:ph type="subTitle" idx="14"/>
          </p:nvPr>
        </p:nvSpPr>
        <p:spPr>
          <a:xfrm>
            <a:off x="3328200" y="2909926"/>
            <a:ext cx="2487600" cy="39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type="subTitle" idx="15"/>
          </p:nvPr>
        </p:nvSpPr>
        <p:spPr>
          <a:xfrm>
            <a:off x="5937838" y="2909926"/>
            <a:ext cx="2487600" cy="39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30" name="Google Shape;230;p20"/>
          <p:cNvGrpSpPr/>
          <p:nvPr/>
        </p:nvGrpSpPr>
        <p:grpSpPr>
          <a:xfrm>
            <a:off x="-2586450" y="-516199"/>
            <a:ext cx="11767425" cy="6175898"/>
            <a:chOff x="-2586450" y="-516199"/>
            <a:chExt cx="11767425" cy="6175898"/>
          </a:xfrm>
        </p:grpSpPr>
        <p:pic>
          <p:nvPicPr>
            <p:cNvPr id="231" name="Google Shape;231;p20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>
              <a:off x="6594525" y="4604002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232" name="Google Shape;232;p20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>
              <a:off x="-2586450" y="-516199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sp>
        <p:nvSpPr>
          <p:cNvPr id="233" name="Google Shape;233;p20"/>
          <p:cNvSpPr/>
          <p:nvPr/>
        </p:nvSpPr>
        <p:spPr>
          <a:xfrm>
            <a:off x="-241845" y="4020885"/>
            <a:ext cx="1278000" cy="1268640"/>
          </a:xfrm>
          <a:custGeom>
            <a:avLst/>
            <a:gdLst/>
            <a:ahLst/>
            <a:cxnLst/>
            <a:rect l="l" t="t" r="r" b="b"/>
            <a:pathLst>
              <a:path w="3550" h="3524" extrusionOk="0">
                <a:moveTo>
                  <a:pt x="174" y="1893"/>
                </a:moveTo>
                <a:cubicBezTo>
                  <a:pt x="122" y="1924"/>
                  <a:pt x="94" y="1915"/>
                  <a:pt x="67" y="1863"/>
                </a:cubicBezTo>
                <a:cubicBezTo>
                  <a:pt x="53" y="1835"/>
                  <a:pt x="35" y="1809"/>
                  <a:pt x="58" y="1780"/>
                </a:cubicBezTo>
                <a:cubicBezTo>
                  <a:pt x="76" y="1757"/>
                  <a:pt x="98" y="1738"/>
                  <a:pt x="119" y="1716"/>
                </a:cubicBezTo>
                <a:cubicBezTo>
                  <a:pt x="76" y="1690"/>
                  <a:pt x="39" y="1645"/>
                  <a:pt x="42" y="1586"/>
                </a:cubicBezTo>
                <a:cubicBezTo>
                  <a:pt x="44" y="1528"/>
                  <a:pt x="74" y="1479"/>
                  <a:pt x="124" y="1458"/>
                </a:cubicBezTo>
                <a:cubicBezTo>
                  <a:pt x="133" y="1409"/>
                  <a:pt x="136" y="1364"/>
                  <a:pt x="150" y="1322"/>
                </a:cubicBezTo>
                <a:cubicBezTo>
                  <a:pt x="165" y="1277"/>
                  <a:pt x="207" y="1256"/>
                  <a:pt x="256" y="1245"/>
                </a:cubicBezTo>
                <a:cubicBezTo>
                  <a:pt x="234" y="1208"/>
                  <a:pt x="224" y="1170"/>
                  <a:pt x="242" y="1132"/>
                </a:cubicBezTo>
                <a:cubicBezTo>
                  <a:pt x="257" y="1099"/>
                  <a:pt x="280" y="1069"/>
                  <a:pt x="302" y="1035"/>
                </a:cubicBezTo>
                <a:cubicBezTo>
                  <a:pt x="262" y="999"/>
                  <a:pt x="213" y="951"/>
                  <a:pt x="219" y="883"/>
                </a:cubicBezTo>
                <a:cubicBezTo>
                  <a:pt x="224" y="812"/>
                  <a:pt x="274" y="770"/>
                  <a:pt x="342" y="749"/>
                </a:cubicBezTo>
                <a:cubicBezTo>
                  <a:pt x="314" y="696"/>
                  <a:pt x="298" y="639"/>
                  <a:pt x="347" y="593"/>
                </a:cubicBezTo>
                <a:cubicBezTo>
                  <a:pt x="397" y="545"/>
                  <a:pt x="459" y="561"/>
                  <a:pt x="517" y="586"/>
                </a:cubicBezTo>
                <a:cubicBezTo>
                  <a:pt x="525" y="457"/>
                  <a:pt x="607" y="410"/>
                  <a:pt x="683" y="435"/>
                </a:cubicBezTo>
                <a:cubicBezTo>
                  <a:pt x="661" y="379"/>
                  <a:pt x="665" y="328"/>
                  <a:pt x="714" y="291"/>
                </a:cubicBezTo>
                <a:cubicBezTo>
                  <a:pt x="768" y="251"/>
                  <a:pt x="820" y="266"/>
                  <a:pt x="872" y="310"/>
                </a:cubicBezTo>
                <a:cubicBezTo>
                  <a:pt x="872" y="251"/>
                  <a:pt x="884" y="202"/>
                  <a:pt x="946" y="190"/>
                </a:cubicBezTo>
                <a:cubicBezTo>
                  <a:pt x="1018" y="176"/>
                  <a:pt x="1064" y="218"/>
                  <a:pt x="1105" y="269"/>
                </a:cubicBezTo>
                <a:cubicBezTo>
                  <a:pt x="1136" y="175"/>
                  <a:pt x="1223" y="134"/>
                  <a:pt x="1321" y="171"/>
                </a:cubicBezTo>
                <a:cubicBezTo>
                  <a:pt x="1346" y="129"/>
                  <a:pt x="1377" y="92"/>
                  <a:pt x="1427" y="78"/>
                </a:cubicBezTo>
                <a:cubicBezTo>
                  <a:pt x="1482" y="62"/>
                  <a:pt x="1521" y="87"/>
                  <a:pt x="1558" y="129"/>
                </a:cubicBezTo>
                <a:cubicBezTo>
                  <a:pt x="1565" y="63"/>
                  <a:pt x="1591" y="14"/>
                  <a:pt x="1659" y="2"/>
                </a:cubicBezTo>
                <a:cubicBezTo>
                  <a:pt x="1665" y="1"/>
                  <a:pt x="1671" y="0"/>
                  <a:pt x="1677" y="0"/>
                </a:cubicBezTo>
                <a:lnTo>
                  <a:pt x="1694" y="0"/>
                </a:lnTo>
                <a:cubicBezTo>
                  <a:pt x="1738" y="3"/>
                  <a:pt x="1771" y="26"/>
                  <a:pt x="1794" y="70"/>
                </a:cubicBezTo>
                <a:cubicBezTo>
                  <a:pt x="1857" y="58"/>
                  <a:pt x="1873" y="66"/>
                  <a:pt x="1900" y="123"/>
                </a:cubicBezTo>
                <a:cubicBezTo>
                  <a:pt x="1951" y="122"/>
                  <a:pt x="1992" y="146"/>
                  <a:pt x="2031" y="176"/>
                </a:cubicBezTo>
                <a:cubicBezTo>
                  <a:pt x="2037" y="180"/>
                  <a:pt x="2050" y="183"/>
                  <a:pt x="2056" y="179"/>
                </a:cubicBezTo>
                <a:cubicBezTo>
                  <a:pt x="2097" y="157"/>
                  <a:pt x="2129" y="166"/>
                  <a:pt x="2157" y="200"/>
                </a:cubicBezTo>
                <a:cubicBezTo>
                  <a:pt x="2233" y="156"/>
                  <a:pt x="2305" y="176"/>
                  <a:pt x="2360" y="254"/>
                </a:cubicBezTo>
                <a:cubicBezTo>
                  <a:pt x="2447" y="226"/>
                  <a:pt x="2481" y="235"/>
                  <a:pt x="2535" y="302"/>
                </a:cubicBezTo>
                <a:cubicBezTo>
                  <a:pt x="2570" y="265"/>
                  <a:pt x="2609" y="241"/>
                  <a:pt x="2660" y="275"/>
                </a:cubicBezTo>
                <a:cubicBezTo>
                  <a:pt x="2717" y="313"/>
                  <a:pt x="2744" y="375"/>
                  <a:pt x="2729" y="442"/>
                </a:cubicBezTo>
                <a:cubicBezTo>
                  <a:pt x="2784" y="477"/>
                  <a:pt x="2872" y="465"/>
                  <a:pt x="2889" y="543"/>
                </a:cubicBezTo>
                <a:cubicBezTo>
                  <a:pt x="2927" y="535"/>
                  <a:pt x="2962" y="522"/>
                  <a:pt x="2998" y="522"/>
                </a:cubicBezTo>
                <a:cubicBezTo>
                  <a:pt x="3018" y="522"/>
                  <a:pt x="3042" y="539"/>
                  <a:pt x="3058" y="555"/>
                </a:cubicBezTo>
                <a:cubicBezTo>
                  <a:pt x="3097" y="595"/>
                  <a:pt x="3095" y="632"/>
                  <a:pt x="3057" y="690"/>
                </a:cubicBezTo>
                <a:cubicBezTo>
                  <a:pt x="3143" y="730"/>
                  <a:pt x="3151" y="746"/>
                  <a:pt x="3131" y="843"/>
                </a:cubicBezTo>
                <a:cubicBezTo>
                  <a:pt x="3183" y="834"/>
                  <a:pt x="3228" y="849"/>
                  <a:pt x="3244" y="900"/>
                </a:cubicBezTo>
                <a:cubicBezTo>
                  <a:pt x="3262" y="955"/>
                  <a:pt x="3220" y="979"/>
                  <a:pt x="3176" y="995"/>
                </a:cubicBezTo>
                <a:cubicBezTo>
                  <a:pt x="3222" y="1012"/>
                  <a:pt x="3265" y="1028"/>
                  <a:pt x="3308" y="1045"/>
                </a:cubicBezTo>
                <a:cubicBezTo>
                  <a:pt x="3352" y="1062"/>
                  <a:pt x="3357" y="1093"/>
                  <a:pt x="3321" y="1134"/>
                </a:cubicBezTo>
                <a:cubicBezTo>
                  <a:pt x="3329" y="1146"/>
                  <a:pt x="3338" y="1158"/>
                  <a:pt x="3346" y="1171"/>
                </a:cubicBezTo>
                <a:cubicBezTo>
                  <a:pt x="3353" y="1184"/>
                  <a:pt x="3359" y="1199"/>
                  <a:pt x="3366" y="1217"/>
                </a:cubicBezTo>
                <a:cubicBezTo>
                  <a:pt x="3400" y="1213"/>
                  <a:pt x="3438" y="1209"/>
                  <a:pt x="3466" y="1241"/>
                </a:cubicBezTo>
                <a:cubicBezTo>
                  <a:pt x="3492" y="1271"/>
                  <a:pt x="3498" y="1304"/>
                  <a:pt x="3480" y="1344"/>
                </a:cubicBezTo>
                <a:cubicBezTo>
                  <a:pt x="3522" y="1359"/>
                  <a:pt x="3560" y="1378"/>
                  <a:pt x="3548" y="1433"/>
                </a:cubicBezTo>
                <a:cubicBezTo>
                  <a:pt x="3539" y="1471"/>
                  <a:pt x="3499" y="1503"/>
                  <a:pt x="3450" y="1510"/>
                </a:cubicBezTo>
                <a:cubicBezTo>
                  <a:pt x="3443" y="1538"/>
                  <a:pt x="3435" y="1564"/>
                  <a:pt x="3428" y="1593"/>
                </a:cubicBezTo>
                <a:cubicBezTo>
                  <a:pt x="3474" y="1635"/>
                  <a:pt x="3446" y="1675"/>
                  <a:pt x="3410" y="1699"/>
                </a:cubicBezTo>
                <a:cubicBezTo>
                  <a:pt x="3407" y="1733"/>
                  <a:pt x="3404" y="1763"/>
                  <a:pt x="3401" y="1798"/>
                </a:cubicBezTo>
                <a:cubicBezTo>
                  <a:pt x="3459" y="1828"/>
                  <a:pt x="3465" y="1886"/>
                  <a:pt x="3456" y="1947"/>
                </a:cubicBezTo>
                <a:cubicBezTo>
                  <a:pt x="3447" y="2018"/>
                  <a:pt x="3384" y="2016"/>
                  <a:pt x="3331" y="2030"/>
                </a:cubicBezTo>
                <a:cubicBezTo>
                  <a:pt x="3389" y="2039"/>
                  <a:pt x="3436" y="2063"/>
                  <a:pt x="3433" y="2126"/>
                </a:cubicBezTo>
                <a:cubicBezTo>
                  <a:pt x="3430" y="2198"/>
                  <a:pt x="3382" y="2238"/>
                  <a:pt x="3316" y="2259"/>
                </a:cubicBezTo>
                <a:cubicBezTo>
                  <a:pt x="3323" y="2296"/>
                  <a:pt x="3330" y="2333"/>
                  <a:pt x="3303" y="2364"/>
                </a:cubicBezTo>
                <a:cubicBezTo>
                  <a:pt x="3278" y="2393"/>
                  <a:pt x="3251" y="2417"/>
                  <a:pt x="3208" y="2394"/>
                </a:cubicBezTo>
                <a:cubicBezTo>
                  <a:pt x="3218" y="2404"/>
                  <a:pt x="3230" y="2412"/>
                  <a:pt x="3238" y="2423"/>
                </a:cubicBezTo>
                <a:cubicBezTo>
                  <a:pt x="3280" y="2487"/>
                  <a:pt x="3235" y="2584"/>
                  <a:pt x="3160" y="2600"/>
                </a:cubicBezTo>
                <a:cubicBezTo>
                  <a:pt x="3144" y="2604"/>
                  <a:pt x="3131" y="2625"/>
                  <a:pt x="3117" y="2637"/>
                </a:cubicBezTo>
                <a:cubicBezTo>
                  <a:pt x="3172" y="2721"/>
                  <a:pt x="3152" y="2787"/>
                  <a:pt x="3067" y="2810"/>
                </a:cubicBezTo>
                <a:cubicBezTo>
                  <a:pt x="3062" y="2850"/>
                  <a:pt x="3059" y="2891"/>
                  <a:pt x="3052" y="2931"/>
                </a:cubicBezTo>
                <a:cubicBezTo>
                  <a:pt x="3044" y="2980"/>
                  <a:pt x="3000" y="3012"/>
                  <a:pt x="2933" y="3020"/>
                </a:cubicBezTo>
                <a:cubicBezTo>
                  <a:pt x="2917" y="3094"/>
                  <a:pt x="2874" y="3143"/>
                  <a:pt x="2794" y="3149"/>
                </a:cubicBezTo>
                <a:cubicBezTo>
                  <a:pt x="2778" y="3305"/>
                  <a:pt x="2674" y="3371"/>
                  <a:pt x="2566" y="3293"/>
                </a:cubicBezTo>
                <a:cubicBezTo>
                  <a:pt x="2546" y="3346"/>
                  <a:pt x="2510" y="3372"/>
                  <a:pt x="2452" y="3364"/>
                </a:cubicBezTo>
                <a:cubicBezTo>
                  <a:pt x="2447" y="3364"/>
                  <a:pt x="2440" y="3372"/>
                  <a:pt x="2435" y="3377"/>
                </a:cubicBezTo>
                <a:cubicBezTo>
                  <a:pt x="2379" y="3431"/>
                  <a:pt x="2320" y="3437"/>
                  <a:pt x="2263" y="3401"/>
                </a:cubicBezTo>
                <a:cubicBezTo>
                  <a:pt x="2229" y="3417"/>
                  <a:pt x="2200" y="3431"/>
                  <a:pt x="2171" y="3444"/>
                </a:cubicBezTo>
                <a:cubicBezTo>
                  <a:pt x="2169" y="3445"/>
                  <a:pt x="2167" y="3445"/>
                  <a:pt x="2165" y="3447"/>
                </a:cubicBezTo>
                <a:cubicBezTo>
                  <a:pt x="2070" y="3497"/>
                  <a:pt x="2019" y="3486"/>
                  <a:pt x="1958" y="3401"/>
                </a:cubicBezTo>
                <a:cubicBezTo>
                  <a:pt x="1933" y="3412"/>
                  <a:pt x="1906" y="3414"/>
                  <a:pt x="1895" y="3451"/>
                </a:cubicBezTo>
                <a:cubicBezTo>
                  <a:pt x="1887" y="3482"/>
                  <a:pt x="1851" y="3483"/>
                  <a:pt x="1823" y="3477"/>
                </a:cubicBezTo>
                <a:cubicBezTo>
                  <a:pt x="1804" y="3473"/>
                  <a:pt x="1794" y="3478"/>
                  <a:pt x="1780" y="3490"/>
                </a:cubicBezTo>
                <a:cubicBezTo>
                  <a:pt x="1723" y="3542"/>
                  <a:pt x="1624" y="3534"/>
                  <a:pt x="1575" y="3474"/>
                </a:cubicBezTo>
                <a:cubicBezTo>
                  <a:pt x="1565" y="3462"/>
                  <a:pt x="1564" y="3442"/>
                  <a:pt x="1558" y="3427"/>
                </a:cubicBezTo>
                <a:cubicBezTo>
                  <a:pt x="1555" y="3418"/>
                  <a:pt x="1551" y="3407"/>
                  <a:pt x="1544" y="3402"/>
                </a:cubicBezTo>
                <a:cubicBezTo>
                  <a:pt x="1516" y="3385"/>
                  <a:pt x="1487" y="3369"/>
                  <a:pt x="1457" y="3352"/>
                </a:cubicBezTo>
                <a:cubicBezTo>
                  <a:pt x="1442" y="3414"/>
                  <a:pt x="1401" y="3459"/>
                  <a:pt x="1325" y="3459"/>
                </a:cubicBezTo>
                <a:cubicBezTo>
                  <a:pt x="1273" y="3458"/>
                  <a:pt x="1233" y="3426"/>
                  <a:pt x="1205" y="3368"/>
                </a:cubicBezTo>
                <a:cubicBezTo>
                  <a:pt x="1183" y="3379"/>
                  <a:pt x="1162" y="3392"/>
                  <a:pt x="1140" y="3401"/>
                </a:cubicBezTo>
                <a:cubicBezTo>
                  <a:pt x="1093" y="3419"/>
                  <a:pt x="1055" y="3408"/>
                  <a:pt x="1026" y="3372"/>
                </a:cubicBezTo>
                <a:cubicBezTo>
                  <a:pt x="992" y="3330"/>
                  <a:pt x="985" y="3273"/>
                  <a:pt x="1006" y="3234"/>
                </a:cubicBezTo>
                <a:cubicBezTo>
                  <a:pt x="1011" y="3226"/>
                  <a:pt x="1010" y="3214"/>
                  <a:pt x="1011" y="3203"/>
                </a:cubicBezTo>
                <a:lnTo>
                  <a:pt x="1000" y="3200"/>
                </a:lnTo>
                <a:cubicBezTo>
                  <a:pt x="992" y="3213"/>
                  <a:pt x="986" y="3226"/>
                  <a:pt x="977" y="3238"/>
                </a:cubicBezTo>
                <a:cubicBezTo>
                  <a:pt x="941" y="3294"/>
                  <a:pt x="887" y="3301"/>
                  <a:pt x="836" y="3257"/>
                </a:cubicBezTo>
                <a:cubicBezTo>
                  <a:pt x="770" y="3199"/>
                  <a:pt x="755" y="3145"/>
                  <a:pt x="779" y="3053"/>
                </a:cubicBezTo>
                <a:cubicBezTo>
                  <a:pt x="756" y="3045"/>
                  <a:pt x="734" y="3036"/>
                  <a:pt x="710" y="3027"/>
                </a:cubicBezTo>
                <a:cubicBezTo>
                  <a:pt x="658" y="3091"/>
                  <a:pt x="606" y="3109"/>
                  <a:pt x="549" y="3079"/>
                </a:cubicBezTo>
                <a:cubicBezTo>
                  <a:pt x="474" y="3041"/>
                  <a:pt x="452" y="2964"/>
                  <a:pt x="484" y="2854"/>
                </a:cubicBezTo>
                <a:cubicBezTo>
                  <a:pt x="467" y="2845"/>
                  <a:pt x="447" y="2840"/>
                  <a:pt x="436" y="2826"/>
                </a:cubicBezTo>
                <a:cubicBezTo>
                  <a:pt x="425" y="2812"/>
                  <a:pt x="423" y="2791"/>
                  <a:pt x="417" y="2771"/>
                </a:cubicBezTo>
                <a:cubicBezTo>
                  <a:pt x="316" y="2743"/>
                  <a:pt x="238" y="2638"/>
                  <a:pt x="236" y="2520"/>
                </a:cubicBezTo>
                <a:cubicBezTo>
                  <a:pt x="235" y="2496"/>
                  <a:pt x="231" y="2480"/>
                  <a:pt x="208" y="2464"/>
                </a:cubicBezTo>
                <a:cubicBezTo>
                  <a:pt x="169" y="2439"/>
                  <a:pt x="157" y="2384"/>
                  <a:pt x="174" y="2341"/>
                </a:cubicBezTo>
                <a:cubicBezTo>
                  <a:pt x="177" y="2333"/>
                  <a:pt x="180" y="2325"/>
                  <a:pt x="183" y="2317"/>
                </a:cubicBezTo>
                <a:cubicBezTo>
                  <a:pt x="110" y="2283"/>
                  <a:pt x="102" y="2265"/>
                  <a:pt x="108" y="2158"/>
                </a:cubicBezTo>
                <a:cubicBezTo>
                  <a:pt x="66" y="2145"/>
                  <a:pt x="18" y="2133"/>
                  <a:pt x="5" y="2085"/>
                </a:cubicBezTo>
                <a:cubicBezTo>
                  <a:pt x="-2" y="2056"/>
                  <a:pt x="0" y="2021"/>
                  <a:pt x="9" y="1993"/>
                </a:cubicBezTo>
                <a:cubicBezTo>
                  <a:pt x="32" y="1922"/>
                  <a:pt x="67" y="1910"/>
                  <a:pt x="151" y="1935"/>
                </a:cubicBezTo>
                <a:cubicBezTo>
                  <a:pt x="159" y="1923"/>
                  <a:pt x="168" y="1909"/>
                  <a:pt x="177" y="1896"/>
                </a:cubicBezTo>
                <a:cubicBezTo>
                  <a:pt x="203" y="1893"/>
                  <a:pt x="230" y="1891"/>
                  <a:pt x="252" y="1889"/>
                </a:cubicBezTo>
                <a:cubicBezTo>
                  <a:pt x="248" y="1858"/>
                  <a:pt x="243" y="1819"/>
                  <a:pt x="238" y="1778"/>
                </a:cubicBezTo>
                <a:cubicBezTo>
                  <a:pt x="231" y="1777"/>
                  <a:pt x="218" y="1776"/>
                  <a:pt x="203" y="1775"/>
                </a:cubicBezTo>
                <a:cubicBezTo>
                  <a:pt x="217" y="1821"/>
                  <a:pt x="194" y="1857"/>
                  <a:pt x="174" y="1893"/>
                </a:cubicBezTo>
                <a:moveTo>
                  <a:pt x="398" y="2294"/>
                </a:moveTo>
                <a:cubicBezTo>
                  <a:pt x="373" y="2286"/>
                  <a:pt x="348" y="2278"/>
                  <a:pt x="323" y="2273"/>
                </a:cubicBezTo>
                <a:cubicBezTo>
                  <a:pt x="315" y="2271"/>
                  <a:pt x="306" y="2275"/>
                  <a:pt x="303" y="2275"/>
                </a:cubicBezTo>
                <a:cubicBezTo>
                  <a:pt x="320" y="2295"/>
                  <a:pt x="336" y="2313"/>
                  <a:pt x="350" y="2329"/>
                </a:cubicBezTo>
                <a:cubicBezTo>
                  <a:pt x="365" y="2317"/>
                  <a:pt x="381" y="2305"/>
                  <a:pt x="397" y="2293"/>
                </a:cubicBezTo>
                <a:cubicBezTo>
                  <a:pt x="414" y="2292"/>
                  <a:pt x="431" y="2291"/>
                  <a:pt x="448" y="2289"/>
                </a:cubicBezTo>
                <a:cubicBezTo>
                  <a:pt x="456" y="2259"/>
                  <a:pt x="464" y="2231"/>
                  <a:pt x="473" y="2202"/>
                </a:cubicBezTo>
                <a:cubicBezTo>
                  <a:pt x="462" y="2203"/>
                  <a:pt x="454" y="2208"/>
                  <a:pt x="449" y="2214"/>
                </a:cubicBezTo>
                <a:cubicBezTo>
                  <a:pt x="431" y="2240"/>
                  <a:pt x="415" y="2267"/>
                  <a:pt x="398" y="2294"/>
                </a:cubicBezTo>
                <a:moveTo>
                  <a:pt x="3108" y="1200"/>
                </a:moveTo>
                <a:cubicBezTo>
                  <a:pt x="3098" y="1212"/>
                  <a:pt x="3088" y="1224"/>
                  <a:pt x="3077" y="1236"/>
                </a:cubicBezTo>
                <a:cubicBezTo>
                  <a:pt x="3105" y="1272"/>
                  <a:pt x="3096" y="1302"/>
                  <a:pt x="3068" y="1329"/>
                </a:cubicBezTo>
                <a:cubicBezTo>
                  <a:pt x="3096" y="1333"/>
                  <a:pt x="3123" y="1336"/>
                  <a:pt x="3159" y="1342"/>
                </a:cubicBezTo>
                <a:cubicBezTo>
                  <a:pt x="3121" y="1296"/>
                  <a:pt x="3096" y="1253"/>
                  <a:pt x="3108" y="1199"/>
                </a:cubicBezTo>
                <a:cubicBezTo>
                  <a:pt x="3120" y="1175"/>
                  <a:pt x="3131" y="1151"/>
                  <a:pt x="3146" y="1121"/>
                </a:cubicBezTo>
                <a:cubicBezTo>
                  <a:pt x="3128" y="1126"/>
                  <a:pt x="3113" y="1130"/>
                  <a:pt x="3099" y="1133"/>
                </a:cubicBezTo>
                <a:cubicBezTo>
                  <a:pt x="3103" y="1160"/>
                  <a:pt x="3106" y="1180"/>
                  <a:pt x="3108" y="1200"/>
                </a:cubicBezTo>
                <a:moveTo>
                  <a:pt x="2728" y="1915"/>
                </a:moveTo>
                <a:cubicBezTo>
                  <a:pt x="2725" y="1892"/>
                  <a:pt x="2722" y="1869"/>
                  <a:pt x="2719" y="1853"/>
                </a:cubicBezTo>
                <a:cubicBezTo>
                  <a:pt x="2695" y="1852"/>
                  <a:pt x="2670" y="1857"/>
                  <a:pt x="2654" y="1848"/>
                </a:cubicBezTo>
                <a:cubicBezTo>
                  <a:pt x="2635" y="1837"/>
                  <a:pt x="2624" y="1814"/>
                  <a:pt x="2609" y="1795"/>
                </a:cubicBezTo>
                <a:cubicBezTo>
                  <a:pt x="2598" y="1803"/>
                  <a:pt x="2585" y="1812"/>
                  <a:pt x="2570" y="1822"/>
                </a:cubicBezTo>
                <a:cubicBezTo>
                  <a:pt x="2599" y="1843"/>
                  <a:pt x="2617" y="1870"/>
                  <a:pt x="2595" y="1900"/>
                </a:cubicBezTo>
                <a:cubicBezTo>
                  <a:pt x="2577" y="1924"/>
                  <a:pt x="2550" y="1940"/>
                  <a:pt x="2526" y="1959"/>
                </a:cubicBezTo>
                <a:cubicBezTo>
                  <a:pt x="2536" y="1975"/>
                  <a:pt x="2548" y="1995"/>
                  <a:pt x="2560" y="2016"/>
                </a:cubicBezTo>
                <a:cubicBezTo>
                  <a:pt x="2609" y="2000"/>
                  <a:pt x="2629" y="2012"/>
                  <a:pt x="2648" y="2068"/>
                </a:cubicBezTo>
                <a:cubicBezTo>
                  <a:pt x="2688" y="2057"/>
                  <a:pt x="2709" y="1998"/>
                  <a:pt x="2753" y="2022"/>
                </a:cubicBezTo>
                <a:cubicBezTo>
                  <a:pt x="2773" y="1992"/>
                  <a:pt x="2791" y="1966"/>
                  <a:pt x="2807" y="1942"/>
                </a:cubicBezTo>
                <a:cubicBezTo>
                  <a:pt x="2783" y="1952"/>
                  <a:pt x="2756" y="1951"/>
                  <a:pt x="2734" y="1927"/>
                </a:cubicBezTo>
                <a:cubicBezTo>
                  <a:pt x="2732" y="1923"/>
                  <a:pt x="2730" y="1919"/>
                  <a:pt x="2729" y="1915"/>
                </a:cubicBezTo>
                <a:lnTo>
                  <a:pt x="2728" y="1915"/>
                </a:lnTo>
                <a:moveTo>
                  <a:pt x="681" y="2228"/>
                </a:moveTo>
                <a:cubicBezTo>
                  <a:pt x="743" y="2233"/>
                  <a:pt x="772" y="2189"/>
                  <a:pt x="782" y="2110"/>
                </a:cubicBezTo>
                <a:cubicBezTo>
                  <a:pt x="787" y="2072"/>
                  <a:pt x="721" y="2002"/>
                  <a:pt x="684" y="2001"/>
                </a:cubicBezTo>
                <a:cubicBezTo>
                  <a:pt x="631" y="1998"/>
                  <a:pt x="575" y="2050"/>
                  <a:pt x="573" y="2104"/>
                </a:cubicBezTo>
                <a:cubicBezTo>
                  <a:pt x="572" y="2169"/>
                  <a:pt x="622" y="2227"/>
                  <a:pt x="681" y="2228"/>
                </a:cubicBezTo>
                <a:moveTo>
                  <a:pt x="1078" y="1709"/>
                </a:moveTo>
                <a:cubicBezTo>
                  <a:pt x="1101" y="1704"/>
                  <a:pt x="1133" y="1706"/>
                  <a:pt x="1140" y="1694"/>
                </a:cubicBezTo>
                <a:cubicBezTo>
                  <a:pt x="1165" y="1652"/>
                  <a:pt x="1190" y="1609"/>
                  <a:pt x="1177" y="1552"/>
                </a:cubicBezTo>
                <a:cubicBezTo>
                  <a:pt x="1163" y="1487"/>
                  <a:pt x="1138" y="1458"/>
                  <a:pt x="1070" y="1451"/>
                </a:cubicBezTo>
                <a:cubicBezTo>
                  <a:pt x="1005" y="1445"/>
                  <a:pt x="966" y="1483"/>
                  <a:pt x="973" y="1548"/>
                </a:cubicBezTo>
                <a:cubicBezTo>
                  <a:pt x="974" y="1559"/>
                  <a:pt x="986" y="1575"/>
                  <a:pt x="996" y="1578"/>
                </a:cubicBezTo>
                <a:cubicBezTo>
                  <a:pt x="1047" y="1593"/>
                  <a:pt x="1074" y="1626"/>
                  <a:pt x="1075" y="1680"/>
                </a:cubicBezTo>
                <a:cubicBezTo>
                  <a:pt x="1075" y="1687"/>
                  <a:pt x="1076" y="1694"/>
                  <a:pt x="1078" y="1709"/>
                </a:cubicBezTo>
                <a:moveTo>
                  <a:pt x="972" y="1168"/>
                </a:moveTo>
                <a:cubicBezTo>
                  <a:pt x="971" y="1162"/>
                  <a:pt x="969" y="1149"/>
                  <a:pt x="965" y="1137"/>
                </a:cubicBezTo>
                <a:cubicBezTo>
                  <a:pt x="944" y="1075"/>
                  <a:pt x="883" y="1049"/>
                  <a:pt x="834" y="1080"/>
                </a:cubicBezTo>
                <a:cubicBezTo>
                  <a:pt x="768" y="1121"/>
                  <a:pt x="760" y="1239"/>
                  <a:pt x="822" y="1287"/>
                </a:cubicBezTo>
                <a:cubicBezTo>
                  <a:pt x="833" y="1296"/>
                  <a:pt x="850" y="1302"/>
                  <a:pt x="863" y="1301"/>
                </a:cubicBezTo>
                <a:cubicBezTo>
                  <a:pt x="911" y="1295"/>
                  <a:pt x="972" y="1223"/>
                  <a:pt x="972" y="1168"/>
                </a:cubicBezTo>
                <a:moveTo>
                  <a:pt x="1568" y="3107"/>
                </a:moveTo>
                <a:cubicBezTo>
                  <a:pt x="1561" y="3047"/>
                  <a:pt x="1523" y="3010"/>
                  <a:pt x="1461" y="3004"/>
                </a:cubicBezTo>
                <a:cubicBezTo>
                  <a:pt x="1410" y="3000"/>
                  <a:pt x="1393" y="3011"/>
                  <a:pt x="1377" y="3059"/>
                </a:cubicBezTo>
                <a:cubicBezTo>
                  <a:pt x="1358" y="3118"/>
                  <a:pt x="1384" y="3164"/>
                  <a:pt x="1418" y="3206"/>
                </a:cubicBezTo>
                <a:cubicBezTo>
                  <a:pt x="1452" y="3247"/>
                  <a:pt x="1509" y="3232"/>
                  <a:pt x="1525" y="3181"/>
                </a:cubicBezTo>
                <a:cubicBezTo>
                  <a:pt x="1528" y="3173"/>
                  <a:pt x="1532" y="3164"/>
                  <a:pt x="1537" y="3156"/>
                </a:cubicBezTo>
                <a:cubicBezTo>
                  <a:pt x="1547" y="3140"/>
                  <a:pt x="1557" y="3124"/>
                  <a:pt x="1568" y="3107"/>
                </a:cubicBezTo>
                <a:moveTo>
                  <a:pt x="878" y="1893"/>
                </a:moveTo>
                <a:cubicBezTo>
                  <a:pt x="827" y="1893"/>
                  <a:pt x="788" y="1916"/>
                  <a:pt x="762" y="1959"/>
                </a:cubicBezTo>
                <a:cubicBezTo>
                  <a:pt x="757" y="1967"/>
                  <a:pt x="755" y="1986"/>
                  <a:pt x="760" y="1991"/>
                </a:cubicBezTo>
                <a:cubicBezTo>
                  <a:pt x="798" y="2025"/>
                  <a:pt x="824" y="2066"/>
                  <a:pt x="833" y="2117"/>
                </a:cubicBezTo>
                <a:cubicBezTo>
                  <a:pt x="834" y="2123"/>
                  <a:pt x="840" y="2133"/>
                  <a:pt x="843" y="2133"/>
                </a:cubicBezTo>
                <a:cubicBezTo>
                  <a:pt x="857" y="2131"/>
                  <a:pt x="882" y="2128"/>
                  <a:pt x="882" y="2123"/>
                </a:cubicBezTo>
                <a:cubicBezTo>
                  <a:pt x="886" y="2080"/>
                  <a:pt x="921" y="2055"/>
                  <a:pt x="943" y="2023"/>
                </a:cubicBezTo>
                <a:cubicBezTo>
                  <a:pt x="962" y="1995"/>
                  <a:pt x="971" y="1968"/>
                  <a:pt x="955" y="1936"/>
                </a:cubicBezTo>
                <a:cubicBezTo>
                  <a:pt x="939" y="1903"/>
                  <a:pt x="912" y="1893"/>
                  <a:pt x="878" y="1893"/>
                </a:cubicBezTo>
                <a:moveTo>
                  <a:pt x="2544" y="1381"/>
                </a:moveTo>
                <a:cubicBezTo>
                  <a:pt x="2542" y="1381"/>
                  <a:pt x="2541" y="1381"/>
                  <a:pt x="2540" y="1382"/>
                </a:cubicBezTo>
                <a:cubicBezTo>
                  <a:pt x="2545" y="1401"/>
                  <a:pt x="2548" y="1422"/>
                  <a:pt x="2555" y="1441"/>
                </a:cubicBezTo>
                <a:cubicBezTo>
                  <a:pt x="2566" y="1467"/>
                  <a:pt x="2589" y="1477"/>
                  <a:pt x="2616" y="1474"/>
                </a:cubicBezTo>
                <a:cubicBezTo>
                  <a:pt x="2680" y="1466"/>
                  <a:pt x="2739" y="1389"/>
                  <a:pt x="2724" y="1327"/>
                </a:cubicBezTo>
                <a:cubicBezTo>
                  <a:pt x="2719" y="1307"/>
                  <a:pt x="2701" y="1281"/>
                  <a:pt x="2685" y="1277"/>
                </a:cubicBezTo>
                <a:cubicBezTo>
                  <a:pt x="2592" y="1256"/>
                  <a:pt x="2551" y="1269"/>
                  <a:pt x="2545" y="1365"/>
                </a:cubicBezTo>
                <a:cubicBezTo>
                  <a:pt x="2544" y="1370"/>
                  <a:pt x="2544" y="1375"/>
                  <a:pt x="2544" y="1381"/>
                </a:cubicBezTo>
                <a:moveTo>
                  <a:pt x="804" y="1688"/>
                </a:moveTo>
                <a:cubicBezTo>
                  <a:pt x="802" y="1671"/>
                  <a:pt x="800" y="1654"/>
                  <a:pt x="796" y="1637"/>
                </a:cubicBezTo>
                <a:cubicBezTo>
                  <a:pt x="794" y="1631"/>
                  <a:pt x="789" y="1623"/>
                  <a:pt x="783" y="1621"/>
                </a:cubicBezTo>
                <a:cubicBezTo>
                  <a:pt x="761" y="1614"/>
                  <a:pt x="738" y="1609"/>
                  <a:pt x="715" y="1604"/>
                </a:cubicBezTo>
                <a:cubicBezTo>
                  <a:pt x="680" y="1595"/>
                  <a:pt x="647" y="1597"/>
                  <a:pt x="625" y="1630"/>
                </a:cubicBezTo>
                <a:cubicBezTo>
                  <a:pt x="600" y="1665"/>
                  <a:pt x="600" y="1703"/>
                  <a:pt x="614" y="1742"/>
                </a:cubicBezTo>
                <a:cubicBezTo>
                  <a:pt x="617" y="1750"/>
                  <a:pt x="627" y="1760"/>
                  <a:pt x="634" y="1761"/>
                </a:cubicBezTo>
                <a:cubicBezTo>
                  <a:pt x="671" y="1763"/>
                  <a:pt x="710" y="1769"/>
                  <a:pt x="746" y="1763"/>
                </a:cubicBezTo>
                <a:cubicBezTo>
                  <a:pt x="787" y="1755"/>
                  <a:pt x="805" y="1725"/>
                  <a:pt x="804" y="1688"/>
                </a:cubicBezTo>
                <a:moveTo>
                  <a:pt x="847" y="1724"/>
                </a:moveTo>
                <a:cubicBezTo>
                  <a:pt x="845" y="1775"/>
                  <a:pt x="865" y="1806"/>
                  <a:pt x="907" y="1808"/>
                </a:cubicBezTo>
                <a:cubicBezTo>
                  <a:pt x="935" y="1809"/>
                  <a:pt x="967" y="1806"/>
                  <a:pt x="992" y="1795"/>
                </a:cubicBezTo>
                <a:cubicBezTo>
                  <a:pt x="1012" y="1787"/>
                  <a:pt x="1036" y="1764"/>
                  <a:pt x="1038" y="1745"/>
                </a:cubicBezTo>
                <a:cubicBezTo>
                  <a:pt x="1042" y="1714"/>
                  <a:pt x="1032" y="1680"/>
                  <a:pt x="1024" y="1649"/>
                </a:cubicBezTo>
                <a:cubicBezTo>
                  <a:pt x="1022" y="1641"/>
                  <a:pt x="1006" y="1631"/>
                  <a:pt x="998" y="1632"/>
                </a:cubicBezTo>
                <a:cubicBezTo>
                  <a:pt x="969" y="1635"/>
                  <a:pt x="940" y="1641"/>
                  <a:pt x="912" y="1647"/>
                </a:cubicBezTo>
                <a:cubicBezTo>
                  <a:pt x="855" y="1658"/>
                  <a:pt x="850" y="1665"/>
                  <a:pt x="847" y="1724"/>
                </a:cubicBezTo>
                <a:moveTo>
                  <a:pt x="1869" y="2991"/>
                </a:moveTo>
                <a:cubicBezTo>
                  <a:pt x="1842" y="3001"/>
                  <a:pt x="1818" y="3006"/>
                  <a:pt x="1798" y="3018"/>
                </a:cubicBezTo>
                <a:cubicBezTo>
                  <a:pt x="1776" y="3031"/>
                  <a:pt x="1776" y="3081"/>
                  <a:pt x="1794" y="3115"/>
                </a:cubicBezTo>
                <a:cubicBezTo>
                  <a:pt x="1816" y="3158"/>
                  <a:pt x="1852" y="3186"/>
                  <a:pt x="1880" y="3177"/>
                </a:cubicBezTo>
                <a:cubicBezTo>
                  <a:pt x="1925" y="3163"/>
                  <a:pt x="1961" y="3135"/>
                  <a:pt x="1981" y="3091"/>
                </a:cubicBezTo>
                <a:cubicBezTo>
                  <a:pt x="1992" y="3065"/>
                  <a:pt x="1988" y="3040"/>
                  <a:pt x="1960" y="3027"/>
                </a:cubicBezTo>
                <a:cubicBezTo>
                  <a:pt x="1931" y="3013"/>
                  <a:pt x="1899" y="3003"/>
                  <a:pt x="1869" y="2991"/>
                </a:cubicBezTo>
                <a:moveTo>
                  <a:pt x="1937" y="550"/>
                </a:moveTo>
                <a:cubicBezTo>
                  <a:pt x="1979" y="553"/>
                  <a:pt x="2012" y="542"/>
                  <a:pt x="2014" y="512"/>
                </a:cubicBezTo>
                <a:cubicBezTo>
                  <a:pt x="2017" y="481"/>
                  <a:pt x="2009" y="441"/>
                  <a:pt x="1989" y="419"/>
                </a:cubicBezTo>
                <a:cubicBezTo>
                  <a:pt x="1969" y="396"/>
                  <a:pt x="1931" y="382"/>
                  <a:pt x="1898" y="376"/>
                </a:cubicBezTo>
                <a:cubicBezTo>
                  <a:pt x="1843" y="367"/>
                  <a:pt x="1802" y="418"/>
                  <a:pt x="1821" y="465"/>
                </a:cubicBezTo>
                <a:cubicBezTo>
                  <a:pt x="1844" y="522"/>
                  <a:pt x="1887" y="550"/>
                  <a:pt x="1937" y="550"/>
                </a:cubicBezTo>
                <a:moveTo>
                  <a:pt x="2248" y="2827"/>
                </a:moveTo>
                <a:cubicBezTo>
                  <a:pt x="2216" y="2829"/>
                  <a:pt x="2200" y="2859"/>
                  <a:pt x="2181" y="2883"/>
                </a:cubicBezTo>
                <a:cubicBezTo>
                  <a:pt x="2152" y="2920"/>
                  <a:pt x="2165" y="2984"/>
                  <a:pt x="2203" y="3009"/>
                </a:cubicBezTo>
                <a:cubicBezTo>
                  <a:pt x="2224" y="3023"/>
                  <a:pt x="2246" y="3027"/>
                  <a:pt x="2267" y="3014"/>
                </a:cubicBezTo>
                <a:cubicBezTo>
                  <a:pt x="2286" y="3001"/>
                  <a:pt x="2305" y="2988"/>
                  <a:pt x="2320" y="2971"/>
                </a:cubicBezTo>
                <a:cubicBezTo>
                  <a:pt x="2344" y="2942"/>
                  <a:pt x="2356" y="2906"/>
                  <a:pt x="2340" y="2869"/>
                </a:cubicBezTo>
                <a:cubicBezTo>
                  <a:pt x="2324" y="2831"/>
                  <a:pt x="2287" y="2832"/>
                  <a:pt x="2248" y="2827"/>
                </a:cubicBezTo>
                <a:moveTo>
                  <a:pt x="2414" y="2218"/>
                </a:moveTo>
                <a:cubicBezTo>
                  <a:pt x="2414" y="2276"/>
                  <a:pt x="2444" y="2312"/>
                  <a:pt x="2496" y="2313"/>
                </a:cubicBezTo>
                <a:cubicBezTo>
                  <a:pt x="2548" y="2314"/>
                  <a:pt x="2597" y="2274"/>
                  <a:pt x="2596" y="2231"/>
                </a:cubicBezTo>
                <a:cubicBezTo>
                  <a:pt x="2596" y="2179"/>
                  <a:pt x="2548" y="2127"/>
                  <a:pt x="2496" y="2132"/>
                </a:cubicBezTo>
                <a:cubicBezTo>
                  <a:pt x="2438" y="2138"/>
                  <a:pt x="2416" y="2148"/>
                  <a:pt x="2414" y="2217"/>
                </a:cubicBezTo>
                <a:lnTo>
                  <a:pt x="2414" y="2218"/>
                </a:lnTo>
                <a:moveTo>
                  <a:pt x="2354" y="1977"/>
                </a:moveTo>
                <a:cubicBezTo>
                  <a:pt x="2354" y="1977"/>
                  <a:pt x="2354" y="1976"/>
                  <a:pt x="2354" y="1975"/>
                </a:cubicBezTo>
                <a:cubicBezTo>
                  <a:pt x="2344" y="1977"/>
                  <a:pt x="2328" y="1976"/>
                  <a:pt x="2324" y="1982"/>
                </a:cubicBezTo>
                <a:cubicBezTo>
                  <a:pt x="2309" y="2007"/>
                  <a:pt x="2291" y="2032"/>
                  <a:pt x="2286" y="2060"/>
                </a:cubicBezTo>
                <a:cubicBezTo>
                  <a:pt x="2280" y="2087"/>
                  <a:pt x="2305" y="2104"/>
                  <a:pt x="2329" y="2114"/>
                </a:cubicBezTo>
                <a:cubicBezTo>
                  <a:pt x="2361" y="2128"/>
                  <a:pt x="2391" y="2124"/>
                  <a:pt x="2421" y="2103"/>
                </a:cubicBezTo>
                <a:cubicBezTo>
                  <a:pt x="2438" y="2091"/>
                  <a:pt x="2457" y="2082"/>
                  <a:pt x="2477" y="2076"/>
                </a:cubicBezTo>
                <a:cubicBezTo>
                  <a:pt x="2510" y="2066"/>
                  <a:pt x="2522" y="2040"/>
                  <a:pt x="2506" y="2009"/>
                </a:cubicBezTo>
                <a:cubicBezTo>
                  <a:pt x="2492" y="1981"/>
                  <a:pt x="2467" y="1972"/>
                  <a:pt x="2439" y="1972"/>
                </a:cubicBezTo>
                <a:cubicBezTo>
                  <a:pt x="2411" y="1971"/>
                  <a:pt x="2382" y="1975"/>
                  <a:pt x="2354" y="1977"/>
                </a:cubicBezTo>
                <a:moveTo>
                  <a:pt x="2855" y="1664"/>
                </a:moveTo>
                <a:cubicBezTo>
                  <a:pt x="2856" y="1657"/>
                  <a:pt x="2857" y="1651"/>
                  <a:pt x="2858" y="1646"/>
                </a:cubicBezTo>
                <a:cubicBezTo>
                  <a:pt x="2870" y="1591"/>
                  <a:pt x="2883" y="1585"/>
                  <a:pt x="2930" y="1614"/>
                </a:cubicBezTo>
                <a:cubicBezTo>
                  <a:pt x="2965" y="1636"/>
                  <a:pt x="2983" y="1633"/>
                  <a:pt x="3018" y="1590"/>
                </a:cubicBezTo>
                <a:cubicBezTo>
                  <a:pt x="3002" y="1592"/>
                  <a:pt x="2991" y="1591"/>
                  <a:pt x="2982" y="1594"/>
                </a:cubicBezTo>
                <a:cubicBezTo>
                  <a:pt x="2931" y="1606"/>
                  <a:pt x="2890" y="1583"/>
                  <a:pt x="2884" y="1532"/>
                </a:cubicBezTo>
                <a:cubicBezTo>
                  <a:pt x="2879" y="1494"/>
                  <a:pt x="2883" y="1455"/>
                  <a:pt x="2881" y="1417"/>
                </a:cubicBezTo>
                <a:cubicBezTo>
                  <a:pt x="2880" y="1411"/>
                  <a:pt x="2867" y="1400"/>
                  <a:pt x="2866" y="1400"/>
                </a:cubicBezTo>
                <a:cubicBezTo>
                  <a:pt x="2821" y="1429"/>
                  <a:pt x="2792" y="1407"/>
                  <a:pt x="2768" y="1366"/>
                </a:cubicBezTo>
                <a:cubicBezTo>
                  <a:pt x="2764" y="1383"/>
                  <a:pt x="2761" y="1395"/>
                  <a:pt x="2758" y="1408"/>
                </a:cubicBezTo>
                <a:cubicBezTo>
                  <a:pt x="2842" y="1429"/>
                  <a:pt x="2883" y="1485"/>
                  <a:pt x="2872" y="1560"/>
                </a:cubicBezTo>
                <a:cubicBezTo>
                  <a:pt x="2865" y="1607"/>
                  <a:pt x="2830" y="1629"/>
                  <a:pt x="2785" y="1615"/>
                </a:cubicBezTo>
                <a:cubicBezTo>
                  <a:pt x="2747" y="1604"/>
                  <a:pt x="2729" y="1577"/>
                  <a:pt x="2720" y="1540"/>
                </a:cubicBezTo>
                <a:cubicBezTo>
                  <a:pt x="2716" y="1522"/>
                  <a:pt x="2706" y="1504"/>
                  <a:pt x="2698" y="1485"/>
                </a:cubicBezTo>
                <a:cubicBezTo>
                  <a:pt x="2674" y="1497"/>
                  <a:pt x="2658" y="1505"/>
                  <a:pt x="2641" y="1514"/>
                </a:cubicBezTo>
                <a:cubicBezTo>
                  <a:pt x="2701" y="1540"/>
                  <a:pt x="2717" y="1560"/>
                  <a:pt x="2713" y="1596"/>
                </a:cubicBezTo>
                <a:cubicBezTo>
                  <a:pt x="2707" y="1644"/>
                  <a:pt x="2667" y="1680"/>
                  <a:pt x="2609" y="1689"/>
                </a:cubicBezTo>
                <a:cubicBezTo>
                  <a:pt x="2616" y="1703"/>
                  <a:pt x="2623" y="1716"/>
                  <a:pt x="2631" y="1731"/>
                </a:cubicBezTo>
                <a:cubicBezTo>
                  <a:pt x="2643" y="1726"/>
                  <a:pt x="2660" y="1725"/>
                  <a:pt x="2665" y="1717"/>
                </a:cubicBezTo>
                <a:cubicBezTo>
                  <a:pt x="2687" y="1677"/>
                  <a:pt x="2715" y="1679"/>
                  <a:pt x="2746" y="1706"/>
                </a:cubicBezTo>
                <a:cubicBezTo>
                  <a:pt x="2762" y="1632"/>
                  <a:pt x="2789" y="1622"/>
                  <a:pt x="2856" y="1664"/>
                </a:cubicBezTo>
                <a:lnTo>
                  <a:pt x="2855" y="1664"/>
                </a:lnTo>
                <a:moveTo>
                  <a:pt x="2414" y="2890"/>
                </a:moveTo>
                <a:cubicBezTo>
                  <a:pt x="2422" y="2920"/>
                  <a:pt x="2416" y="2962"/>
                  <a:pt x="2457" y="2981"/>
                </a:cubicBezTo>
                <a:cubicBezTo>
                  <a:pt x="2490" y="2996"/>
                  <a:pt x="2520" y="2989"/>
                  <a:pt x="2545" y="2966"/>
                </a:cubicBezTo>
                <a:cubicBezTo>
                  <a:pt x="2567" y="2946"/>
                  <a:pt x="2586" y="2923"/>
                  <a:pt x="2566" y="2890"/>
                </a:cubicBezTo>
                <a:cubicBezTo>
                  <a:pt x="2564" y="2886"/>
                  <a:pt x="2565" y="2879"/>
                  <a:pt x="2566" y="2874"/>
                </a:cubicBezTo>
                <a:cubicBezTo>
                  <a:pt x="2572" y="2825"/>
                  <a:pt x="2531" y="2785"/>
                  <a:pt x="2483" y="2794"/>
                </a:cubicBezTo>
                <a:cubicBezTo>
                  <a:pt x="2431" y="2803"/>
                  <a:pt x="2414" y="2826"/>
                  <a:pt x="2414" y="2890"/>
                </a:cubicBezTo>
                <a:moveTo>
                  <a:pt x="1466" y="390"/>
                </a:moveTo>
                <a:cubicBezTo>
                  <a:pt x="1469" y="390"/>
                  <a:pt x="1473" y="390"/>
                  <a:pt x="1476" y="390"/>
                </a:cubicBezTo>
                <a:cubicBezTo>
                  <a:pt x="1477" y="380"/>
                  <a:pt x="1480" y="370"/>
                  <a:pt x="1478" y="361"/>
                </a:cubicBezTo>
                <a:cubicBezTo>
                  <a:pt x="1459" y="302"/>
                  <a:pt x="1476" y="250"/>
                  <a:pt x="1510" y="203"/>
                </a:cubicBezTo>
                <a:cubicBezTo>
                  <a:pt x="1527" y="178"/>
                  <a:pt x="1525" y="154"/>
                  <a:pt x="1502" y="134"/>
                </a:cubicBezTo>
                <a:cubicBezTo>
                  <a:pt x="1475" y="111"/>
                  <a:pt x="1446" y="112"/>
                  <a:pt x="1418" y="129"/>
                </a:cubicBezTo>
                <a:cubicBezTo>
                  <a:pt x="1386" y="149"/>
                  <a:pt x="1359" y="174"/>
                  <a:pt x="1358" y="216"/>
                </a:cubicBezTo>
                <a:cubicBezTo>
                  <a:pt x="1358" y="237"/>
                  <a:pt x="1363" y="258"/>
                  <a:pt x="1366" y="282"/>
                </a:cubicBezTo>
                <a:cubicBezTo>
                  <a:pt x="1415" y="301"/>
                  <a:pt x="1449" y="337"/>
                  <a:pt x="1466" y="390"/>
                </a:cubicBezTo>
                <a:moveTo>
                  <a:pt x="1140" y="646"/>
                </a:moveTo>
                <a:cubicBezTo>
                  <a:pt x="1139" y="595"/>
                  <a:pt x="1083" y="561"/>
                  <a:pt x="1029" y="580"/>
                </a:cubicBezTo>
                <a:cubicBezTo>
                  <a:pt x="990" y="593"/>
                  <a:pt x="966" y="621"/>
                  <a:pt x="949" y="657"/>
                </a:cubicBezTo>
                <a:cubicBezTo>
                  <a:pt x="937" y="683"/>
                  <a:pt x="934" y="706"/>
                  <a:pt x="956" y="729"/>
                </a:cubicBezTo>
                <a:cubicBezTo>
                  <a:pt x="978" y="752"/>
                  <a:pt x="1003" y="753"/>
                  <a:pt x="1030" y="741"/>
                </a:cubicBezTo>
                <a:cubicBezTo>
                  <a:pt x="1052" y="731"/>
                  <a:pt x="1074" y="722"/>
                  <a:pt x="1096" y="712"/>
                </a:cubicBezTo>
                <a:cubicBezTo>
                  <a:pt x="1124" y="699"/>
                  <a:pt x="1138" y="676"/>
                  <a:pt x="1140" y="646"/>
                </a:cubicBezTo>
                <a:moveTo>
                  <a:pt x="1824" y="349"/>
                </a:moveTo>
                <a:cubicBezTo>
                  <a:pt x="1818" y="320"/>
                  <a:pt x="1813" y="290"/>
                  <a:pt x="1805" y="261"/>
                </a:cubicBezTo>
                <a:cubicBezTo>
                  <a:pt x="1801" y="248"/>
                  <a:pt x="1794" y="235"/>
                  <a:pt x="1784" y="226"/>
                </a:cubicBezTo>
                <a:cubicBezTo>
                  <a:pt x="1764" y="209"/>
                  <a:pt x="1696" y="212"/>
                  <a:pt x="1675" y="230"/>
                </a:cubicBezTo>
                <a:cubicBezTo>
                  <a:pt x="1650" y="251"/>
                  <a:pt x="1656" y="278"/>
                  <a:pt x="1663" y="305"/>
                </a:cubicBezTo>
                <a:cubicBezTo>
                  <a:pt x="1666" y="317"/>
                  <a:pt x="1669" y="328"/>
                  <a:pt x="1672" y="340"/>
                </a:cubicBezTo>
                <a:cubicBezTo>
                  <a:pt x="1680" y="364"/>
                  <a:pt x="1676" y="384"/>
                  <a:pt x="1656" y="401"/>
                </a:cubicBezTo>
                <a:cubicBezTo>
                  <a:pt x="1650" y="407"/>
                  <a:pt x="1650" y="419"/>
                  <a:pt x="1646" y="428"/>
                </a:cubicBezTo>
                <a:cubicBezTo>
                  <a:pt x="1656" y="424"/>
                  <a:pt x="1666" y="422"/>
                  <a:pt x="1675" y="417"/>
                </a:cubicBezTo>
                <a:cubicBezTo>
                  <a:pt x="1699" y="405"/>
                  <a:pt x="1725" y="380"/>
                  <a:pt x="1747" y="383"/>
                </a:cubicBezTo>
                <a:cubicBezTo>
                  <a:pt x="1783" y="386"/>
                  <a:pt x="1803" y="372"/>
                  <a:pt x="1824" y="349"/>
                </a:cubicBezTo>
                <a:moveTo>
                  <a:pt x="1176" y="845"/>
                </a:moveTo>
                <a:cubicBezTo>
                  <a:pt x="1179" y="780"/>
                  <a:pt x="1160" y="753"/>
                  <a:pt x="1121" y="756"/>
                </a:cubicBezTo>
                <a:cubicBezTo>
                  <a:pt x="1061" y="760"/>
                  <a:pt x="1005" y="818"/>
                  <a:pt x="1014" y="876"/>
                </a:cubicBezTo>
                <a:cubicBezTo>
                  <a:pt x="1017" y="899"/>
                  <a:pt x="1043" y="925"/>
                  <a:pt x="1065" y="939"/>
                </a:cubicBezTo>
                <a:cubicBezTo>
                  <a:pt x="1080" y="948"/>
                  <a:pt x="1110" y="946"/>
                  <a:pt x="1128" y="938"/>
                </a:cubicBezTo>
                <a:cubicBezTo>
                  <a:pt x="1168" y="917"/>
                  <a:pt x="1178" y="878"/>
                  <a:pt x="1176" y="845"/>
                </a:cubicBezTo>
                <a:moveTo>
                  <a:pt x="1189" y="1863"/>
                </a:moveTo>
                <a:cubicBezTo>
                  <a:pt x="1184" y="1839"/>
                  <a:pt x="1182" y="1818"/>
                  <a:pt x="1174" y="1799"/>
                </a:cubicBezTo>
                <a:cubicBezTo>
                  <a:pt x="1160" y="1761"/>
                  <a:pt x="1118" y="1745"/>
                  <a:pt x="1087" y="1767"/>
                </a:cubicBezTo>
                <a:cubicBezTo>
                  <a:pt x="1049" y="1793"/>
                  <a:pt x="1024" y="1829"/>
                  <a:pt x="1018" y="1876"/>
                </a:cubicBezTo>
                <a:cubicBezTo>
                  <a:pt x="1014" y="1906"/>
                  <a:pt x="1030" y="1928"/>
                  <a:pt x="1053" y="1944"/>
                </a:cubicBezTo>
                <a:cubicBezTo>
                  <a:pt x="1075" y="1960"/>
                  <a:pt x="1097" y="1952"/>
                  <a:pt x="1117" y="1938"/>
                </a:cubicBezTo>
                <a:cubicBezTo>
                  <a:pt x="1135" y="1926"/>
                  <a:pt x="1153" y="1912"/>
                  <a:pt x="1169" y="1896"/>
                </a:cubicBezTo>
                <a:cubicBezTo>
                  <a:pt x="1179" y="1887"/>
                  <a:pt x="1183" y="1873"/>
                  <a:pt x="1189" y="1863"/>
                </a:cubicBezTo>
                <a:moveTo>
                  <a:pt x="2001" y="2658"/>
                </a:moveTo>
                <a:cubicBezTo>
                  <a:pt x="2049" y="2652"/>
                  <a:pt x="2109" y="2608"/>
                  <a:pt x="2123" y="2567"/>
                </a:cubicBezTo>
                <a:cubicBezTo>
                  <a:pt x="2131" y="2543"/>
                  <a:pt x="2131" y="2520"/>
                  <a:pt x="2112" y="2500"/>
                </a:cubicBezTo>
                <a:cubicBezTo>
                  <a:pt x="2092" y="2481"/>
                  <a:pt x="2071" y="2468"/>
                  <a:pt x="2042" y="2480"/>
                </a:cubicBezTo>
                <a:cubicBezTo>
                  <a:pt x="2027" y="2486"/>
                  <a:pt x="2012" y="2492"/>
                  <a:pt x="1997" y="2498"/>
                </a:cubicBezTo>
                <a:cubicBezTo>
                  <a:pt x="1954" y="2515"/>
                  <a:pt x="1928" y="2587"/>
                  <a:pt x="1954" y="2624"/>
                </a:cubicBezTo>
                <a:cubicBezTo>
                  <a:pt x="1965" y="2639"/>
                  <a:pt x="1985" y="2647"/>
                  <a:pt x="2001" y="2658"/>
                </a:cubicBezTo>
                <a:moveTo>
                  <a:pt x="2708" y="2701"/>
                </a:moveTo>
                <a:cubicBezTo>
                  <a:pt x="2708" y="2695"/>
                  <a:pt x="2708" y="2690"/>
                  <a:pt x="2708" y="2684"/>
                </a:cubicBezTo>
                <a:cubicBezTo>
                  <a:pt x="2703" y="2627"/>
                  <a:pt x="2628" y="2585"/>
                  <a:pt x="2585" y="2616"/>
                </a:cubicBezTo>
                <a:cubicBezTo>
                  <a:pt x="2535" y="2650"/>
                  <a:pt x="2537" y="2753"/>
                  <a:pt x="2589" y="2785"/>
                </a:cubicBezTo>
                <a:cubicBezTo>
                  <a:pt x="2598" y="2791"/>
                  <a:pt x="2609" y="2794"/>
                  <a:pt x="2620" y="2793"/>
                </a:cubicBezTo>
                <a:cubicBezTo>
                  <a:pt x="2670" y="2792"/>
                  <a:pt x="2708" y="2751"/>
                  <a:pt x="2708" y="2701"/>
                </a:cubicBezTo>
                <a:moveTo>
                  <a:pt x="511" y="846"/>
                </a:moveTo>
                <a:cubicBezTo>
                  <a:pt x="548" y="862"/>
                  <a:pt x="583" y="882"/>
                  <a:pt x="580" y="929"/>
                </a:cubicBezTo>
                <a:cubicBezTo>
                  <a:pt x="577" y="978"/>
                  <a:pt x="552" y="1014"/>
                  <a:pt x="509" y="1034"/>
                </a:cubicBezTo>
                <a:cubicBezTo>
                  <a:pt x="471" y="1052"/>
                  <a:pt x="440" y="1034"/>
                  <a:pt x="413" y="1003"/>
                </a:cubicBezTo>
                <a:cubicBezTo>
                  <a:pt x="406" y="1013"/>
                  <a:pt x="399" y="1022"/>
                  <a:pt x="392" y="1033"/>
                </a:cubicBezTo>
                <a:cubicBezTo>
                  <a:pt x="436" y="1062"/>
                  <a:pt x="478" y="1091"/>
                  <a:pt x="469" y="1153"/>
                </a:cubicBezTo>
                <a:cubicBezTo>
                  <a:pt x="481" y="1155"/>
                  <a:pt x="490" y="1155"/>
                  <a:pt x="499" y="1156"/>
                </a:cubicBezTo>
                <a:cubicBezTo>
                  <a:pt x="513" y="1046"/>
                  <a:pt x="520" y="1037"/>
                  <a:pt x="575" y="1036"/>
                </a:cubicBezTo>
                <a:cubicBezTo>
                  <a:pt x="590" y="995"/>
                  <a:pt x="601" y="955"/>
                  <a:pt x="620" y="920"/>
                </a:cubicBezTo>
                <a:cubicBezTo>
                  <a:pt x="631" y="899"/>
                  <a:pt x="639" y="881"/>
                  <a:pt x="638" y="857"/>
                </a:cubicBezTo>
                <a:cubicBezTo>
                  <a:pt x="637" y="812"/>
                  <a:pt x="614" y="789"/>
                  <a:pt x="567" y="785"/>
                </a:cubicBezTo>
                <a:cubicBezTo>
                  <a:pt x="527" y="782"/>
                  <a:pt x="521" y="788"/>
                  <a:pt x="511" y="846"/>
                </a:cubicBezTo>
                <a:moveTo>
                  <a:pt x="418" y="829"/>
                </a:moveTo>
                <a:cubicBezTo>
                  <a:pt x="416" y="823"/>
                  <a:pt x="413" y="809"/>
                  <a:pt x="405" y="805"/>
                </a:cubicBezTo>
                <a:cubicBezTo>
                  <a:pt x="375" y="789"/>
                  <a:pt x="343" y="783"/>
                  <a:pt x="313" y="805"/>
                </a:cubicBezTo>
                <a:cubicBezTo>
                  <a:pt x="237" y="863"/>
                  <a:pt x="246" y="916"/>
                  <a:pt x="315" y="987"/>
                </a:cubicBezTo>
                <a:cubicBezTo>
                  <a:pt x="340" y="1013"/>
                  <a:pt x="363" y="1010"/>
                  <a:pt x="375" y="977"/>
                </a:cubicBezTo>
                <a:cubicBezTo>
                  <a:pt x="393" y="931"/>
                  <a:pt x="403" y="882"/>
                  <a:pt x="418" y="829"/>
                </a:cubicBezTo>
                <a:moveTo>
                  <a:pt x="1645" y="980"/>
                </a:moveTo>
                <a:cubicBezTo>
                  <a:pt x="1676" y="980"/>
                  <a:pt x="1741" y="925"/>
                  <a:pt x="1747" y="897"/>
                </a:cubicBezTo>
                <a:cubicBezTo>
                  <a:pt x="1748" y="893"/>
                  <a:pt x="1748" y="889"/>
                  <a:pt x="1746" y="885"/>
                </a:cubicBezTo>
                <a:cubicBezTo>
                  <a:pt x="1733" y="848"/>
                  <a:pt x="1714" y="815"/>
                  <a:pt x="1676" y="802"/>
                </a:cubicBezTo>
                <a:cubicBezTo>
                  <a:pt x="1659" y="796"/>
                  <a:pt x="1635" y="796"/>
                  <a:pt x="1620" y="804"/>
                </a:cubicBezTo>
                <a:cubicBezTo>
                  <a:pt x="1587" y="823"/>
                  <a:pt x="1568" y="859"/>
                  <a:pt x="1574" y="894"/>
                </a:cubicBezTo>
                <a:cubicBezTo>
                  <a:pt x="1579" y="922"/>
                  <a:pt x="1606" y="947"/>
                  <a:pt x="1624" y="972"/>
                </a:cubicBezTo>
                <a:cubicBezTo>
                  <a:pt x="1628" y="978"/>
                  <a:pt x="1640" y="978"/>
                  <a:pt x="1645" y="980"/>
                </a:cubicBezTo>
                <a:moveTo>
                  <a:pt x="1203" y="1319"/>
                </a:moveTo>
                <a:cubicBezTo>
                  <a:pt x="1201" y="1250"/>
                  <a:pt x="1176" y="1214"/>
                  <a:pt x="1132" y="1215"/>
                </a:cubicBezTo>
                <a:cubicBezTo>
                  <a:pt x="1086" y="1216"/>
                  <a:pt x="1043" y="1252"/>
                  <a:pt x="1044" y="1289"/>
                </a:cubicBezTo>
                <a:cubicBezTo>
                  <a:pt x="1047" y="1361"/>
                  <a:pt x="1078" y="1394"/>
                  <a:pt x="1140" y="1392"/>
                </a:cubicBezTo>
                <a:cubicBezTo>
                  <a:pt x="1182" y="1391"/>
                  <a:pt x="1205" y="1365"/>
                  <a:pt x="1203" y="1319"/>
                </a:cubicBezTo>
                <a:moveTo>
                  <a:pt x="1216" y="1589"/>
                </a:moveTo>
                <a:cubicBezTo>
                  <a:pt x="1249" y="1589"/>
                  <a:pt x="1273" y="1590"/>
                  <a:pt x="1296" y="1588"/>
                </a:cubicBezTo>
                <a:cubicBezTo>
                  <a:pt x="1371" y="1583"/>
                  <a:pt x="1403" y="1518"/>
                  <a:pt x="1361" y="1456"/>
                </a:cubicBezTo>
                <a:cubicBezTo>
                  <a:pt x="1346" y="1433"/>
                  <a:pt x="1327" y="1413"/>
                  <a:pt x="1293" y="1415"/>
                </a:cubicBezTo>
                <a:cubicBezTo>
                  <a:pt x="1258" y="1418"/>
                  <a:pt x="1235" y="1436"/>
                  <a:pt x="1228" y="1468"/>
                </a:cubicBezTo>
                <a:cubicBezTo>
                  <a:pt x="1221" y="1506"/>
                  <a:pt x="1220" y="1544"/>
                  <a:pt x="1216" y="1589"/>
                </a:cubicBezTo>
                <a:moveTo>
                  <a:pt x="2114" y="1197"/>
                </a:moveTo>
                <a:cubicBezTo>
                  <a:pt x="2114" y="1226"/>
                  <a:pt x="2155" y="1271"/>
                  <a:pt x="2187" y="1276"/>
                </a:cubicBezTo>
                <a:cubicBezTo>
                  <a:pt x="2215" y="1281"/>
                  <a:pt x="2289" y="1236"/>
                  <a:pt x="2295" y="1209"/>
                </a:cubicBezTo>
                <a:cubicBezTo>
                  <a:pt x="2298" y="1196"/>
                  <a:pt x="2300" y="1181"/>
                  <a:pt x="2297" y="1168"/>
                </a:cubicBezTo>
                <a:cubicBezTo>
                  <a:pt x="2287" y="1133"/>
                  <a:pt x="2244" y="1108"/>
                  <a:pt x="2207" y="1113"/>
                </a:cubicBezTo>
                <a:cubicBezTo>
                  <a:pt x="2159" y="1119"/>
                  <a:pt x="2115" y="1160"/>
                  <a:pt x="2115" y="1197"/>
                </a:cubicBezTo>
                <a:lnTo>
                  <a:pt x="2114" y="1197"/>
                </a:lnTo>
                <a:moveTo>
                  <a:pt x="2205" y="426"/>
                </a:moveTo>
                <a:cubicBezTo>
                  <a:pt x="2200" y="409"/>
                  <a:pt x="2194" y="396"/>
                  <a:pt x="2192" y="382"/>
                </a:cubicBezTo>
                <a:cubicBezTo>
                  <a:pt x="2187" y="357"/>
                  <a:pt x="2155" y="340"/>
                  <a:pt x="2122" y="345"/>
                </a:cubicBezTo>
                <a:cubicBezTo>
                  <a:pt x="2088" y="351"/>
                  <a:pt x="2050" y="385"/>
                  <a:pt x="2055" y="406"/>
                </a:cubicBezTo>
                <a:cubicBezTo>
                  <a:pt x="2055" y="408"/>
                  <a:pt x="2057" y="409"/>
                  <a:pt x="2057" y="411"/>
                </a:cubicBezTo>
                <a:cubicBezTo>
                  <a:pt x="2061" y="436"/>
                  <a:pt x="2068" y="460"/>
                  <a:pt x="2068" y="484"/>
                </a:cubicBezTo>
                <a:cubicBezTo>
                  <a:pt x="2068" y="513"/>
                  <a:pt x="2076" y="537"/>
                  <a:pt x="2103" y="548"/>
                </a:cubicBezTo>
                <a:cubicBezTo>
                  <a:pt x="2130" y="559"/>
                  <a:pt x="2149" y="540"/>
                  <a:pt x="2161" y="519"/>
                </a:cubicBezTo>
                <a:cubicBezTo>
                  <a:pt x="2179" y="488"/>
                  <a:pt x="2193" y="454"/>
                  <a:pt x="2205" y="426"/>
                </a:cubicBezTo>
                <a:moveTo>
                  <a:pt x="1949" y="1559"/>
                </a:moveTo>
                <a:cubicBezTo>
                  <a:pt x="1973" y="1552"/>
                  <a:pt x="1999" y="1547"/>
                  <a:pt x="2022" y="1536"/>
                </a:cubicBezTo>
                <a:cubicBezTo>
                  <a:pt x="2047" y="1523"/>
                  <a:pt x="2061" y="1498"/>
                  <a:pt x="2053" y="1470"/>
                </a:cubicBezTo>
                <a:cubicBezTo>
                  <a:pt x="2046" y="1446"/>
                  <a:pt x="2029" y="1424"/>
                  <a:pt x="1996" y="1430"/>
                </a:cubicBezTo>
                <a:cubicBezTo>
                  <a:pt x="1988" y="1432"/>
                  <a:pt x="1977" y="1425"/>
                  <a:pt x="1971" y="1419"/>
                </a:cubicBezTo>
                <a:cubicBezTo>
                  <a:pt x="1949" y="1393"/>
                  <a:pt x="1925" y="1404"/>
                  <a:pt x="1903" y="1415"/>
                </a:cubicBezTo>
                <a:cubicBezTo>
                  <a:pt x="1879" y="1427"/>
                  <a:pt x="1857" y="1442"/>
                  <a:pt x="1860" y="1476"/>
                </a:cubicBezTo>
                <a:cubicBezTo>
                  <a:pt x="1865" y="1528"/>
                  <a:pt x="1895" y="1556"/>
                  <a:pt x="1949" y="1559"/>
                </a:cubicBezTo>
                <a:moveTo>
                  <a:pt x="1344" y="1729"/>
                </a:moveTo>
                <a:cubicBezTo>
                  <a:pt x="1328" y="1668"/>
                  <a:pt x="1306" y="1641"/>
                  <a:pt x="1270" y="1640"/>
                </a:cubicBezTo>
                <a:cubicBezTo>
                  <a:pt x="1218" y="1638"/>
                  <a:pt x="1205" y="1650"/>
                  <a:pt x="1176" y="1731"/>
                </a:cubicBezTo>
                <a:cubicBezTo>
                  <a:pt x="1225" y="1765"/>
                  <a:pt x="1223" y="1823"/>
                  <a:pt x="1237" y="1873"/>
                </a:cubicBezTo>
                <a:cubicBezTo>
                  <a:pt x="1259" y="1880"/>
                  <a:pt x="1269" y="1873"/>
                  <a:pt x="1273" y="1850"/>
                </a:cubicBezTo>
                <a:cubicBezTo>
                  <a:pt x="1280" y="1800"/>
                  <a:pt x="1293" y="1752"/>
                  <a:pt x="1344" y="1729"/>
                </a:cubicBezTo>
                <a:moveTo>
                  <a:pt x="2748" y="3176"/>
                </a:moveTo>
                <a:cubicBezTo>
                  <a:pt x="2747" y="3140"/>
                  <a:pt x="2708" y="3099"/>
                  <a:pt x="2682" y="3111"/>
                </a:cubicBezTo>
                <a:cubicBezTo>
                  <a:pt x="2641" y="3128"/>
                  <a:pt x="2596" y="3141"/>
                  <a:pt x="2584" y="3197"/>
                </a:cubicBezTo>
                <a:cubicBezTo>
                  <a:pt x="2574" y="3242"/>
                  <a:pt x="2594" y="3279"/>
                  <a:pt x="2642" y="3283"/>
                </a:cubicBezTo>
                <a:cubicBezTo>
                  <a:pt x="2699" y="3288"/>
                  <a:pt x="2748" y="3238"/>
                  <a:pt x="2748" y="3176"/>
                </a:cubicBezTo>
                <a:moveTo>
                  <a:pt x="1066" y="2274"/>
                </a:moveTo>
                <a:cubicBezTo>
                  <a:pt x="1066" y="2325"/>
                  <a:pt x="1107" y="2361"/>
                  <a:pt x="1147" y="2342"/>
                </a:cubicBezTo>
                <a:cubicBezTo>
                  <a:pt x="1188" y="2323"/>
                  <a:pt x="1220" y="2291"/>
                  <a:pt x="1225" y="2242"/>
                </a:cubicBezTo>
                <a:cubicBezTo>
                  <a:pt x="1231" y="2194"/>
                  <a:pt x="1191" y="2159"/>
                  <a:pt x="1143" y="2170"/>
                </a:cubicBezTo>
                <a:cubicBezTo>
                  <a:pt x="1088" y="2183"/>
                  <a:pt x="1070" y="2219"/>
                  <a:pt x="1066" y="2274"/>
                </a:cubicBezTo>
                <a:moveTo>
                  <a:pt x="1499" y="1474"/>
                </a:moveTo>
                <a:cubicBezTo>
                  <a:pt x="1499" y="1529"/>
                  <a:pt x="1516" y="1552"/>
                  <a:pt x="1553" y="1547"/>
                </a:cubicBezTo>
                <a:cubicBezTo>
                  <a:pt x="1595" y="1540"/>
                  <a:pt x="1631" y="1522"/>
                  <a:pt x="1656" y="1485"/>
                </a:cubicBezTo>
                <a:cubicBezTo>
                  <a:pt x="1674" y="1459"/>
                  <a:pt x="1673" y="1437"/>
                  <a:pt x="1649" y="1413"/>
                </a:cubicBezTo>
                <a:cubicBezTo>
                  <a:pt x="1607" y="1371"/>
                  <a:pt x="1597" y="1369"/>
                  <a:pt x="1542" y="1393"/>
                </a:cubicBezTo>
                <a:cubicBezTo>
                  <a:pt x="1502" y="1411"/>
                  <a:pt x="1501" y="1445"/>
                  <a:pt x="1499" y="1473"/>
                </a:cubicBezTo>
                <a:lnTo>
                  <a:pt x="1499" y="1474"/>
                </a:lnTo>
                <a:moveTo>
                  <a:pt x="2194" y="1863"/>
                </a:moveTo>
                <a:cubicBezTo>
                  <a:pt x="2215" y="1853"/>
                  <a:pt x="2241" y="1843"/>
                  <a:pt x="2264" y="1828"/>
                </a:cubicBezTo>
                <a:cubicBezTo>
                  <a:pt x="2288" y="1813"/>
                  <a:pt x="2297" y="1788"/>
                  <a:pt x="2287" y="1760"/>
                </a:cubicBezTo>
                <a:cubicBezTo>
                  <a:pt x="2276" y="1730"/>
                  <a:pt x="2233" y="1693"/>
                  <a:pt x="2211" y="1695"/>
                </a:cubicBezTo>
                <a:cubicBezTo>
                  <a:pt x="2208" y="1695"/>
                  <a:pt x="2205" y="1696"/>
                  <a:pt x="2202" y="1697"/>
                </a:cubicBezTo>
                <a:cubicBezTo>
                  <a:pt x="2179" y="1711"/>
                  <a:pt x="2156" y="1724"/>
                  <a:pt x="2133" y="1737"/>
                </a:cubicBezTo>
                <a:cubicBezTo>
                  <a:pt x="2094" y="1759"/>
                  <a:pt x="2094" y="1762"/>
                  <a:pt x="2118" y="1799"/>
                </a:cubicBezTo>
                <a:cubicBezTo>
                  <a:pt x="2121" y="1803"/>
                  <a:pt x="2123" y="1809"/>
                  <a:pt x="2124" y="1814"/>
                </a:cubicBezTo>
                <a:cubicBezTo>
                  <a:pt x="2131" y="1849"/>
                  <a:pt x="2161" y="1852"/>
                  <a:pt x="2194" y="1863"/>
                </a:cubicBezTo>
                <a:moveTo>
                  <a:pt x="801" y="3116"/>
                </a:moveTo>
                <a:cubicBezTo>
                  <a:pt x="815" y="3174"/>
                  <a:pt x="839" y="3215"/>
                  <a:pt x="886" y="3238"/>
                </a:cubicBezTo>
                <a:cubicBezTo>
                  <a:pt x="896" y="3243"/>
                  <a:pt x="916" y="3239"/>
                  <a:pt x="926" y="3231"/>
                </a:cubicBezTo>
                <a:cubicBezTo>
                  <a:pt x="973" y="3195"/>
                  <a:pt x="975" y="3141"/>
                  <a:pt x="934" y="3099"/>
                </a:cubicBezTo>
                <a:cubicBezTo>
                  <a:pt x="922" y="3088"/>
                  <a:pt x="909" y="3076"/>
                  <a:pt x="895" y="3071"/>
                </a:cubicBezTo>
                <a:cubicBezTo>
                  <a:pt x="874" y="3063"/>
                  <a:pt x="845" y="3051"/>
                  <a:pt x="832" y="3059"/>
                </a:cubicBezTo>
                <a:cubicBezTo>
                  <a:pt x="815" y="3070"/>
                  <a:pt x="809" y="3100"/>
                  <a:pt x="801" y="3116"/>
                </a:cubicBezTo>
                <a:moveTo>
                  <a:pt x="81" y="1591"/>
                </a:moveTo>
                <a:cubicBezTo>
                  <a:pt x="90" y="1609"/>
                  <a:pt x="97" y="1629"/>
                  <a:pt x="109" y="1647"/>
                </a:cubicBezTo>
                <a:cubicBezTo>
                  <a:pt x="134" y="1686"/>
                  <a:pt x="159" y="1689"/>
                  <a:pt x="194" y="1658"/>
                </a:cubicBezTo>
                <a:cubicBezTo>
                  <a:pt x="205" y="1647"/>
                  <a:pt x="215" y="1636"/>
                  <a:pt x="224" y="1624"/>
                </a:cubicBezTo>
                <a:cubicBezTo>
                  <a:pt x="262" y="1575"/>
                  <a:pt x="262" y="1575"/>
                  <a:pt x="219" y="1530"/>
                </a:cubicBezTo>
                <a:cubicBezTo>
                  <a:pt x="195" y="1506"/>
                  <a:pt x="169" y="1486"/>
                  <a:pt x="136" y="1502"/>
                </a:cubicBezTo>
                <a:cubicBezTo>
                  <a:pt x="102" y="1519"/>
                  <a:pt x="92" y="1554"/>
                  <a:pt x="81" y="1591"/>
                </a:cubicBezTo>
                <a:moveTo>
                  <a:pt x="3233" y="1143"/>
                </a:moveTo>
                <a:cubicBezTo>
                  <a:pt x="3203" y="1143"/>
                  <a:pt x="3144" y="1202"/>
                  <a:pt x="3145" y="1232"/>
                </a:cubicBezTo>
                <a:cubicBezTo>
                  <a:pt x="3146" y="1267"/>
                  <a:pt x="3187" y="1318"/>
                  <a:pt x="3214" y="1318"/>
                </a:cubicBezTo>
                <a:cubicBezTo>
                  <a:pt x="3246" y="1318"/>
                  <a:pt x="3320" y="1252"/>
                  <a:pt x="3320" y="1223"/>
                </a:cubicBezTo>
                <a:cubicBezTo>
                  <a:pt x="3320" y="1187"/>
                  <a:pt x="3272" y="1143"/>
                  <a:pt x="3233" y="1143"/>
                </a:cubicBezTo>
                <a:moveTo>
                  <a:pt x="1257" y="419"/>
                </a:moveTo>
                <a:cubicBezTo>
                  <a:pt x="1257" y="460"/>
                  <a:pt x="1295" y="490"/>
                  <a:pt x="1349" y="490"/>
                </a:cubicBezTo>
                <a:cubicBezTo>
                  <a:pt x="1385" y="491"/>
                  <a:pt x="1426" y="442"/>
                  <a:pt x="1426" y="401"/>
                </a:cubicBezTo>
                <a:cubicBezTo>
                  <a:pt x="1425" y="368"/>
                  <a:pt x="1376" y="321"/>
                  <a:pt x="1342" y="321"/>
                </a:cubicBezTo>
                <a:cubicBezTo>
                  <a:pt x="1307" y="321"/>
                  <a:pt x="1256" y="379"/>
                  <a:pt x="1257" y="419"/>
                </a:cubicBezTo>
                <a:moveTo>
                  <a:pt x="1034" y="1197"/>
                </a:moveTo>
                <a:cubicBezTo>
                  <a:pt x="1076" y="1187"/>
                  <a:pt x="1112" y="1179"/>
                  <a:pt x="1147" y="1171"/>
                </a:cubicBezTo>
                <a:cubicBezTo>
                  <a:pt x="1152" y="1169"/>
                  <a:pt x="1157" y="1167"/>
                  <a:pt x="1160" y="1163"/>
                </a:cubicBezTo>
                <a:cubicBezTo>
                  <a:pt x="1184" y="1136"/>
                  <a:pt x="1189" y="1087"/>
                  <a:pt x="1172" y="1056"/>
                </a:cubicBezTo>
                <a:cubicBezTo>
                  <a:pt x="1155" y="1026"/>
                  <a:pt x="1128" y="1020"/>
                  <a:pt x="1097" y="1027"/>
                </a:cubicBezTo>
                <a:cubicBezTo>
                  <a:pt x="1057" y="1035"/>
                  <a:pt x="1024" y="1067"/>
                  <a:pt x="1024" y="1104"/>
                </a:cubicBezTo>
                <a:cubicBezTo>
                  <a:pt x="1024" y="1136"/>
                  <a:pt x="1031" y="1169"/>
                  <a:pt x="1034" y="1197"/>
                </a:cubicBezTo>
                <a:moveTo>
                  <a:pt x="1329" y="3416"/>
                </a:moveTo>
                <a:cubicBezTo>
                  <a:pt x="1375" y="3416"/>
                  <a:pt x="1413" y="3380"/>
                  <a:pt x="1414" y="3335"/>
                </a:cubicBezTo>
                <a:cubicBezTo>
                  <a:pt x="1415" y="3296"/>
                  <a:pt x="1365" y="3255"/>
                  <a:pt x="1317" y="3257"/>
                </a:cubicBezTo>
                <a:cubicBezTo>
                  <a:pt x="1282" y="3259"/>
                  <a:pt x="1239" y="3292"/>
                  <a:pt x="1240" y="3333"/>
                </a:cubicBezTo>
                <a:cubicBezTo>
                  <a:pt x="1241" y="3376"/>
                  <a:pt x="1284" y="3416"/>
                  <a:pt x="1329" y="3416"/>
                </a:cubicBezTo>
                <a:moveTo>
                  <a:pt x="1825" y="1766"/>
                </a:moveTo>
                <a:cubicBezTo>
                  <a:pt x="1822" y="1832"/>
                  <a:pt x="1850" y="1846"/>
                  <a:pt x="1886" y="1853"/>
                </a:cubicBezTo>
                <a:cubicBezTo>
                  <a:pt x="1917" y="1859"/>
                  <a:pt x="1984" y="1797"/>
                  <a:pt x="1984" y="1766"/>
                </a:cubicBezTo>
                <a:cubicBezTo>
                  <a:pt x="1985" y="1729"/>
                  <a:pt x="1929" y="1679"/>
                  <a:pt x="1885" y="1678"/>
                </a:cubicBezTo>
                <a:cubicBezTo>
                  <a:pt x="1843" y="1676"/>
                  <a:pt x="1827" y="1699"/>
                  <a:pt x="1825" y="1766"/>
                </a:cubicBezTo>
                <a:moveTo>
                  <a:pt x="274" y="2517"/>
                </a:moveTo>
                <a:cubicBezTo>
                  <a:pt x="279" y="2605"/>
                  <a:pt x="320" y="2669"/>
                  <a:pt x="390" y="2715"/>
                </a:cubicBezTo>
                <a:cubicBezTo>
                  <a:pt x="397" y="2720"/>
                  <a:pt x="416" y="2721"/>
                  <a:pt x="418" y="2718"/>
                </a:cubicBezTo>
                <a:cubicBezTo>
                  <a:pt x="430" y="2695"/>
                  <a:pt x="450" y="2670"/>
                  <a:pt x="448" y="2647"/>
                </a:cubicBezTo>
                <a:cubicBezTo>
                  <a:pt x="442" y="2586"/>
                  <a:pt x="342" y="2514"/>
                  <a:pt x="274" y="2517"/>
                </a:cubicBezTo>
                <a:moveTo>
                  <a:pt x="2041" y="2763"/>
                </a:moveTo>
                <a:cubicBezTo>
                  <a:pt x="2039" y="2798"/>
                  <a:pt x="2058" y="2822"/>
                  <a:pt x="2091" y="2818"/>
                </a:cubicBezTo>
                <a:cubicBezTo>
                  <a:pt x="2143" y="2812"/>
                  <a:pt x="2190" y="2793"/>
                  <a:pt x="2219" y="2746"/>
                </a:cubicBezTo>
                <a:cubicBezTo>
                  <a:pt x="2235" y="2719"/>
                  <a:pt x="2229" y="2696"/>
                  <a:pt x="2203" y="2679"/>
                </a:cubicBezTo>
                <a:cubicBezTo>
                  <a:pt x="2159" y="2649"/>
                  <a:pt x="2117" y="2656"/>
                  <a:pt x="2083" y="2700"/>
                </a:cubicBezTo>
                <a:cubicBezTo>
                  <a:pt x="2079" y="2704"/>
                  <a:pt x="2076" y="2711"/>
                  <a:pt x="2072" y="2711"/>
                </a:cubicBezTo>
                <a:cubicBezTo>
                  <a:pt x="2037" y="2716"/>
                  <a:pt x="2044" y="2744"/>
                  <a:pt x="2041" y="2763"/>
                </a:cubicBezTo>
                <a:moveTo>
                  <a:pt x="2356" y="2566"/>
                </a:moveTo>
                <a:cubicBezTo>
                  <a:pt x="2355" y="2526"/>
                  <a:pt x="2310" y="2486"/>
                  <a:pt x="2267" y="2488"/>
                </a:cubicBezTo>
                <a:cubicBezTo>
                  <a:pt x="2229" y="2490"/>
                  <a:pt x="2187" y="2535"/>
                  <a:pt x="2187" y="2574"/>
                </a:cubicBezTo>
                <a:cubicBezTo>
                  <a:pt x="2188" y="2613"/>
                  <a:pt x="2225" y="2651"/>
                  <a:pt x="2261" y="2651"/>
                </a:cubicBezTo>
                <a:cubicBezTo>
                  <a:pt x="2310" y="2651"/>
                  <a:pt x="2356" y="2610"/>
                  <a:pt x="2356" y="2566"/>
                </a:cubicBezTo>
                <a:moveTo>
                  <a:pt x="1020" y="426"/>
                </a:moveTo>
                <a:cubicBezTo>
                  <a:pt x="980" y="399"/>
                  <a:pt x="911" y="403"/>
                  <a:pt x="890" y="440"/>
                </a:cubicBezTo>
                <a:cubicBezTo>
                  <a:pt x="860" y="495"/>
                  <a:pt x="876" y="572"/>
                  <a:pt x="931" y="594"/>
                </a:cubicBezTo>
                <a:cubicBezTo>
                  <a:pt x="950" y="579"/>
                  <a:pt x="969" y="562"/>
                  <a:pt x="990" y="549"/>
                </a:cubicBezTo>
                <a:cubicBezTo>
                  <a:pt x="1018" y="532"/>
                  <a:pt x="1027" y="510"/>
                  <a:pt x="1021" y="478"/>
                </a:cubicBezTo>
                <a:cubicBezTo>
                  <a:pt x="1018" y="463"/>
                  <a:pt x="1020" y="448"/>
                  <a:pt x="1020" y="426"/>
                </a:cubicBezTo>
                <a:moveTo>
                  <a:pt x="681" y="1435"/>
                </a:moveTo>
                <a:cubicBezTo>
                  <a:pt x="696" y="1465"/>
                  <a:pt x="711" y="1499"/>
                  <a:pt x="730" y="1530"/>
                </a:cubicBezTo>
                <a:cubicBezTo>
                  <a:pt x="734" y="1536"/>
                  <a:pt x="755" y="1536"/>
                  <a:pt x="766" y="1531"/>
                </a:cubicBezTo>
                <a:cubicBezTo>
                  <a:pt x="788" y="1524"/>
                  <a:pt x="807" y="1511"/>
                  <a:pt x="827" y="1500"/>
                </a:cubicBezTo>
                <a:cubicBezTo>
                  <a:pt x="866" y="1480"/>
                  <a:pt x="871" y="1455"/>
                  <a:pt x="839" y="1424"/>
                </a:cubicBezTo>
                <a:cubicBezTo>
                  <a:pt x="814" y="1402"/>
                  <a:pt x="785" y="1385"/>
                  <a:pt x="757" y="1366"/>
                </a:cubicBezTo>
                <a:cubicBezTo>
                  <a:pt x="733" y="1349"/>
                  <a:pt x="714" y="1356"/>
                  <a:pt x="702" y="1381"/>
                </a:cubicBezTo>
                <a:cubicBezTo>
                  <a:pt x="694" y="1397"/>
                  <a:pt x="690" y="1413"/>
                  <a:pt x="681" y="1435"/>
                </a:cubicBezTo>
                <a:moveTo>
                  <a:pt x="2479" y="2565"/>
                </a:moveTo>
                <a:cubicBezTo>
                  <a:pt x="2532" y="2567"/>
                  <a:pt x="2601" y="2504"/>
                  <a:pt x="2569" y="2452"/>
                </a:cubicBezTo>
                <a:cubicBezTo>
                  <a:pt x="2552" y="2424"/>
                  <a:pt x="2530" y="2397"/>
                  <a:pt x="2498" y="2406"/>
                </a:cubicBezTo>
                <a:cubicBezTo>
                  <a:pt x="2467" y="2416"/>
                  <a:pt x="2431" y="2436"/>
                  <a:pt x="2415" y="2463"/>
                </a:cubicBezTo>
                <a:cubicBezTo>
                  <a:pt x="2387" y="2509"/>
                  <a:pt x="2426" y="2565"/>
                  <a:pt x="2479" y="2565"/>
                </a:cubicBezTo>
                <a:moveTo>
                  <a:pt x="1671" y="501"/>
                </a:moveTo>
                <a:cubicBezTo>
                  <a:pt x="1674" y="503"/>
                  <a:pt x="1677" y="505"/>
                  <a:pt x="1680" y="507"/>
                </a:cubicBezTo>
                <a:cubicBezTo>
                  <a:pt x="1682" y="519"/>
                  <a:pt x="1683" y="532"/>
                  <a:pt x="1687" y="544"/>
                </a:cubicBezTo>
                <a:cubicBezTo>
                  <a:pt x="1700" y="584"/>
                  <a:pt x="1730" y="609"/>
                  <a:pt x="1768" y="622"/>
                </a:cubicBezTo>
                <a:cubicBezTo>
                  <a:pt x="1801" y="633"/>
                  <a:pt x="1815" y="602"/>
                  <a:pt x="1833" y="584"/>
                </a:cubicBezTo>
                <a:cubicBezTo>
                  <a:pt x="1847" y="571"/>
                  <a:pt x="1846" y="558"/>
                  <a:pt x="1830" y="543"/>
                </a:cubicBezTo>
                <a:cubicBezTo>
                  <a:pt x="1801" y="516"/>
                  <a:pt x="1777" y="485"/>
                  <a:pt x="1772" y="441"/>
                </a:cubicBezTo>
                <a:cubicBezTo>
                  <a:pt x="1770" y="418"/>
                  <a:pt x="1745" y="412"/>
                  <a:pt x="1731" y="426"/>
                </a:cubicBezTo>
                <a:cubicBezTo>
                  <a:pt x="1707" y="447"/>
                  <a:pt x="1690" y="476"/>
                  <a:pt x="1671" y="501"/>
                </a:cubicBezTo>
                <a:moveTo>
                  <a:pt x="1740" y="2458"/>
                </a:moveTo>
                <a:cubicBezTo>
                  <a:pt x="1724" y="2462"/>
                  <a:pt x="1711" y="2469"/>
                  <a:pt x="1699" y="2468"/>
                </a:cubicBezTo>
                <a:cubicBezTo>
                  <a:pt x="1662" y="2467"/>
                  <a:pt x="1652" y="2494"/>
                  <a:pt x="1643" y="2521"/>
                </a:cubicBezTo>
                <a:cubicBezTo>
                  <a:pt x="1632" y="2551"/>
                  <a:pt x="1632" y="2582"/>
                  <a:pt x="1657" y="2605"/>
                </a:cubicBezTo>
                <a:cubicBezTo>
                  <a:pt x="1669" y="2615"/>
                  <a:pt x="1691" y="2621"/>
                  <a:pt x="1706" y="2618"/>
                </a:cubicBezTo>
                <a:cubicBezTo>
                  <a:pt x="1762" y="2605"/>
                  <a:pt x="1791" y="2564"/>
                  <a:pt x="1804" y="2511"/>
                </a:cubicBezTo>
                <a:cubicBezTo>
                  <a:pt x="1806" y="2501"/>
                  <a:pt x="1798" y="2483"/>
                  <a:pt x="1789" y="2477"/>
                </a:cubicBezTo>
                <a:cubicBezTo>
                  <a:pt x="1774" y="2467"/>
                  <a:pt x="1755" y="2463"/>
                  <a:pt x="1740" y="2458"/>
                </a:cubicBezTo>
                <a:moveTo>
                  <a:pt x="1662" y="3287"/>
                </a:moveTo>
                <a:cubicBezTo>
                  <a:pt x="1657" y="3250"/>
                  <a:pt x="1637" y="3220"/>
                  <a:pt x="1604" y="3199"/>
                </a:cubicBezTo>
                <a:cubicBezTo>
                  <a:pt x="1589" y="3189"/>
                  <a:pt x="1578" y="3188"/>
                  <a:pt x="1566" y="3205"/>
                </a:cubicBezTo>
                <a:cubicBezTo>
                  <a:pt x="1553" y="3222"/>
                  <a:pt x="1537" y="3238"/>
                  <a:pt x="1520" y="3252"/>
                </a:cubicBezTo>
                <a:cubicBezTo>
                  <a:pt x="1480" y="3284"/>
                  <a:pt x="1486" y="3336"/>
                  <a:pt x="1535" y="3355"/>
                </a:cubicBezTo>
                <a:cubicBezTo>
                  <a:pt x="1554" y="3362"/>
                  <a:pt x="1578" y="3356"/>
                  <a:pt x="1600" y="3355"/>
                </a:cubicBezTo>
                <a:cubicBezTo>
                  <a:pt x="1631" y="3353"/>
                  <a:pt x="1661" y="3320"/>
                  <a:pt x="1662" y="3287"/>
                </a:cubicBezTo>
                <a:moveTo>
                  <a:pt x="2589" y="544"/>
                </a:moveTo>
                <a:cubicBezTo>
                  <a:pt x="2588" y="511"/>
                  <a:pt x="2552" y="468"/>
                  <a:pt x="2524" y="472"/>
                </a:cubicBezTo>
                <a:cubicBezTo>
                  <a:pt x="2494" y="475"/>
                  <a:pt x="2464" y="485"/>
                  <a:pt x="2437" y="499"/>
                </a:cubicBezTo>
                <a:cubicBezTo>
                  <a:pt x="2428" y="503"/>
                  <a:pt x="2428" y="527"/>
                  <a:pt x="2425" y="542"/>
                </a:cubicBezTo>
                <a:cubicBezTo>
                  <a:pt x="2416" y="578"/>
                  <a:pt x="2426" y="601"/>
                  <a:pt x="2456" y="622"/>
                </a:cubicBezTo>
                <a:cubicBezTo>
                  <a:pt x="2484" y="641"/>
                  <a:pt x="2508" y="630"/>
                  <a:pt x="2530" y="612"/>
                </a:cubicBezTo>
                <a:cubicBezTo>
                  <a:pt x="2547" y="599"/>
                  <a:pt x="2562" y="584"/>
                  <a:pt x="2577" y="568"/>
                </a:cubicBezTo>
                <a:cubicBezTo>
                  <a:pt x="2584" y="560"/>
                  <a:pt x="2586" y="549"/>
                  <a:pt x="2589" y="544"/>
                </a:cubicBezTo>
                <a:moveTo>
                  <a:pt x="278" y="1815"/>
                </a:moveTo>
                <a:cubicBezTo>
                  <a:pt x="282" y="1830"/>
                  <a:pt x="283" y="1839"/>
                  <a:pt x="286" y="1849"/>
                </a:cubicBezTo>
                <a:cubicBezTo>
                  <a:pt x="301" y="1901"/>
                  <a:pt x="327" y="1910"/>
                  <a:pt x="374" y="1882"/>
                </a:cubicBezTo>
                <a:cubicBezTo>
                  <a:pt x="396" y="1869"/>
                  <a:pt x="421" y="1860"/>
                  <a:pt x="443" y="1846"/>
                </a:cubicBezTo>
                <a:cubicBezTo>
                  <a:pt x="454" y="1839"/>
                  <a:pt x="469" y="1825"/>
                  <a:pt x="469" y="1815"/>
                </a:cubicBezTo>
                <a:cubicBezTo>
                  <a:pt x="469" y="1802"/>
                  <a:pt x="457" y="1785"/>
                  <a:pt x="445" y="1778"/>
                </a:cubicBezTo>
                <a:cubicBezTo>
                  <a:pt x="415" y="1761"/>
                  <a:pt x="383" y="1747"/>
                  <a:pt x="345" y="1754"/>
                </a:cubicBezTo>
                <a:cubicBezTo>
                  <a:pt x="328" y="1757"/>
                  <a:pt x="308" y="1747"/>
                  <a:pt x="297" y="1769"/>
                </a:cubicBezTo>
                <a:cubicBezTo>
                  <a:pt x="289" y="1785"/>
                  <a:pt x="284" y="1802"/>
                  <a:pt x="278" y="1815"/>
                </a:cubicBezTo>
                <a:moveTo>
                  <a:pt x="2304" y="413"/>
                </a:moveTo>
                <a:cubicBezTo>
                  <a:pt x="2267" y="420"/>
                  <a:pt x="2233" y="444"/>
                  <a:pt x="2226" y="475"/>
                </a:cubicBezTo>
                <a:cubicBezTo>
                  <a:pt x="2219" y="504"/>
                  <a:pt x="2227" y="528"/>
                  <a:pt x="2258" y="541"/>
                </a:cubicBezTo>
                <a:cubicBezTo>
                  <a:pt x="2264" y="544"/>
                  <a:pt x="2265" y="558"/>
                  <a:pt x="2272" y="564"/>
                </a:cubicBezTo>
                <a:cubicBezTo>
                  <a:pt x="2288" y="578"/>
                  <a:pt x="2304" y="595"/>
                  <a:pt x="2324" y="603"/>
                </a:cubicBezTo>
                <a:cubicBezTo>
                  <a:pt x="2332" y="606"/>
                  <a:pt x="2356" y="590"/>
                  <a:pt x="2359" y="579"/>
                </a:cubicBezTo>
                <a:cubicBezTo>
                  <a:pt x="2369" y="546"/>
                  <a:pt x="2375" y="511"/>
                  <a:pt x="2378" y="476"/>
                </a:cubicBezTo>
                <a:cubicBezTo>
                  <a:pt x="2378" y="469"/>
                  <a:pt x="2357" y="460"/>
                  <a:pt x="2346" y="452"/>
                </a:cubicBezTo>
                <a:cubicBezTo>
                  <a:pt x="2344" y="450"/>
                  <a:pt x="2344" y="448"/>
                  <a:pt x="2342" y="447"/>
                </a:cubicBezTo>
                <a:cubicBezTo>
                  <a:pt x="2329" y="435"/>
                  <a:pt x="2317" y="424"/>
                  <a:pt x="2304" y="413"/>
                </a:cubicBezTo>
                <a:moveTo>
                  <a:pt x="430" y="1147"/>
                </a:moveTo>
                <a:cubicBezTo>
                  <a:pt x="431" y="1115"/>
                  <a:pt x="388" y="1067"/>
                  <a:pt x="358" y="1066"/>
                </a:cubicBezTo>
                <a:cubicBezTo>
                  <a:pt x="326" y="1065"/>
                  <a:pt x="277" y="1128"/>
                  <a:pt x="277" y="1172"/>
                </a:cubicBezTo>
                <a:cubicBezTo>
                  <a:pt x="276" y="1211"/>
                  <a:pt x="300" y="1235"/>
                  <a:pt x="347" y="1234"/>
                </a:cubicBezTo>
                <a:cubicBezTo>
                  <a:pt x="406" y="1232"/>
                  <a:pt x="427" y="1207"/>
                  <a:pt x="430" y="1147"/>
                </a:cubicBezTo>
                <a:moveTo>
                  <a:pt x="1515" y="1290"/>
                </a:moveTo>
                <a:cubicBezTo>
                  <a:pt x="1515" y="1241"/>
                  <a:pt x="1497" y="1217"/>
                  <a:pt x="1468" y="1217"/>
                </a:cubicBezTo>
                <a:cubicBezTo>
                  <a:pt x="1417" y="1216"/>
                  <a:pt x="1352" y="1282"/>
                  <a:pt x="1356" y="1333"/>
                </a:cubicBezTo>
                <a:cubicBezTo>
                  <a:pt x="1357" y="1344"/>
                  <a:pt x="1365" y="1358"/>
                  <a:pt x="1374" y="1364"/>
                </a:cubicBezTo>
                <a:cubicBezTo>
                  <a:pt x="1404" y="1384"/>
                  <a:pt x="1474" y="1378"/>
                  <a:pt x="1501" y="1355"/>
                </a:cubicBezTo>
                <a:cubicBezTo>
                  <a:pt x="1504" y="1352"/>
                  <a:pt x="1505" y="1348"/>
                  <a:pt x="1506" y="1344"/>
                </a:cubicBezTo>
                <a:cubicBezTo>
                  <a:pt x="1510" y="1324"/>
                  <a:pt x="1513" y="1304"/>
                  <a:pt x="1515" y="1290"/>
                </a:cubicBezTo>
                <a:moveTo>
                  <a:pt x="1303" y="249"/>
                </a:moveTo>
                <a:cubicBezTo>
                  <a:pt x="1306" y="248"/>
                  <a:pt x="1309" y="247"/>
                  <a:pt x="1312" y="245"/>
                </a:cubicBezTo>
                <a:cubicBezTo>
                  <a:pt x="1304" y="232"/>
                  <a:pt x="1299" y="212"/>
                  <a:pt x="1288" y="205"/>
                </a:cubicBezTo>
                <a:cubicBezTo>
                  <a:pt x="1254" y="186"/>
                  <a:pt x="1199" y="202"/>
                  <a:pt x="1167" y="238"/>
                </a:cubicBezTo>
                <a:cubicBezTo>
                  <a:pt x="1143" y="265"/>
                  <a:pt x="1142" y="293"/>
                  <a:pt x="1165" y="333"/>
                </a:cubicBezTo>
                <a:cubicBezTo>
                  <a:pt x="1173" y="346"/>
                  <a:pt x="1183" y="358"/>
                  <a:pt x="1192" y="370"/>
                </a:cubicBezTo>
                <a:cubicBezTo>
                  <a:pt x="1204" y="387"/>
                  <a:pt x="1213" y="382"/>
                  <a:pt x="1224" y="368"/>
                </a:cubicBezTo>
                <a:cubicBezTo>
                  <a:pt x="1241" y="347"/>
                  <a:pt x="1257" y="324"/>
                  <a:pt x="1278" y="307"/>
                </a:cubicBezTo>
                <a:cubicBezTo>
                  <a:pt x="1297" y="291"/>
                  <a:pt x="1310" y="276"/>
                  <a:pt x="1303" y="249"/>
                </a:cubicBezTo>
                <a:moveTo>
                  <a:pt x="1318" y="1214"/>
                </a:moveTo>
                <a:cubicBezTo>
                  <a:pt x="1350" y="1215"/>
                  <a:pt x="1405" y="1166"/>
                  <a:pt x="1408" y="1133"/>
                </a:cubicBezTo>
                <a:cubicBezTo>
                  <a:pt x="1409" y="1128"/>
                  <a:pt x="1407" y="1120"/>
                  <a:pt x="1404" y="1116"/>
                </a:cubicBezTo>
                <a:cubicBezTo>
                  <a:pt x="1376" y="1086"/>
                  <a:pt x="1345" y="1058"/>
                  <a:pt x="1303" y="1055"/>
                </a:cubicBezTo>
                <a:cubicBezTo>
                  <a:pt x="1288" y="1054"/>
                  <a:pt x="1265" y="1066"/>
                  <a:pt x="1257" y="1079"/>
                </a:cubicBezTo>
                <a:cubicBezTo>
                  <a:pt x="1247" y="1096"/>
                  <a:pt x="1246" y="1121"/>
                  <a:pt x="1247" y="1142"/>
                </a:cubicBezTo>
                <a:cubicBezTo>
                  <a:pt x="1250" y="1181"/>
                  <a:pt x="1284" y="1214"/>
                  <a:pt x="1318" y="1214"/>
                </a:cubicBezTo>
                <a:moveTo>
                  <a:pt x="1773" y="1108"/>
                </a:moveTo>
                <a:cubicBezTo>
                  <a:pt x="1824" y="1097"/>
                  <a:pt x="1858" y="1078"/>
                  <a:pt x="1877" y="1041"/>
                </a:cubicBezTo>
                <a:cubicBezTo>
                  <a:pt x="1893" y="1010"/>
                  <a:pt x="1879" y="982"/>
                  <a:pt x="1859" y="958"/>
                </a:cubicBezTo>
                <a:cubicBezTo>
                  <a:pt x="1837" y="930"/>
                  <a:pt x="1814" y="930"/>
                  <a:pt x="1790" y="954"/>
                </a:cubicBezTo>
                <a:cubicBezTo>
                  <a:pt x="1768" y="976"/>
                  <a:pt x="1745" y="998"/>
                  <a:pt x="1726" y="1022"/>
                </a:cubicBezTo>
                <a:cubicBezTo>
                  <a:pt x="1717" y="1033"/>
                  <a:pt x="1708" y="1057"/>
                  <a:pt x="1712" y="1061"/>
                </a:cubicBezTo>
                <a:cubicBezTo>
                  <a:pt x="1732" y="1081"/>
                  <a:pt x="1756" y="1096"/>
                  <a:pt x="1773" y="1108"/>
                </a:cubicBezTo>
                <a:moveTo>
                  <a:pt x="1945" y="314"/>
                </a:moveTo>
                <a:cubicBezTo>
                  <a:pt x="1991" y="315"/>
                  <a:pt x="2011" y="299"/>
                  <a:pt x="2022" y="271"/>
                </a:cubicBezTo>
                <a:cubicBezTo>
                  <a:pt x="2034" y="243"/>
                  <a:pt x="2022" y="221"/>
                  <a:pt x="2000" y="206"/>
                </a:cubicBezTo>
                <a:cubicBezTo>
                  <a:pt x="1918" y="151"/>
                  <a:pt x="1906" y="151"/>
                  <a:pt x="1857" y="223"/>
                </a:cubicBezTo>
                <a:cubicBezTo>
                  <a:pt x="1838" y="250"/>
                  <a:pt x="1846" y="281"/>
                  <a:pt x="1876" y="293"/>
                </a:cubicBezTo>
                <a:cubicBezTo>
                  <a:pt x="1902" y="305"/>
                  <a:pt x="1931" y="310"/>
                  <a:pt x="1946" y="314"/>
                </a:cubicBezTo>
                <a:lnTo>
                  <a:pt x="1945" y="314"/>
                </a:lnTo>
                <a:moveTo>
                  <a:pt x="968" y="228"/>
                </a:moveTo>
                <a:cubicBezTo>
                  <a:pt x="944" y="229"/>
                  <a:pt x="924" y="239"/>
                  <a:pt x="918" y="269"/>
                </a:cubicBezTo>
                <a:cubicBezTo>
                  <a:pt x="911" y="303"/>
                  <a:pt x="920" y="336"/>
                  <a:pt x="951" y="353"/>
                </a:cubicBezTo>
                <a:cubicBezTo>
                  <a:pt x="978" y="368"/>
                  <a:pt x="1010" y="374"/>
                  <a:pt x="1037" y="388"/>
                </a:cubicBezTo>
                <a:cubicBezTo>
                  <a:pt x="1057" y="397"/>
                  <a:pt x="1064" y="391"/>
                  <a:pt x="1072" y="375"/>
                </a:cubicBezTo>
                <a:cubicBezTo>
                  <a:pt x="1101" y="316"/>
                  <a:pt x="1041" y="227"/>
                  <a:pt x="967" y="228"/>
                </a:cubicBezTo>
                <a:lnTo>
                  <a:pt x="968" y="228"/>
                </a:lnTo>
                <a:moveTo>
                  <a:pt x="1864" y="704"/>
                </a:moveTo>
                <a:cubicBezTo>
                  <a:pt x="1865" y="729"/>
                  <a:pt x="1898" y="749"/>
                  <a:pt x="1923" y="773"/>
                </a:cubicBezTo>
                <a:cubicBezTo>
                  <a:pt x="1945" y="794"/>
                  <a:pt x="1966" y="788"/>
                  <a:pt x="1981" y="762"/>
                </a:cubicBezTo>
                <a:cubicBezTo>
                  <a:pt x="1990" y="745"/>
                  <a:pt x="2002" y="730"/>
                  <a:pt x="2013" y="714"/>
                </a:cubicBezTo>
                <a:cubicBezTo>
                  <a:pt x="2016" y="708"/>
                  <a:pt x="2021" y="700"/>
                  <a:pt x="2021" y="694"/>
                </a:cubicBezTo>
                <a:cubicBezTo>
                  <a:pt x="2020" y="656"/>
                  <a:pt x="1963" y="608"/>
                  <a:pt x="1922" y="609"/>
                </a:cubicBezTo>
                <a:cubicBezTo>
                  <a:pt x="1891" y="610"/>
                  <a:pt x="1866" y="644"/>
                  <a:pt x="1864" y="704"/>
                </a:cubicBezTo>
                <a:moveTo>
                  <a:pt x="1449" y="544"/>
                </a:moveTo>
                <a:cubicBezTo>
                  <a:pt x="1499" y="516"/>
                  <a:pt x="1542" y="519"/>
                  <a:pt x="1584" y="549"/>
                </a:cubicBezTo>
                <a:cubicBezTo>
                  <a:pt x="1594" y="557"/>
                  <a:pt x="1609" y="557"/>
                  <a:pt x="1621" y="558"/>
                </a:cubicBezTo>
                <a:cubicBezTo>
                  <a:pt x="1626" y="559"/>
                  <a:pt x="1635" y="556"/>
                  <a:pt x="1635" y="554"/>
                </a:cubicBezTo>
                <a:cubicBezTo>
                  <a:pt x="1636" y="528"/>
                  <a:pt x="1647" y="493"/>
                  <a:pt x="1634" y="477"/>
                </a:cubicBezTo>
                <a:cubicBezTo>
                  <a:pt x="1618" y="457"/>
                  <a:pt x="1601" y="422"/>
                  <a:pt x="1561" y="429"/>
                </a:cubicBezTo>
                <a:cubicBezTo>
                  <a:pt x="1553" y="430"/>
                  <a:pt x="1543" y="421"/>
                  <a:pt x="1534" y="421"/>
                </a:cubicBezTo>
                <a:cubicBezTo>
                  <a:pt x="1519" y="421"/>
                  <a:pt x="1502" y="420"/>
                  <a:pt x="1490" y="427"/>
                </a:cubicBezTo>
                <a:cubicBezTo>
                  <a:pt x="1447" y="453"/>
                  <a:pt x="1454" y="498"/>
                  <a:pt x="1449" y="544"/>
                </a:cubicBezTo>
                <a:moveTo>
                  <a:pt x="2223" y="749"/>
                </a:moveTo>
                <a:cubicBezTo>
                  <a:pt x="2257" y="750"/>
                  <a:pt x="2286" y="746"/>
                  <a:pt x="2300" y="711"/>
                </a:cubicBezTo>
                <a:cubicBezTo>
                  <a:pt x="2309" y="686"/>
                  <a:pt x="2292" y="652"/>
                  <a:pt x="2258" y="633"/>
                </a:cubicBezTo>
                <a:cubicBezTo>
                  <a:pt x="2235" y="620"/>
                  <a:pt x="2209" y="611"/>
                  <a:pt x="2184" y="601"/>
                </a:cubicBezTo>
                <a:cubicBezTo>
                  <a:pt x="2178" y="599"/>
                  <a:pt x="2168" y="600"/>
                  <a:pt x="2164" y="604"/>
                </a:cubicBezTo>
                <a:cubicBezTo>
                  <a:pt x="2125" y="636"/>
                  <a:pt x="2123" y="699"/>
                  <a:pt x="2163" y="729"/>
                </a:cubicBezTo>
                <a:cubicBezTo>
                  <a:pt x="2179" y="741"/>
                  <a:pt x="2203" y="743"/>
                  <a:pt x="2223" y="749"/>
                </a:cubicBezTo>
                <a:moveTo>
                  <a:pt x="1519" y="870"/>
                </a:moveTo>
                <a:cubicBezTo>
                  <a:pt x="1520" y="834"/>
                  <a:pt x="1488" y="799"/>
                  <a:pt x="1453" y="799"/>
                </a:cubicBezTo>
                <a:cubicBezTo>
                  <a:pt x="1412" y="798"/>
                  <a:pt x="1377" y="836"/>
                  <a:pt x="1374" y="886"/>
                </a:cubicBezTo>
                <a:cubicBezTo>
                  <a:pt x="1372" y="921"/>
                  <a:pt x="1414" y="962"/>
                  <a:pt x="1453" y="962"/>
                </a:cubicBezTo>
                <a:cubicBezTo>
                  <a:pt x="1495" y="963"/>
                  <a:pt x="1517" y="932"/>
                  <a:pt x="1519" y="870"/>
                </a:cubicBezTo>
                <a:moveTo>
                  <a:pt x="1830" y="2258"/>
                </a:moveTo>
                <a:cubicBezTo>
                  <a:pt x="1836" y="2257"/>
                  <a:pt x="1851" y="2253"/>
                  <a:pt x="1864" y="2247"/>
                </a:cubicBezTo>
                <a:cubicBezTo>
                  <a:pt x="1903" y="2230"/>
                  <a:pt x="1919" y="2200"/>
                  <a:pt x="1906" y="2171"/>
                </a:cubicBezTo>
                <a:cubicBezTo>
                  <a:pt x="1883" y="2116"/>
                  <a:pt x="1857" y="2103"/>
                  <a:pt x="1810" y="2122"/>
                </a:cubicBezTo>
                <a:cubicBezTo>
                  <a:pt x="1801" y="2126"/>
                  <a:pt x="1792" y="2130"/>
                  <a:pt x="1784" y="2135"/>
                </a:cubicBezTo>
                <a:cubicBezTo>
                  <a:pt x="1756" y="2154"/>
                  <a:pt x="1735" y="2194"/>
                  <a:pt x="1742" y="2218"/>
                </a:cubicBezTo>
                <a:cubicBezTo>
                  <a:pt x="1748" y="2240"/>
                  <a:pt x="1784" y="2259"/>
                  <a:pt x="1830" y="2259"/>
                </a:cubicBezTo>
                <a:lnTo>
                  <a:pt x="1830" y="2258"/>
                </a:lnTo>
                <a:moveTo>
                  <a:pt x="2158" y="1511"/>
                </a:moveTo>
                <a:cubicBezTo>
                  <a:pt x="2156" y="1555"/>
                  <a:pt x="2186" y="1585"/>
                  <a:pt x="2232" y="1586"/>
                </a:cubicBezTo>
                <a:cubicBezTo>
                  <a:pt x="2277" y="1588"/>
                  <a:pt x="2314" y="1558"/>
                  <a:pt x="2316" y="1517"/>
                </a:cubicBezTo>
                <a:cubicBezTo>
                  <a:pt x="2318" y="1477"/>
                  <a:pt x="2286" y="1444"/>
                  <a:pt x="2243" y="1443"/>
                </a:cubicBezTo>
                <a:cubicBezTo>
                  <a:pt x="2187" y="1441"/>
                  <a:pt x="2160" y="1463"/>
                  <a:pt x="2158" y="1511"/>
                </a:cubicBezTo>
                <a:moveTo>
                  <a:pt x="1374" y="2450"/>
                </a:moveTo>
                <a:cubicBezTo>
                  <a:pt x="1362" y="2441"/>
                  <a:pt x="1350" y="2432"/>
                  <a:pt x="1340" y="2421"/>
                </a:cubicBezTo>
                <a:cubicBezTo>
                  <a:pt x="1331" y="2409"/>
                  <a:pt x="1328" y="2390"/>
                  <a:pt x="1317" y="2382"/>
                </a:cubicBezTo>
                <a:cubicBezTo>
                  <a:pt x="1302" y="2372"/>
                  <a:pt x="1279" y="2363"/>
                  <a:pt x="1262" y="2367"/>
                </a:cubicBezTo>
                <a:cubicBezTo>
                  <a:pt x="1228" y="2376"/>
                  <a:pt x="1190" y="2449"/>
                  <a:pt x="1201" y="2483"/>
                </a:cubicBezTo>
                <a:cubicBezTo>
                  <a:pt x="1205" y="2497"/>
                  <a:pt x="1222" y="2515"/>
                  <a:pt x="1236" y="2518"/>
                </a:cubicBezTo>
                <a:cubicBezTo>
                  <a:pt x="1276" y="2528"/>
                  <a:pt x="1352" y="2489"/>
                  <a:pt x="1374" y="2450"/>
                </a:cubicBezTo>
                <a:moveTo>
                  <a:pt x="836" y="458"/>
                </a:moveTo>
                <a:cubicBezTo>
                  <a:pt x="847" y="434"/>
                  <a:pt x="859" y="411"/>
                  <a:pt x="869" y="387"/>
                </a:cubicBezTo>
                <a:cubicBezTo>
                  <a:pt x="872" y="380"/>
                  <a:pt x="871" y="367"/>
                  <a:pt x="867" y="362"/>
                </a:cubicBezTo>
                <a:cubicBezTo>
                  <a:pt x="852" y="347"/>
                  <a:pt x="836" y="331"/>
                  <a:pt x="817" y="321"/>
                </a:cubicBezTo>
                <a:cubicBezTo>
                  <a:pt x="801" y="313"/>
                  <a:pt x="780" y="309"/>
                  <a:pt x="763" y="313"/>
                </a:cubicBezTo>
                <a:cubicBezTo>
                  <a:pt x="729" y="320"/>
                  <a:pt x="708" y="355"/>
                  <a:pt x="712" y="386"/>
                </a:cubicBezTo>
                <a:cubicBezTo>
                  <a:pt x="717" y="424"/>
                  <a:pt x="751" y="457"/>
                  <a:pt x="786" y="458"/>
                </a:cubicBezTo>
                <a:cubicBezTo>
                  <a:pt x="803" y="458"/>
                  <a:pt x="819" y="458"/>
                  <a:pt x="836" y="458"/>
                </a:cubicBezTo>
                <a:moveTo>
                  <a:pt x="1612" y="2897"/>
                </a:moveTo>
                <a:cubicBezTo>
                  <a:pt x="1649" y="2898"/>
                  <a:pt x="1679" y="2869"/>
                  <a:pt x="1687" y="2831"/>
                </a:cubicBezTo>
                <a:cubicBezTo>
                  <a:pt x="1693" y="2799"/>
                  <a:pt x="1671" y="2748"/>
                  <a:pt x="1645" y="2740"/>
                </a:cubicBezTo>
                <a:cubicBezTo>
                  <a:pt x="1635" y="2738"/>
                  <a:pt x="1620" y="2741"/>
                  <a:pt x="1612" y="2747"/>
                </a:cubicBezTo>
                <a:cubicBezTo>
                  <a:pt x="1591" y="2763"/>
                  <a:pt x="1570" y="2781"/>
                  <a:pt x="1552" y="2800"/>
                </a:cubicBezTo>
                <a:cubicBezTo>
                  <a:pt x="1518" y="2835"/>
                  <a:pt x="1525" y="2865"/>
                  <a:pt x="1570" y="2884"/>
                </a:cubicBezTo>
                <a:cubicBezTo>
                  <a:pt x="1585" y="2891"/>
                  <a:pt x="1601" y="2894"/>
                  <a:pt x="1612" y="2897"/>
                </a:cubicBezTo>
                <a:moveTo>
                  <a:pt x="717" y="1135"/>
                </a:moveTo>
                <a:cubicBezTo>
                  <a:pt x="664" y="1119"/>
                  <a:pt x="616" y="1104"/>
                  <a:pt x="561" y="1087"/>
                </a:cubicBezTo>
                <a:cubicBezTo>
                  <a:pt x="556" y="1105"/>
                  <a:pt x="543" y="1128"/>
                  <a:pt x="545" y="1149"/>
                </a:cubicBezTo>
                <a:cubicBezTo>
                  <a:pt x="547" y="1173"/>
                  <a:pt x="560" y="1198"/>
                  <a:pt x="574" y="1219"/>
                </a:cubicBezTo>
                <a:cubicBezTo>
                  <a:pt x="588" y="1238"/>
                  <a:pt x="613" y="1251"/>
                  <a:pt x="638" y="1238"/>
                </a:cubicBezTo>
                <a:cubicBezTo>
                  <a:pt x="681" y="1216"/>
                  <a:pt x="709" y="1180"/>
                  <a:pt x="717" y="1135"/>
                </a:cubicBezTo>
                <a:moveTo>
                  <a:pt x="2694" y="1160"/>
                </a:moveTo>
                <a:cubicBezTo>
                  <a:pt x="2693" y="1198"/>
                  <a:pt x="2717" y="1220"/>
                  <a:pt x="2761" y="1221"/>
                </a:cubicBezTo>
                <a:cubicBezTo>
                  <a:pt x="2799" y="1222"/>
                  <a:pt x="2850" y="1166"/>
                  <a:pt x="2850" y="1124"/>
                </a:cubicBezTo>
                <a:cubicBezTo>
                  <a:pt x="2849" y="1097"/>
                  <a:pt x="2820" y="1070"/>
                  <a:pt x="2788" y="1073"/>
                </a:cubicBezTo>
                <a:cubicBezTo>
                  <a:pt x="2740" y="1077"/>
                  <a:pt x="2691" y="1096"/>
                  <a:pt x="2693" y="1160"/>
                </a:cubicBezTo>
                <a:lnTo>
                  <a:pt x="2694" y="1160"/>
                </a:lnTo>
                <a:moveTo>
                  <a:pt x="1572" y="1320"/>
                </a:moveTo>
                <a:cubicBezTo>
                  <a:pt x="1606" y="1336"/>
                  <a:pt x="1632" y="1350"/>
                  <a:pt x="1659" y="1361"/>
                </a:cubicBezTo>
                <a:cubicBezTo>
                  <a:pt x="1667" y="1365"/>
                  <a:pt x="1679" y="1368"/>
                  <a:pt x="1687" y="1364"/>
                </a:cubicBezTo>
                <a:cubicBezTo>
                  <a:pt x="1728" y="1345"/>
                  <a:pt x="1737" y="1292"/>
                  <a:pt x="1705" y="1259"/>
                </a:cubicBezTo>
                <a:cubicBezTo>
                  <a:pt x="1695" y="1249"/>
                  <a:pt x="1684" y="1240"/>
                  <a:pt x="1674" y="1230"/>
                </a:cubicBezTo>
                <a:cubicBezTo>
                  <a:pt x="1649" y="1206"/>
                  <a:pt x="1623" y="1205"/>
                  <a:pt x="1595" y="1224"/>
                </a:cubicBezTo>
                <a:cubicBezTo>
                  <a:pt x="1566" y="1243"/>
                  <a:pt x="1562" y="1270"/>
                  <a:pt x="1568" y="1301"/>
                </a:cubicBezTo>
                <a:cubicBezTo>
                  <a:pt x="1569" y="1310"/>
                  <a:pt x="1572" y="1319"/>
                  <a:pt x="1572" y="1320"/>
                </a:cubicBezTo>
                <a:moveTo>
                  <a:pt x="2679" y="848"/>
                </a:moveTo>
                <a:cubicBezTo>
                  <a:pt x="2628" y="848"/>
                  <a:pt x="2602" y="870"/>
                  <a:pt x="2601" y="915"/>
                </a:cubicBezTo>
                <a:cubicBezTo>
                  <a:pt x="2601" y="958"/>
                  <a:pt x="2640" y="996"/>
                  <a:pt x="2686" y="997"/>
                </a:cubicBezTo>
                <a:cubicBezTo>
                  <a:pt x="2713" y="998"/>
                  <a:pt x="2751" y="954"/>
                  <a:pt x="2752" y="922"/>
                </a:cubicBezTo>
                <a:cubicBezTo>
                  <a:pt x="2752" y="879"/>
                  <a:pt x="2722" y="848"/>
                  <a:pt x="2679" y="848"/>
                </a:cubicBezTo>
                <a:moveTo>
                  <a:pt x="590" y="1968"/>
                </a:moveTo>
                <a:cubicBezTo>
                  <a:pt x="567" y="1953"/>
                  <a:pt x="545" y="1932"/>
                  <a:pt x="519" y="1924"/>
                </a:cubicBezTo>
                <a:cubicBezTo>
                  <a:pt x="498" y="1918"/>
                  <a:pt x="468" y="1922"/>
                  <a:pt x="450" y="1933"/>
                </a:cubicBezTo>
                <a:cubicBezTo>
                  <a:pt x="421" y="1953"/>
                  <a:pt x="423" y="1991"/>
                  <a:pt x="434" y="2020"/>
                </a:cubicBezTo>
                <a:cubicBezTo>
                  <a:pt x="441" y="2039"/>
                  <a:pt x="461" y="2060"/>
                  <a:pt x="480" y="2067"/>
                </a:cubicBezTo>
                <a:cubicBezTo>
                  <a:pt x="511" y="2078"/>
                  <a:pt x="533" y="2055"/>
                  <a:pt x="550" y="2031"/>
                </a:cubicBezTo>
                <a:cubicBezTo>
                  <a:pt x="563" y="2013"/>
                  <a:pt x="574" y="1994"/>
                  <a:pt x="590" y="1968"/>
                </a:cubicBezTo>
                <a:moveTo>
                  <a:pt x="2214" y="912"/>
                </a:moveTo>
                <a:cubicBezTo>
                  <a:pt x="2232" y="907"/>
                  <a:pt x="2253" y="903"/>
                  <a:pt x="2271" y="895"/>
                </a:cubicBezTo>
                <a:cubicBezTo>
                  <a:pt x="2316" y="876"/>
                  <a:pt x="2320" y="846"/>
                  <a:pt x="2283" y="813"/>
                </a:cubicBezTo>
                <a:cubicBezTo>
                  <a:pt x="2262" y="793"/>
                  <a:pt x="2188" y="780"/>
                  <a:pt x="2164" y="798"/>
                </a:cubicBezTo>
                <a:cubicBezTo>
                  <a:pt x="2145" y="812"/>
                  <a:pt x="2126" y="834"/>
                  <a:pt x="2123" y="855"/>
                </a:cubicBezTo>
                <a:cubicBezTo>
                  <a:pt x="2121" y="867"/>
                  <a:pt x="2148" y="887"/>
                  <a:pt x="2165" y="899"/>
                </a:cubicBezTo>
                <a:cubicBezTo>
                  <a:pt x="2177" y="907"/>
                  <a:pt x="2195" y="907"/>
                  <a:pt x="2213" y="912"/>
                </a:cubicBezTo>
                <a:lnTo>
                  <a:pt x="2214" y="912"/>
                </a:lnTo>
                <a:moveTo>
                  <a:pt x="1131" y="3230"/>
                </a:moveTo>
                <a:cubicBezTo>
                  <a:pt x="1109" y="3236"/>
                  <a:pt x="1077" y="3244"/>
                  <a:pt x="1045" y="3254"/>
                </a:cubicBezTo>
                <a:cubicBezTo>
                  <a:pt x="1042" y="3255"/>
                  <a:pt x="1037" y="3261"/>
                  <a:pt x="1037" y="3263"/>
                </a:cubicBezTo>
                <a:cubicBezTo>
                  <a:pt x="1042" y="3289"/>
                  <a:pt x="1044" y="3315"/>
                  <a:pt x="1054" y="3339"/>
                </a:cubicBezTo>
                <a:cubicBezTo>
                  <a:pt x="1064" y="3362"/>
                  <a:pt x="1088" y="3376"/>
                  <a:pt x="1111" y="3365"/>
                </a:cubicBezTo>
                <a:cubicBezTo>
                  <a:pt x="1139" y="3352"/>
                  <a:pt x="1168" y="3334"/>
                  <a:pt x="1187" y="3310"/>
                </a:cubicBezTo>
                <a:cubicBezTo>
                  <a:pt x="1213" y="3279"/>
                  <a:pt x="1183" y="3230"/>
                  <a:pt x="1131" y="3229"/>
                </a:cubicBezTo>
                <a:lnTo>
                  <a:pt x="1131" y="3230"/>
                </a:lnTo>
                <a:moveTo>
                  <a:pt x="135" y="2183"/>
                </a:moveTo>
                <a:cubicBezTo>
                  <a:pt x="143" y="2241"/>
                  <a:pt x="158" y="2273"/>
                  <a:pt x="203" y="2273"/>
                </a:cubicBezTo>
                <a:cubicBezTo>
                  <a:pt x="241" y="2272"/>
                  <a:pt x="287" y="2242"/>
                  <a:pt x="286" y="2218"/>
                </a:cubicBezTo>
                <a:cubicBezTo>
                  <a:pt x="286" y="2165"/>
                  <a:pt x="246" y="2129"/>
                  <a:pt x="189" y="2128"/>
                </a:cubicBezTo>
                <a:cubicBezTo>
                  <a:pt x="157" y="2127"/>
                  <a:pt x="135" y="2149"/>
                  <a:pt x="135" y="2183"/>
                </a:cubicBezTo>
                <a:moveTo>
                  <a:pt x="1751" y="3123"/>
                </a:moveTo>
                <a:cubicBezTo>
                  <a:pt x="1705" y="3133"/>
                  <a:pt x="1693" y="3148"/>
                  <a:pt x="1697" y="3191"/>
                </a:cubicBezTo>
                <a:cubicBezTo>
                  <a:pt x="1702" y="3246"/>
                  <a:pt x="1747" y="3294"/>
                  <a:pt x="1794" y="3296"/>
                </a:cubicBezTo>
                <a:cubicBezTo>
                  <a:pt x="1824" y="3296"/>
                  <a:pt x="1852" y="3265"/>
                  <a:pt x="1859" y="3221"/>
                </a:cubicBezTo>
                <a:cubicBezTo>
                  <a:pt x="1805" y="3208"/>
                  <a:pt x="1775" y="3168"/>
                  <a:pt x="1751" y="3123"/>
                </a:cubicBezTo>
                <a:moveTo>
                  <a:pt x="2701" y="397"/>
                </a:moveTo>
                <a:cubicBezTo>
                  <a:pt x="2685" y="373"/>
                  <a:pt x="2671" y="347"/>
                  <a:pt x="2653" y="326"/>
                </a:cubicBezTo>
                <a:cubicBezTo>
                  <a:pt x="2640" y="310"/>
                  <a:pt x="2622" y="293"/>
                  <a:pt x="2597" y="307"/>
                </a:cubicBezTo>
                <a:cubicBezTo>
                  <a:pt x="2573" y="319"/>
                  <a:pt x="2564" y="340"/>
                  <a:pt x="2568" y="366"/>
                </a:cubicBezTo>
                <a:cubicBezTo>
                  <a:pt x="2571" y="388"/>
                  <a:pt x="2568" y="412"/>
                  <a:pt x="2577" y="430"/>
                </a:cubicBezTo>
                <a:cubicBezTo>
                  <a:pt x="2587" y="449"/>
                  <a:pt x="2605" y="469"/>
                  <a:pt x="2624" y="477"/>
                </a:cubicBezTo>
                <a:cubicBezTo>
                  <a:pt x="2636" y="482"/>
                  <a:pt x="2661" y="469"/>
                  <a:pt x="2672" y="456"/>
                </a:cubicBezTo>
                <a:cubicBezTo>
                  <a:pt x="2685" y="442"/>
                  <a:pt x="2690" y="421"/>
                  <a:pt x="2701" y="397"/>
                </a:cubicBezTo>
                <a:moveTo>
                  <a:pt x="763" y="989"/>
                </a:moveTo>
                <a:cubicBezTo>
                  <a:pt x="764" y="954"/>
                  <a:pt x="759" y="929"/>
                  <a:pt x="732" y="918"/>
                </a:cubicBezTo>
                <a:cubicBezTo>
                  <a:pt x="706" y="907"/>
                  <a:pt x="683" y="915"/>
                  <a:pt x="664" y="935"/>
                </a:cubicBezTo>
                <a:cubicBezTo>
                  <a:pt x="659" y="940"/>
                  <a:pt x="651" y="943"/>
                  <a:pt x="649" y="948"/>
                </a:cubicBezTo>
                <a:cubicBezTo>
                  <a:pt x="641" y="975"/>
                  <a:pt x="626" y="1005"/>
                  <a:pt x="631" y="1029"/>
                </a:cubicBezTo>
                <a:cubicBezTo>
                  <a:pt x="636" y="1047"/>
                  <a:pt x="667" y="1066"/>
                  <a:pt x="690" y="1071"/>
                </a:cubicBezTo>
                <a:cubicBezTo>
                  <a:pt x="720" y="1077"/>
                  <a:pt x="741" y="1052"/>
                  <a:pt x="753" y="1024"/>
                </a:cubicBezTo>
                <a:cubicBezTo>
                  <a:pt x="759" y="1011"/>
                  <a:pt x="762" y="996"/>
                  <a:pt x="763" y="989"/>
                </a:cubicBezTo>
                <a:moveTo>
                  <a:pt x="525" y="2877"/>
                </a:moveTo>
                <a:cubicBezTo>
                  <a:pt x="521" y="2878"/>
                  <a:pt x="518" y="2879"/>
                  <a:pt x="514" y="2881"/>
                </a:cubicBezTo>
                <a:cubicBezTo>
                  <a:pt x="511" y="2906"/>
                  <a:pt x="505" y="2932"/>
                  <a:pt x="508" y="2957"/>
                </a:cubicBezTo>
                <a:cubicBezTo>
                  <a:pt x="513" y="3013"/>
                  <a:pt x="568" y="3059"/>
                  <a:pt x="617" y="3047"/>
                </a:cubicBezTo>
                <a:cubicBezTo>
                  <a:pt x="636" y="3043"/>
                  <a:pt x="655" y="3025"/>
                  <a:pt x="665" y="3009"/>
                </a:cubicBezTo>
                <a:cubicBezTo>
                  <a:pt x="669" y="3001"/>
                  <a:pt x="655" y="2977"/>
                  <a:pt x="644" y="2967"/>
                </a:cubicBezTo>
                <a:cubicBezTo>
                  <a:pt x="606" y="2935"/>
                  <a:pt x="565" y="2907"/>
                  <a:pt x="525" y="2877"/>
                </a:cubicBezTo>
                <a:moveTo>
                  <a:pt x="2749" y="501"/>
                </a:moveTo>
                <a:cubicBezTo>
                  <a:pt x="2740" y="511"/>
                  <a:pt x="2728" y="527"/>
                  <a:pt x="2712" y="538"/>
                </a:cubicBezTo>
                <a:cubicBezTo>
                  <a:pt x="2683" y="559"/>
                  <a:pt x="2692" y="573"/>
                  <a:pt x="2715" y="590"/>
                </a:cubicBezTo>
                <a:cubicBezTo>
                  <a:pt x="2733" y="603"/>
                  <a:pt x="2750" y="618"/>
                  <a:pt x="2767" y="632"/>
                </a:cubicBezTo>
                <a:cubicBezTo>
                  <a:pt x="2778" y="640"/>
                  <a:pt x="2791" y="659"/>
                  <a:pt x="2798" y="656"/>
                </a:cubicBezTo>
                <a:cubicBezTo>
                  <a:pt x="2817" y="649"/>
                  <a:pt x="2842" y="638"/>
                  <a:pt x="2848" y="622"/>
                </a:cubicBezTo>
                <a:cubicBezTo>
                  <a:pt x="2872" y="560"/>
                  <a:pt x="2837" y="510"/>
                  <a:pt x="2749" y="501"/>
                </a:cubicBezTo>
                <a:moveTo>
                  <a:pt x="1018" y="2711"/>
                </a:moveTo>
                <a:cubicBezTo>
                  <a:pt x="1020" y="2678"/>
                  <a:pt x="1003" y="2665"/>
                  <a:pt x="971" y="2676"/>
                </a:cubicBezTo>
                <a:cubicBezTo>
                  <a:pt x="961" y="2679"/>
                  <a:pt x="952" y="2684"/>
                  <a:pt x="942" y="2690"/>
                </a:cubicBezTo>
                <a:cubicBezTo>
                  <a:pt x="898" y="2713"/>
                  <a:pt x="890" y="2762"/>
                  <a:pt x="870" y="2802"/>
                </a:cubicBezTo>
                <a:cubicBezTo>
                  <a:pt x="857" y="2828"/>
                  <a:pt x="889" y="2857"/>
                  <a:pt x="915" y="2847"/>
                </a:cubicBezTo>
                <a:cubicBezTo>
                  <a:pt x="965" y="2830"/>
                  <a:pt x="1015" y="2764"/>
                  <a:pt x="1018" y="2711"/>
                </a:cubicBezTo>
                <a:moveTo>
                  <a:pt x="430" y="607"/>
                </a:moveTo>
                <a:cubicBezTo>
                  <a:pt x="381" y="607"/>
                  <a:pt x="359" y="627"/>
                  <a:pt x="359" y="672"/>
                </a:cubicBezTo>
                <a:cubicBezTo>
                  <a:pt x="359" y="697"/>
                  <a:pt x="413" y="757"/>
                  <a:pt x="435" y="756"/>
                </a:cubicBezTo>
                <a:cubicBezTo>
                  <a:pt x="470" y="754"/>
                  <a:pt x="507" y="709"/>
                  <a:pt x="507" y="670"/>
                </a:cubicBezTo>
                <a:cubicBezTo>
                  <a:pt x="507" y="629"/>
                  <a:pt x="481" y="608"/>
                  <a:pt x="430" y="607"/>
                </a:cubicBezTo>
                <a:moveTo>
                  <a:pt x="2084" y="3435"/>
                </a:moveTo>
                <a:cubicBezTo>
                  <a:pt x="2122" y="3436"/>
                  <a:pt x="2148" y="3410"/>
                  <a:pt x="2151" y="3371"/>
                </a:cubicBezTo>
                <a:cubicBezTo>
                  <a:pt x="2153" y="3340"/>
                  <a:pt x="2109" y="3292"/>
                  <a:pt x="2078" y="3291"/>
                </a:cubicBezTo>
                <a:cubicBezTo>
                  <a:pt x="2042" y="3290"/>
                  <a:pt x="1997" y="3333"/>
                  <a:pt x="1996" y="3370"/>
                </a:cubicBezTo>
                <a:cubicBezTo>
                  <a:pt x="1994" y="3404"/>
                  <a:pt x="2036" y="3434"/>
                  <a:pt x="2084" y="3435"/>
                </a:cubicBezTo>
                <a:moveTo>
                  <a:pt x="851" y="925"/>
                </a:moveTo>
                <a:cubicBezTo>
                  <a:pt x="867" y="922"/>
                  <a:pt x="879" y="920"/>
                  <a:pt x="890" y="917"/>
                </a:cubicBezTo>
                <a:cubicBezTo>
                  <a:pt x="932" y="904"/>
                  <a:pt x="949" y="885"/>
                  <a:pt x="946" y="856"/>
                </a:cubicBezTo>
                <a:cubicBezTo>
                  <a:pt x="942" y="822"/>
                  <a:pt x="915" y="798"/>
                  <a:pt x="879" y="790"/>
                </a:cubicBezTo>
                <a:cubicBezTo>
                  <a:pt x="836" y="781"/>
                  <a:pt x="818" y="811"/>
                  <a:pt x="797" y="836"/>
                </a:cubicBezTo>
                <a:cubicBezTo>
                  <a:pt x="775" y="861"/>
                  <a:pt x="780" y="895"/>
                  <a:pt x="809" y="911"/>
                </a:cubicBezTo>
                <a:cubicBezTo>
                  <a:pt x="822" y="918"/>
                  <a:pt x="839" y="921"/>
                  <a:pt x="851" y="925"/>
                </a:cubicBezTo>
                <a:moveTo>
                  <a:pt x="1542" y="1142"/>
                </a:moveTo>
                <a:cubicBezTo>
                  <a:pt x="1576" y="1135"/>
                  <a:pt x="1613" y="1120"/>
                  <a:pt x="1637" y="1085"/>
                </a:cubicBezTo>
                <a:cubicBezTo>
                  <a:pt x="1642" y="1078"/>
                  <a:pt x="1639" y="1057"/>
                  <a:pt x="1632" y="1052"/>
                </a:cubicBezTo>
                <a:cubicBezTo>
                  <a:pt x="1605" y="1035"/>
                  <a:pt x="1577" y="1017"/>
                  <a:pt x="1547" y="1008"/>
                </a:cubicBezTo>
                <a:cubicBezTo>
                  <a:pt x="1516" y="999"/>
                  <a:pt x="1478" y="1034"/>
                  <a:pt x="1475" y="1068"/>
                </a:cubicBezTo>
                <a:cubicBezTo>
                  <a:pt x="1471" y="1104"/>
                  <a:pt x="1503" y="1142"/>
                  <a:pt x="1542" y="1142"/>
                </a:cubicBezTo>
                <a:moveTo>
                  <a:pt x="2804" y="2521"/>
                </a:moveTo>
                <a:cubicBezTo>
                  <a:pt x="2805" y="2483"/>
                  <a:pt x="2774" y="2448"/>
                  <a:pt x="2741" y="2447"/>
                </a:cubicBezTo>
                <a:cubicBezTo>
                  <a:pt x="2704" y="2446"/>
                  <a:pt x="2666" y="2484"/>
                  <a:pt x="2666" y="2522"/>
                </a:cubicBezTo>
                <a:cubicBezTo>
                  <a:pt x="2666" y="2565"/>
                  <a:pt x="2699" y="2600"/>
                  <a:pt x="2741" y="2601"/>
                </a:cubicBezTo>
                <a:cubicBezTo>
                  <a:pt x="2775" y="2603"/>
                  <a:pt x="2804" y="2566"/>
                  <a:pt x="2804" y="2521"/>
                </a:cubicBezTo>
                <a:moveTo>
                  <a:pt x="2103" y="1438"/>
                </a:moveTo>
                <a:cubicBezTo>
                  <a:pt x="2117" y="1420"/>
                  <a:pt x="2135" y="1397"/>
                  <a:pt x="2151" y="1373"/>
                </a:cubicBezTo>
                <a:cubicBezTo>
                  <a:pt x="2162" y="1356"/>
                  <a:pt x="2160" y="1338"/>
                  <a:pt x="2142" y="1325"/>
                </a:cubicBezTo>
                <a:cubicBezTo>
                  <a:pt x="2107" y="1300"/>
                  <a:pt x="2067" y="1287"/>
                  <a:pt x="2026" y="1293"/>
                </a:cubicBezTo>
                <a:cubicBezTo>
                  <a:pt x="2010" y="1295"/>
                  <a:pt x="1995" y="1321"/>
                  <a:pt x="1984" y="1339"/>
                </a:cubicBezTo>
                <a:cubicBezTo>
                  <a:pt x="1981" y="1344"/>
                  <a:pt x="1990" y="1362"/>
                  <a:pt x="1998" y="1368"/>
                </a:cubicBezTo>
                <a:cubicBezTo>
                  <a:pt x="2030" y="1391"/>
                  <a:pt x="2063" y="1412"/>
                  <a:pt x="2103" y="1438"/>
                </a:cubicBezTo>
                <a:moveTo>
                  <a:pt x="1700" y="3340"/>
                </a:moveTo>
                <a:cubicBezTo>
                  <a:pt x="1670" y="3362"/>
                  <a:pt x="1646" y="3384"/>
                  <a:pt x="1619" y="3400"/>
                </a:cubicBezTo>
                <a:cubicBezTo>
                  <a:pt x="1596" y="3413"/>
                  <a:pt x="1587" y="3436"/>
                  <a:pt x="1610" y="3450"/>
                </a:cubicBezTo>
                <a:cubicBezTo>
                  <a:pt x="1635" y="3466"/>
                  <a:pt x="1664" y="3478"/>
                  <a:pt x="1693" y="3483"/>
                </a:cubicBezTo>
                <a:cubicBezTo>
                  <a:pt x="1721" y="3489"/>
                  <a:pt x="1758" y="3462"/>
                  <a:pt x="1766" y="3438"/>
                </a:cubicBezTo>
                <a:cubicBezTo>
                  <a:pt x="1775" y="3411"/>
                  <a:pt x="1764" y="3381"/>
                  <a:pt x="1734" y="3360"/>
                </a:cubicBezTo>
                <a:cubicBezTo>
                  <a:pt x="1722" y="3351"/>
                  <a:pt x="1708" y="3344"/>
                  <a:pt x="1701" y="3339"/>
                </a:cubicBezTo>
                <a:lnTo>
                  <a:pt x="1700" y="3340"/>
                </a:lnTo>
                <a:moveTo>
                  <a:pt x="918" y="754"/>
                </a:moveTo>
                <a:cubicBezTo>
                  <a:pt x="910" y="732"/>
                  <a:pt x="894" y="708"/>
                  <a:pt x="896" y="686"/>
                </a:cubicBezTo>
                <a:cubicBezTo>
                  <a:pt x="900" y="653"/>
                  <a:pt x="893" y="632"/>
                  <a:pt x="873" y="606"/>
                </a:cubicBezTo>
                <a:cubicBezTo>
                  <a:pt x="850" y="578"/>
                  <a:pt x="840" y="540"/>
                  <a:pt x="822" y="502"/>
                </a:cubicBezTo>
                <a:cubicBezTo>
                  <a:pt x="808" y="502"/>
                  <a:pt x="788" y="498"/>
                  <a:pt x="770" y="504"/>
                </a:cubicBezTo>
                <a:cubicBezTo>
                  <a:pt x="755" y="508"/>
                  <a:pt x="737" y="521"/>
                  <a:pt x="730" y="535"/>
                </a:cubicBezTo>
                <a:cubicBezTo>
                  <a:pt x="724" y="550"/>
                  <a:pt x="729" y="570"/>
                  <a:pt x="729" y="591"/>
                </a:cubicBezTo>
                <a:cubicBezTo>
                  <a:pt x="828" y="556"/>
                  <a:pt x="889" y="653"/>
                  <a:pt x="843" y="742"/>
                </a:cubicBezTo>
                <a:cubicBezTo>
                  <a:pt x="869" y="746"/>
                  <a:pt x="895" y="751"/>
                  <a:pt x="918" y="754"/>
                </a:cubicBezTo>
                <a:moveTo>
                  <a:pt x="1370" y="2320"/>
                </a:moveTo>
                <a:lnTo>
                  <a:pt x="1362" y="2315"/>
                </a:lnTo>
                <a:cubicBezTo>
                  <a:pt x="1352" y="2334"/>
                  <a:pt x="1354" y="2349"/>
                  <a:pt x="1374" y="2361"/>
                </a:cubicBezTo>
                <a:cubicBezTo>
                  <a:pt x="1385" y="2367"/>
                  <a:pt x="1395" y="2377"/>
                  <a:pt x="1403" y="2387"/>
                </a:cubicBezTo>
                <a:cubicBezTo>
                  <a:pt x="1431" y="2422"/>
                  <a:pt x="1449" y="2426"/>
                  <a:pt x="1487" y="2405"/>
                </a:cubicBezTo>
                <a:cubicBezTo>
                  <a:pt x="1519" y="2387"/>
                  <a:pt x="1533" y="2359"/>
                  <a:pt x="1522" y="2334"/>
                </a:cubicBezTo>
                <a:cubicBezTo>
                  <a:pt x="1505" y="2296"/>
                  <a:pt x="1459" y="2269"/>
                  <a:pt x="1428" y="2280"/>
                </a:cubicBezTo>
                <a:cubicBezTo>
                  <a:pt x="1420" y="2283"/>
                  <a:pt x="1412" y="2291"/>
                  <a:pt x="1405" y="2296"/>
                </a:cubicBezTo>
                <a:cubicBezTo>
                  <a:pt x="1393" y="2304"/>
                  <a:pt x="1381" y="2312"/>
                  <a:pt x="1370" y="2320"/>
                </a:cubicBezTo>
                <a:moveTo>
                  <a:pt x="2752" y="2774"/>
                </a:moveTo>
                <a:cubicBezTo>
                  <a:pt x="2752" y="2810"/>
                  <a:pt x="2752" y="2839"/>
                  <a:pt x="2783" y="2850"/>
                </a:cubicBezTo>
                <a:cubicBezTo>
                  <a:pt x="2815" y="2861"/>
                  <a:pt x="2842" y="2843"/>
                  <a:pt x="2854" y="2818"/>
                </a:cubicBezTo>
                <a:cubicBezTo>
                  <a:pt x="2867" y="2791"/>
                  <a:pt x="2875" y="2759"/>
                  <a:pt x="2873" y="2730"/>
                </a:cubicBezTo>
                <a:cubicBezTo>
                  <a:pt x="2870" y="2692"/>
                  <a:pt x="2815" y="2678"/>
                  <a:pt x="2786" y="2703"/>
                </a:cubicBezTo>
                <a:cubicBezTo>
                  <a:pt x="2761" y="2724"/>
                  <a:pt x="2749" y="2750"/>
                  <a:pt x="2752" y="2774"/>
                </a:cubicBezTo>
                <a:moveTo>
                  <a:pt x="2690" y="629"/>
                </a:moveTo>
                <a:cubicBezTo>
                  <a:pt x="2670" y="638"/>
                  <a:pt x="2654" y="642"/>
                  <a:pt x="2642" y="651"/>
                </a:cubicBezTo>
                <a:cubicBezTo>
                  <a:pt x="2628" y="661"/>
                  <a:pt x="2616" y="674"/>
                  <a:pt x="2608" y="688"/>
                </a:cubicBezTo>
                <a:cubicBezTo>
                  <a:pt x="2598" y="704"/>
                  <a:pt x="2586" y="726"/>
                  <a:pt x="2590" y="739"/>
                </a:cubicBezTo>
                <a:cubicBezTo>
                  <a:pt x="2597" y="760"/>
                  <a:pt x="2615" y="780"/>
                  <a:pt x="2644" y="778"/>
                </a:cubicBezTo>
                <a:cubicBezTo>
                  <a:pt x="2682" y="775"/>
                  <a:pt x="2715" y="759"/>
                  <a:pt x="2732" y="725"/>
                </a:cubicBezTo>
                <a:cubicBezTo>
                  <a:pt x="2741" y="707"/>
                  <a:pt x="2738" y="679"/>
                  <a:pt x="2731" y="658"/>
                </a:cubicBezTo>
                <a:cubicBezTo>
                  <a:pt x="2726" y="645"/>
                  <a:pt x="2704" y="639"/>
                  <a:pt x="2690" y="629"/>
                </a:cubicBezTo>
                <a:moveTo>
                  <a:pt x="2432" y="281"/>
                </a:moveTo>
                <a:cubicBezTo>
                  <a:pt x="2389" y="281"/>
                  <a:pt x="2372" y="299"/>
                  <a:pt x="2382" y="340"/>
                </a:cubicBezTo>
                <a:cubicBezTo>
                  <a:pt x="2389" y="367"/>
                  <a:pt x="2403" y="394"/>
                  <a:pt x="2417" y="419"/>
                </a:cubicBezTo>
                <a:cubicBezTo>
                  <a:pt x="2431" y="443"/>
                  <a:pt x="2489" y="444"/>
                  <a:pt x="2501" y="419"/>
                </a:cubicBezTo>
                <a:cubicBezTo>
                  <a:pt x="2515" y="389"/>
                  <a:pt x="2517" y="356"/>
                  <a:pt x="2499" y="325"/>
                </a:cubicBezTo>
                <a:cubicBezTo>
                  <a:pt x="2484" y="299"/>
                  <a:pt x="2466" y="277"/>
                  <a:pt x="2433" y="281"/>
                </a:cubicBezTo>
                <a:lnTo>
                  <a:pt x="2432" y="281"/>
                </a:lnTo>
                <a:moveTo>
                  <a:pt x="623" y="636"/>
                </a:moveTo>
                <a:cubicBezTo>
                  <a:pt x="628" y="633"/>
                  <a:pt x="637" y="630"/>
                  <a:pt x="645" y="625"/>
                </a:cubicBezTo>
                <a:cubicBezTo>
                  <a:pt x="689" y="601"/>
                  <a:pt x="685" y="554"/>
                  <a:pt x="688" y="516"/>
                </a:cubicBezTo>
                <a:cubicBezTo>
                  <a:pt x="692" y="476"/>
                  <a:pt x="646" y="456"/>
                  <a:pt x="610" y="478"/>
                </a:cubicBezTo>
                <a:cubicBezTo>
                  <a:pt x="579" y="496"/>
                  <a:pt x="556" y="547"/>
                  <a:pt x="562" y="582"/>
                </a:cubicBezTo>
                <a:cubicBezTo>
                  <a:pt x="566" y="610"/>
                  <a:pt x="594" y="637"/>
                  <a:pt x="623" y="636"/>
                </a:cubicBezTo>
                <a:moveTo>
                  <a:pt x="2257" y="377"/>
                </a:moveTo>
                <a:cubicBezTo>
                  <a:pt x="2290" y="371"/>
                  <a:pt x="2317" y="355"/>
                  <a:pt x="2326" y="319"/>
                </a:cubicBezTo>
                <a:cubicBezTo>
                  <a:pt x="2333" y="290"/>
                  <a:pt x="2324" y="262"/>
                  <a:pt x="2300" y="247"/>
                </a:cubicBezTo>
                <a:cubicBezTo>
                  <a:pt x="2278" y="232"/>
                  <a:pt x="2251" y="224"/>
                  <a:pt x="2226" y="217"/>
                </a:cubicBezTo>
                <a:cubicBezTo>
                  <a:pt x="2205" y="212"/>
                  <a:pt x="2188" y="226"/>
                  <a:pt x="2191" y="245"/>
                </a:cubicBezTo>
                <a:cubicBezTo>
                  <a:pt x="2195" y="274"/>
                  <a:pt x="2204" y="303"/>
                  <a:pt x="2216" y="330"/>
                </a:cubicBezTo>
                <a:cubicBezTo>
                  <a:pt x="2225" y="347"/>
                  <a:pt x="2243" y="360"/>
                  <a:pt x="2257" y="377"/>
                </a:cubicBezTo>
                <a:moveTo>
                  <a:pt x="1320" y="2070"/>
                </a:moveTo>
                <a:cubicBezTo>
                  <a:pt x="1300" y="2113"/>
                  <a:pt x="1307" y="2155"/>
                  <a:pt x="1336" y="2176"/>
                </a:cubicBezTo>
                <a:cubicBezTo>
                  <a:pt x="1365" y="2197"/>
                  <a:pt x="1398" y="2190"/>
                  <a:pt x="1430" y="2154"/>
                </a:cubicBezTo>
                <a:cubicBezTo>
                  <a:pt x="1443" y="2141"/>
                  <a:pt x="1457" y="2126"/>
                  <a:pt x="1461" y="2110"/>
                </a:cubicBezTo>
                <a:cubicBezTo>
                  <a:pt x="1465" y="2096"/>
                  <a:pt x="1461" y="2075"/>
                  <a:pt x="1451" y="2065"/>
                </a:cubicBezTo>
                <a:cubicBezTo>
                  <a:pt x="1432" y="2043"/>
                  <a:pt x="1389" y="2045"/>
                  <a:pt x="1369" y="2066"/>
                </a:cubicBezTo>
                <a:cubicBezTo>
                  <a:pt x="1353" y="2084"/>
                  <a:pt x="1339" y="2089"/>
                  <a:pt x="1320" y="2070"/>
                </a:cubicBezTo>
                <a:moveTo>
                  <a:pt x="1616" y="2259"/>
                </a:moveTo>
                <a:cubicBezTo>
                  <a:pt x="1574" y="2309"/>
                  <a:pt x="1582" y="2373"/>
                  <a:pt x="1630" y="2404"/>
                </a:cubicBezTo>
                <a:cubicBezTo>
                  <a:pt x="1659" y="2423"/>
                  <a:pt x="1686" y="2418"/>
                  <a:pt x="1712" y="2398"/>
                </a:cubicBezTo>
                <a:cubicBezTo>
                  <a:pt x="1734" y="2382"/>
                  <a:pt x="1745" y="2358"/>
                  <a:pt x="1729" y="2336"/>
                </a:cubicBezTo>
                <a:cubicBezTo>
                  <a:pt x="1712" y="2313"/>
                  <a:pt x="1688" y="2288"/>
                  <a:pt x="1662" y="2282"/>
                </a:cubicBezTo>
                <a:cubicBezTo>
                  <a:pt x="1644" y="2278"/>
                  <a:pt x="1626" y="2284"/>
                  <a:pt x="1616" y="2259"/>
                </a:cubicBezTo>
                <a:moveTo>
                  <a:pt x="1955" y="1240"/>
                </a:moveTo>
                <a:cubicBezTo>
                  <a:pt x="1952" y="1242"/>
                  <a:pt x="1949" y="1243"/>
                  <a:pt x="1946" y="1245"/>
                </a:cubicBezTo>
                <a:cubicBezTo>
                  <a:pt x="1929" y="1231"/>
                  <a:pt x="1911" y="1216"/>
                  <a:pt x="1894" y="1202"/>
                </a:cubicBezTo>
                <a:cubicBezTo>
                  <a:pt x="1890" y="1198"/>
                  <a:pt x="1884" y="1189"/>
                  <a:pt x="1881" y="1190"/>
                </a:cubicBezTo>
                <a:cubicBezTo>
                  <a:pt x="1858" y="1198"/>
                  <a:pt x="1833" y="1204"/>
                  <a:pt x="1816" y="1218"/>
                </a:cubicBezTo>
                <a:cubicBezTo>
                  <a:pt x="1803" y="1228"/>
                  <a:pt x="1794" y="1252"/>
                  <a:pt x="1796" y="1268"/>
                </a:cubicBezTo>
                <a:cubicBezTo>
                  <a:pt x="1801" y="1307"/>
                  <a:pt x="1836" y="1330"/>
                  <a:pt x="1873" y="1326"/>
                </a:cubicBezTo>
                <a:cubicBezTo>
                  <a:pt x="1910" y="1322"/>
                  <a:pt x="1956" y="1273"/>
                  <a:pt x="1955" y="1240"/>
                </a:cubicBezTo>
                <a:moveTo>
                  <a:pt x="1664" y="1820"/>
                </a:moveTo>
                <a:cubicBezTo>
                  <a:pt x="1653" y="1821"/>
                  <a:pt x="1641" y="1821"/>
                  <a:pt x="1630" y="1824"/>
                </a:cubicBezTo>
                <a:cubicBezTo>
                  <a:pt x="1598" y="1833"/>
                  <a:pt x="1573" y="1875"/>
                  <a:pt x="1581" y="1903"/>
                </a:cubicBezTo>
                <a:cubicBezTo>
                  <a:pt x="1589" y="1932"/>
                  <a:pt x="1626" y="1953"/>
                  <a:pt x="1657" y="1941"/>
                </a:cubicBezTo>
                <a:cubicBezTo>
                  <a:pt x="1680" y="1932"/>
                  <a:pt x="1704" y="1919"/>
                  <a:pt x="1722" y="1901"/>
                </a:cubicBezTo>
                <a:cubicBezTo>
                  <a:pt x="1753" y="1871"/>
                  <a:pt x="1740" y="1835"/>
                  <a:pt x="1697" y="1824"/>
                </a:cubicBezTo>
                <a:cubicBezTo>
                  <a:pt x="1687" y="1821"/>
                  <a:pt x="1676" y="1821"/>
                  <a:pt x="1664" y="1820"/>
                </a:cubicBezTo>
                <a:moveTo>
                  <a:pt x="2390" y="1333"/>
                </a:moveTo>
                <a:cubicBezTo>
                  <a:pt x="2351" y="1333"/>
                  <a:pt x="2323" y="1364"/>
                  <a:pt x="2323" y="1408"/>
                </a:cubicBezTo>
                <a:cubicBezTo>
                  <a:pt x="2323" y="1435"/>
                  <a:pt x="2353" y="1469"/>
                  <a:pt x="2377" y="1468"/>
                </a:cubicBezTo>
                <a:cubicBezTo>
                  <a:pt x="2417" y="1467"/>
                  <a:pt x="2470" y="1426"/>
                  <a:pt x="2471" y="1395"/>
                </a:cubicBezTo>
                <a:cubicBezTo>
                  <a:pt x="2472" y="1360"/>
                  <a:pt x="2437" y="1333"/>
                  <a:pt x="2390" y="1333"/>
                </a:cubicBezTo>
                <a:moveTo>
                  <a:pt x="2444" y="1676"/>
                </a:moveTo>
                <a:cubicBezTo>
                  <a:pt x="2462" y="1670"/>
                  <a:pt x="2479" y="1666"/>
                  <a:pt x="2493" y="1657"/>
                </a:cubicBezTo>
                <a:cubicBezTo>
                  <a:pt x="2534" y="1630"/>
                  <a:pt x="2532" y="1601"/>
                  <a:pt x="2493" y="1573"/>
                </a:cubicBezTo>
                <a:cubicBezTo>
                  <a:pt x="2457" y="1549"/>
                  <a:pt x="2421" y="1554"/>
                  <a:pt x="2385" y="1569"/>
                </a:cubicBezTo>
                <a:cubicBezTo>
                  <a:pt x="2350" y="1583"/>
                  <a:pt x="2343" y="1630"/>
                  <a:pt x="2374" y="1650"/>
                </a:cubicBezTo>
                <a:cubicBezTo>
                  <a:pt x="2395" y="1662"/>
                  <a:pt x="2420" y="1667"/>
                  <a:pt x="2444" y="1676"/>
                </a:cubicBezTo>
                <a:moveTo>
                  <a:pt x="182" y="2078"/>
                </a:moveTo>
                <a:cubicBezTo>
                  <a:pt x="170" y="2051"/>
                  <a:pt x="156" y="2019"/>
                  <a:pt x="142" y="1987"/>
                </a:cubicBezTo>
                <a:cubicBezTo>
                  <a:pt x="133" y="1965"/>
                  <a:pt x="81" y="1950"/>
                  <a:pt x="69" y="1970"/>
                </a:cubicBezTo>
                <a:cubicBezTo>
                  <a:pt x="54" y="1996"/>
                  <a:pt x="42" y="2026"/>
                  <a:pt x="40" y="2056"/>
                </a:cubicBezTo>
                <a:cubicBezTo>
                  <a:pt x="37" y="2088"/>
                  <a:pt x="94" y="2121"/>
                  <a:pt x="118" y="2108"/>
                </a:cubicBezTo>
                <a:cubicBezTo>
                  <a:pt x="140" y="2097"/>
                  <a:pt x="164" y="2087"/>
                  <a:pt x="182" y="2078"/>
                </a:cubicBezTo>
                <a:moveTo>
                  <a:pt x="2020" y="2088"/>
                </a:moveTo>
                <a:cubicBezTo>
                  <a:pt x="1991" y="2085"/>
                  <a:pt x="1963" y="2096"/>
                  <a:pt x="1956" y="2122"/>
                </a:cubicBezTo>
                <a:cubicBezTo>
                  <a:pt x="1951" y="2140"/>
                  <a:pt x="1963" y="2166"/>
                  <a:pt x="1974" y="2185"/>
                </a:cubicBezTo>
                <a:cubicBezTo>
                  <a:pt x="1989" y="2213"/>
                  <a:pt x="2022" y="2223"/>
                  <a:pt x="2050" y="2214"/>
                </a:cubicBezTo>
                <a:cubicBezTo>
                  <a:pt x="2074" y="2206"/>
                  <a:pt x="2110" y="2160"/>
                  <a:pt x="2105" y="2140"/>
                </a:cubicBezTo>
                <a:cubicBezTo>
                  <a:pt x="2097" y="2108"/>
                  <a:pt x="2070" y="2098"/>
                  <a:pt x="2042" y="2090"/>
                </a:cubicBezTo>
                <a:cubicBezTo>
                  <a:pt x="2035" y="2088"/>
                  <a:pt x="2027" y="2089"/>
                  <a:pt x="2020" y="2088"/>
                </a:cubicBezTo>
                <a:moveTo>
                  <a:pt x="2460" y="1065"/>
                </a:moveTo>
                <a:cubicBezTo>
                  <a:pt x="2459" y="1010"/>
                  <a:pt x="2408" y="970"/>
                  <a:pt x="2363" y="978"/>
                </a:cubicBezTo>
                <a:cubicBezTo>
                  <a:pt x="2303" y="988"/>
                  <a:pt x="2292" y="1018"/>
                  <a:pt x="2330" y="1064"/>
                </a:cubicBezTo>
                <a:cubicBezTo>
                  <a:pt x="2342" y="1078"/>
                  <a:pt x="2355" y="1095"/>
                  <a:pt x="2370" y="1100"/>
                </a:cubicBezTo>
                <a:cubicBezTo>
                  <a:pt x="2388" y="1106"/>
                  <a:pt x="2412" y="1104"/>
                  <a:pt x="2430" y="1097"/>
                </a:cubicBezTo>
                <a:cubicBezTo>
                  <a:pt x="2445" y="1091"/>
                  <a:pt x="2454" y="1072"/>
                  <a:pt x="2460" y="1065"/>
                </a:cubicBezTo>
                <a:moveTo>
                  <a:pt x="1918" y="2358"/>
                </a:moveTo>
                <a:cubicBezTo>
                  <a:pt x="1918" y="2410"/>
                  <a:pt x="1941" y="2434"/>
                  <a:pt x="1990" y="2430"/>
                </a:cubicBezTo>
                <a:cubicBezTo>
                  <a:pt x="2036" y="2427"/>
                  <a:pt x="2061" y="2399"/>
                  <a:pt x="2055" y="2356"/>
                </a:cubicBezTo>
                <a:cubicBezTo>
                  <a:pt x="2051" y="2323"/>
                  <a:pt x="2030" y="2309"/>
                  <a:pt x="1977" y="2303"/>
                </a:cubicBezTo>
                <a:cubicBezTo>
                  <a:pt x="1934" y="2299"/>
                  <a:pt x="1919" y="2313"/>
                  <a:pt x="1918" y="2357"/>
                </a:cubicBezTo>
                <a:lnTo>
                  <a:pt x="1918" y="2358"/>
                </a:lnTo>
                <a:moveTo>
                  <a:pt x="1166" y="2025"/>
                </a:moveTo>
                <a:cubicBezTo>
                  <a:pt x="1166" y="2069"/>
                  <a:pt x="1200" y="2094"/>
                  <a:pt x="1240" y="2075"/>
                </a:cubicBezTo>
                <a:cubicBezTo>
                  <a:pt x="1280" y="2056"/>
                  <a:pt x="1299" y="2021"/>
                  <a:pt x="1304" y="1980"/>
                </a:cubicBezTo>
                <a:cubicBezTo>
                  <a:pt x="1305" y="1968"/>
                  <a:pt x="1289" y="1947"/>
                  <a:pt x="1277" y="1943"/>
                </a:cubicBezTo>
                <a:cubicBezTo>
                  <a:pt x="1232" y="1926"/>
                  <a:pt x="1167" y="1977"/>
                  <a:pt x="1166" y="2025"/>
                </a:cubicBezTo>
                <a:moveTo>
                  <a:pt x="3136" y="1015"/>
                </a:moveTo>
                <a:cubicBezTo>
                  <a:pt x="3138" y="982"/>
                  <a:pt x="3114" y="946"/>
                  <a:pt x="3083" y="939"/>
                </a:cubicBezTo>
                <a:cubicBezTo>
                  <a:pt x="3047" y="932"/>
                  <a:pt x="3041" y="964"/>
                  <a:pt x="3030" y="985"/>
                </a:cubicBezTo>
                <a:cubicBezTo>
                  <a:pt x="3022" y="1001"/>
                  <a:pt x="3014" y="1019"/>
                  <a:pt x="3016" y="1034"/>
                </a:cubicBezTo>
                <a:cubicBezTo>
                  <a:pt x="3019" y="1053"/>
                  <a:pt x="3029" y="1073"/>
                  <a:pt x="3043" y="1085"/>
                </a:cubicBezTo>
                <a:cubicBezTo>
                  <a:pt x="3052" y="1094"/>
                  <a:pt x="3076" y="1098"/>
                  <a:pt x="3086" y="1093"/>
                </a:cubicBezTo>
                <a:cubicBezTo>
                  <a:pt x="3115" y="1076"/>
                  <a:pt x="3135" y="1051"/>
                  <a:pt x="3136" y="1015"/>
                </a:cubicBezTo>
                <a:moveTo>
                  <a:pt x="1325" y="2851"/>
                </a:moveTo>
                <a:cubicBezTo>
                  <a:pt x="1339" y="2875"/>
                  <a:pt x="1347" y="2906"/>
                  <a:pt x="1368" y="2921"/>
                </a:cubicBezTo>
                <a:cubicBezTo>
                  <a:pt x="1389" y="2937"/>
                  <a:pt x="1417" y="2921"/>
                  <a:pt x="1432" y="2899"/>
                </a:cubicBezTo>
                <a:cubicBezTo>
                  <a:pt x="1450" y="2874"/>
                  <a:pt x="1478" y="2849"/>
                  <a:pt x="1461" y="2813"/>
                </a:cubicBezTo>
                <a:cubicBezTo>
                  <a:pt x="1449" y="2785"/>
                  <a:pt x="1403" y="2780"/>
                  <a:pt x="1350" y="2802"/>
                </a:cubicBezTo>
                <a:cubicBezTo>
                  <a:pt x="1339" y="2807"/>
                  <a:pt x="1335" y="2830"/>
                  <a:pt x="1325" y="2851"/>
                </a:cubicBezTo>
                <a:moveTo>
                  <a:pt x="1510" y="307"/>
                </a:moveTo>
                <a:cubicBezTo>
                  <a:pt x="1513" y="321"/>
                  <a:pt x="1515" y="337"/>
                  <a:pt x="1520" y="351"/>
                </a:cubicBezTo>
                <a:cubicBezTo>
                  <a:pt x="1530" y="377"/>
                  <a:pt x="1554" y="386"/>
                  <a:pt x="1580" y="388"/>
                </a:cubicBezTo>
                <a:cubicBezTo>
                  <a:pt x="1605" y="389"/>
                  <a:pt x="1611" y="369"/>
                  <a:pt x="1617" y="350"/>
                </a:cubicBezTo>
                <a:cubicBezTo>
                  <a:pt x="1630" y="310"/>
                  <a:pt x="1617" y="273"/>
                  <a:pt x="1598" y="239"/>
                </a:cubicBezTo>
                <a:cubicBezTo>
                  <a:pt x="1588" y="221"/>
                  <a:pt x="1570" y="217"/>
                  <a:pt x="1551" y="232"/>
                </a:cubicBezTo>
                <a:cubicBezTo>
                  <a:pt x="1527" y="251"/>
                  <a:pt x="1510" y="273"/>
                  <a:pt x="1510" y="307"/>
                </a:cubicBezTo>
                <a:moveTo>
                  <a:pt x="1374" y="1928"/>
                </a:moveTo>
                <a:cubicBezTo>
                  <a:pt x="1407" y="1928"/>
                  <a:pt x="1444" y="1905"/>
                  <a:pt x="1457" y="1875"/>
                </a:cubicBezTo>
                <a:cubicBezTo>
                  <a:pt x="1471" y="1843"/>
                  <a:pt x="1453" y="1806"/>
                  <a:pt x="1418" y="1790"/>
                </a:cubicBezTo>
                <a:cubicBezTo>
                  <a:pt x="1389" y="1778"/>
                  <a:pt x="1361" y="1791"/>
                  <a:pt x="1348" y="1824"/>
                </a:cubicBezTo>
                <a:cubicBezTo>
                  <a:pt x="1341" y="1842"/>
                  <a:pt x="1336" y="1862"/>
                  <a:pt x="1333" y="1881"/>
                </a:cubicBezTo>
                <a:cubicBezTo>
                  <a:pt x="1327" y="1918"/>
                  <a:pt x="1337" y="1927"/>
                  <a:pt x="1374" y="1928"/>
                </a:cubicBezTo>
                <a:moveTo>
                  <a:pt x="1763" y="1711"/>
                </a:moveTo>
                <a:cubicBezTo>
                  <a:pt x="1764" y="1664"/>
                  <a:pt x="1733" y="1633"/>
                  <a:pt x="1687" y="1633"/>
                </a:cubicBezTo>
                <a:cubicBezTo>
                  <a:pt x="1660" y="1633"/>
                  <a:pt x="1632" y="1673"/>
                  <a:pt x="1631" y="1714"/>
                </a:cubicBezTo>
                <a:cubicBezTo>
                  <a:pt x="1631" y="1743"/>
                  <a:pt x="1671" y="1769"/>
                  <a:pt x="1715" y="1769"/>
                </a:cubicBezTo>
                <a:cubicBezTo>
                  <a:pt x="1743" y="1769"/>
                  <a:pt x="1763" y="1745"/>
                  <a:pt x="1763" y="1711"/>
                </a:cubicBezTo>
                <a:moveTo>
                  <a:pt x="169" y="1404"/>
                </a:moveTo>
                <a:cubicBezTo>
                  <a:pt x="171" y="1408"/>
                  <a:pt x="175" y="1421"/>
                  <a:pt x="184" y="1429"/>
                </a:cubicBezTo>
                <a:cubicBezTo>
                  <a:pt x="198" y="1441"/>
                  <a:pt x="210" y="1430"/>
                  <a:pt x="223" y="1420"/>
                </a:cubicBezTo>
                <a:cubicBezTo>
                  <a:pt x="243" y="1404"/>
                  <a:pt x="265" y="1390"/>
                  <a:pt x="288" y="1379"/>
                </a:cubicBezTo>
                <a:cubicBezTo>
                  <a:pt x="317" y="1364"/>
                  <a:pt x="312" y="1342"/>
                  <a:pt x="308" y="1318"/>
                </a:cubicBezTo>
                <a:cubicBezTo>
                  <a:pt x="304" y="1296"/>
                  <a:pt x="294" y="1284"/>
                  <a:pt x="269" y="1285"/>
                </a:cubicBezTo>
                <a:cubicBezTo>
                  <a:pt x="214" y="1289"/>
                  <a:pt x="172" y="1334"/>
                  <a:pt x="169" y="1404"/>
                </a:cubicBezTo>
                <a:moveTo>
                  <a:pt x="2736" y="2330"/>
                </a:moveTo>
                <a:cubicBezTo>
                  <a:pt x="2737" y="2300"/>
                  <a:pt x="2711" y="2282"/>
                  <a:pt x="2679" y="2293"/>
                </a:cubicBezTo>
                <a:cubicBezTo>
                  <a:pt x="2655" y="2301"/>
                  <a:pt x="2629" y="2312"/>
                  <a:pt x="2611" y="2329"/>
                </a:cubicBezTo>
                <a:cubicBezTo>
                  <a:pt x="2599" y="2340"/>
                  <a:pt x="2592" y="2364"/>
                  <a:pt x="2594" y="2381"/>
                </a:cubicBezTo>
                <a:cubicBezTo>
                  <a:pt x="2594" y="2393"/>
                  <a:pt x="2610" y="2409"/>
                  <a:pt x="2623" y="2414"/>
                </a:cubicBezTo>
                <a:cubicBezTo>
                  <a:pt x="2670" y="2434"/>
                  <a:pt x="2736" y="2384"/>
                  <a:pt x="2736" y="2330"/>
                </a:cubicBezTo>
                <a:moveTo>
                  <a:pt x="2158" y="3087"/>
                </a:moveTo>
                <a:cubicBezTo>
                  <a:pt x="2153" y="3084"/>
                  <a:pt x="2150" y="3082"/>
                  <a:pt x="2149" y="3083"/>
                </a:cubicBezTo>
                <a:cubicBezTo>
                  <a:pt x="2098" y="3114"/>
                  <a:pt x="2048" y="3145"/>
                  <a:pt x="1998" y="3177"/>
                </a:cubicBezTo>
                <a:cubicBezTo>
                  <a:pt x="1993" y="3181"/>
                  <a:pt x="1991" y="3193"/>
                  <a:pt x="1992" y="3200"/>
                </a:cubicBezTo>
                <a:cubicBezTo>
                  <a:pt x="1998" y="3240"/>
                  <a:pt x="2036" y="3259"/>
                  <a:pt x="2066" y="3231"/>
                </a:cubicBezTo>
                <a:cubicBezTo>
                  <a:pt x="2099" y="3200"/>
                  <a:pt x="2123" y="3160"/>
                  <a:pt x="2150" y="3122"/>
                </a:cubicBezTo>
                <a:cubicBezTo>
                  <a:pt x="2157" y="3113"/>
                  <a:pt x="2156" y="3098"/>
                  <a:pt x="2158" y="3087"/>
                </a:cubicBezTo>
                <a:moveTo>
                  <a:pt x="2400" y="2347"/>
                </a:moveTo>
                <a:cubicBezTo>
                  <a:pt x="2401" y="2315"/>
                  <a:pt x="2382" y="2286"/>
                  <a:pt x="2358" y="2283"/>
                </a:cubicBezTo>
                <a:cubicBezTo>
                  <a:pt x="2329" y="2279"/>
                  <a:pt x="2313" y="2299"/>
                  <a:pt x="2306" y="2321"/>
                </a:cubicBezTo>
                <a:cubicBezTo>
                  <a:pt x="2296" y="2350"/>
                  <a:pt x="2289" y="2379"/>
                  <a:pt x="2286" y="2409"/>
                </a:cubicBezTo>
                <a:cubicBezTo>
                  <a:pt x="2282" y="2439"/>
                  <a:pt x="2311" y="2455"/>
                  <a:pt x="2338" y="2441"/>
                </a:cubicBezTo>
                <a:cubicBezTo>
                  <a:pt x="2377" y="2421"/>
                  <a:pt x="2397" y="2388"/>
                  <a:pt x="2400" y="2347"/>
                </a:cubicBezTo>
                <a:moveTo>
                  <a:pt x="1151" y="3115"/>
                </a:moveTo>
                <a:cubicBezTo>
                  <a:pt x="1150" y="3085"/>
                  <a:pt x="1115" y="3053"/>
                  <a:pt x="1082" y="3053"/>
                </a:cubicBezTo>
                <a:cubicBezTo>
                  <a:pt x="1055" y="3053"/>
                  <a:pt x="1011" y="3101"/>
                  <a:pt x="1011" y="3131"/>
                </a:cubicBezTo>
                <a:cubicBezTo>
                  <a:pt x="1010" y="3151"/>
                  <a:pt x="1045" y="3191"/>
                  <a:pt x="1064" y="3190"/>
                </a:cubicBezTo>
                <a:cubicBezTo>
                  <a:pt x="1099" y="3189"/>
                  <a:pt x="1152" y="3144"/>
                  <a:pt x="1151" y="3115"/>
                </a:cubicBezTo>
                <a:moveTo>
                  <a:pt x="1231" y="900"/>
                </a:moveTo>
                <a:cubicBezTo>
                  <a:pt x="1236" y="912"/>
                  <a:pt x="1238" y="934"/>
                  <a:pt x="1247" y="936"/>
                </a:cubicBezTo>
                <a:cubicBezTo>
                  <a:pt x="1259" y="940"/>
                  <a:pt x="1277" y="932"/>
                  <a:pt x="1291" y="924"/>
                </a:cubicBezTo>
                <a:cubicBezTo>
                  <a:pt x="1332" y="902"/>
                  <a:pt x="1333" y="859"/>
                  <a:pt x="1341" y="821"/>
                </a:cubicBezTo>
                <a:cubicBezTo>
                  <a:pt x="1345" y="800"/>
                  <a:pt x="1314" y="770"/>
                  <a:pt x="1291" y="767"/>
                </a:cubicBezTo>
                <a:cubicBezTo>
                  <a:pt x="1264" y="764"/>
                  <a:pt x="1255" y="785"/>
                  <a:pt x="1249" y="804"/>
                </a:cubicBezTo>
                <a:cubicBezTo>
                  <a:pt x="1241" y="834"/>
                  <a:pt x="1237" y="866"/>
                  <a:pt x="1231" y="900"/>
                </a:cubicBezTo>
                <a:moveTo>
                  <a:pt x="2423" y="3308"/>
                </a:moveTo>
                <a:cubicBezTo>
                  <a:pt x="2407" y="3295"/>
                  <a:pt x="2394" y="3285"/>
                  <a:pt x="2383" y="3275"/>
                </a:cubicBezTo>
                <a:cubicBezTo>
                  <a:pt x="2378" y="3270"/>
                  <a:pt x="2376" y="3262"/>
                  <a:pt x="2371" y="3256"/>
                </a:cubicBezTo>
                <a:cubicBezTo>
                  <a:pt x="2352" y="3233"/>
                  <a:pt x="2344" y="3235"/>
                  <a:pt x="2328" y="3260"/>
                </a:cubicBezTo>
                <a:cubicBezTo>
                  <a:pt x="2318" y="3277"/>
                  <a:pt x="2306" y="3294"/>
                  <a:pt x="2291" y="3307"/>
                </a:cubicBezTo>
                <a:cubicBezTo>
                  <a:pt x="2260" y="3333"/>
                  <a:pt x="2262" y="3358"/>
                  <a:pt x="2299" y="3375"/>
                </a:cubicBezTo>
                <a:cubicBezTo>
                  <a:pt x="2355" y="3399"/>
                  <a:pt x="2413" y="3363"/>
                  <a:pt x="2423" y="3308"/>
                </a:cubicBezTo>
                <a:moveTo>
                  <a:pt x="3118" y="1379"/>
                </a:moveTo>
                <a:cubicBezTo>
                  <a:pt x="3118" y="1381"/>
                  <a:pt x="3118" y="1383"/>
                  <a:pt x="3117" y="1384"/>
                </a:cubicBezTo>
                <a:cubicBezTo>
                  <a:pt x="3106" y="1384"/>
                  <a:pt x="3095" y="1386"/>
                  <a:pt x="3085" y="1384"/>
                </a:cubicBezTo>
                <a:cubicBezTo>
                  <a:pt x="3061" y="1381"/>
                  <a:pt x="3056" y="1397"/>
                  <a:pt x="3062" y="1411"/>
                </a:cubicBezTo>
                <a:cubicBezTo>
                  <a:pt x="3075" y="1441"/>
                  <a:pt x="3087" y="1478"/>
                  <a:pt x="3111" y="1494"/>
                </a:cubicBezTo>
                <a:cubicBezTo>
                  <a:pt x="3138" y="1512"/>
                  <a:pt x="3165" y="1479"/>
                  <a:pt x="3189" y="1462"/>
                </a:cubicBezTo>
                <a:cubicBezTo>
                  <a:pt x="3194" y="1458"/>
                  <a:pt x="3199" y="1453"/>
                  <a:pt x="3203" y="1448"/>
                </a:cubicBezTo>
                <a:cubicBezTo>
                  <a:pt x="3220" y="1426"/>
                  <a:pt x="3216" y="1402"/>
                  <a:pt x="3190" y="1393"/>
                </a:cubicBezTo>
                <a:cubicBezTo>
                  <a:pt x="3168" y="1384"/>
                  <a:pt x="3142" y="1383"/>
                  <a:pt x="3118" y="1379"/>
                </a:cubicBezTo>
                <a:moveTo>
                  <a:pt x="3164" y="1835"/>
                </a:moveTo>
                <a:cubicBezTo>
                  <a:pt x="3154" y="1813"/>
                  <a:pt x="3147" y="1791"/>
                  <a:pt x="3135" y="1774"/>
                </a:cubicBezTo>
                <a:cubicBezTo>
                  <a:pt x="3116" y="1748"/>
                  <a:pt x="3089" y="1749"/>
                  <a:pt x="3080" y="1779"/>
                </a:cubicBezTo>
                <a:cubicBezTo>
                  <a:pt x="3069" y="1818"/>
                  <a:pt x="3068" y="1861"/>
                  <a:pt x="3068" y="1902"/>
                </a:cubicBezTo>
                <a:cubicBezTo>
                  <a:pt x="3068" y="1911"/>
                  <a:pt x="3086" y="1926"/>
                  <a:pt x="3099" y="1929"/>
                </a:cubicBezTo>
                <a:cubicBezTo>
                  <a:pt x="3109" y="1931"/>
                  <a:pt x="3128" y="1922"/>
                  <a:pt x="3133" y="1912"/>
                </a:cubicBezTo>
                <a:cubicBezTo>
                  <a:pt x="3146" y="1889"/>
                  <a:pt x="3153" y="1863"/>
                  <a:pt x="3164" y="1835"/>
                </a:cubicBezTo>
                <a:moveTo>
                  <a:pt x="1577" y="2120"/>
                </a:moveTo>
                <a:cubicBezTo>
                  <a:pt x="1582" y="2125"/>
                  <a:pt x="1591" y="2144"/>
                  <a:pt x="1604" y="2147"/>
                </a:cubicBezTo>
                <a:cubicBezTo>
                  <a:pt x="1641" y="2158"/>
                  <a:pt x="1693" y="2124"/>
                  <a:pt x="1705" y="2087"/>
                </a:cubicBezTo>
                <a:cubicBezTo>
                  <a:pt x="1716" y="2052"/>
                  <a:pt x="1692" y="2013"/>
                  <a:pt x="1662" y="2016"/>
                </a:cubicBezTo>
                <a:cubicBezTo>
                  <a:pt x="1613" y="2021"/>
                  <a:pt x="1578" y="2059"/>
                  <a:pt x="1577" y="2120"/>
                </a:cubicBezTo>
                <a:moveTo>
                  <a:pt x="2983" y="813"/>
                </a:moveTo>
                <a:cubicBezTo>
                  <a:pt x="2980" y="815"/>
                  <a:pt x="2977" y="816"/>
                  <a:pt x="2975" y="818"/>
                </a:cubicBezTo>
                <a:cubicBezTo>
                  <a:pt x="2988" y="836"/>
                  <a:pt x="2997" y="863"/>
                  <a:pt x="3015" y="869"/>
                </a:cubicBezTo>
                <a:cubicBezTo>
                  <a:pt x="3030" y="875"/>
                  <a:pt x="3056" y="860"/>
                  <a:pt x="3073" y="848"/>
                </a:cubicBezTo>
                <a:cubicBezTo>
                  <a:pt x="3085" y="838"/>
                  <a:pt x="3092" y="819"/>
                  <a:pt x="3097" y="803"/>
                </a:cubicBezTo>
                <a:cubicBezTo>
                  <a:pt x="3103" y="784"/>
                  <a:pt x="3104" y="761"/>
                  <a:pt x="3083" y="752"/>
                </a:cubicBezTo>
                <a:cubicBezTo>
                  <a:pt x="3060" y="742"/>
                  <a:pt x="3034" y="739"/>
                  <a:pt x="3010" y="734"/>
                </a:cubicBezTo>
                <a:cubicBezTo>
                  <a:pt x="3007" y="734"/>
                  <a:pt x="3001" y="739"/>
                  <a:pt x="3000" y="742"/>
                </a:cubicBezTo>
                <a:cubicBezTo>
                  <a:pt x="2994" y="765"/>
                  <a:pt x="2989" y="789"/>
                  <a:pt x="2983" y="813"/>
                </a:cubicBezTo>
                <a:moveTo>
                  <a:pt x="1506" y="2741"/>
                </a:moveTo>
                <a:cubicBezTo>
                  <a:pt x="1541" y="2740"/>
                  <a:pt x="1568" y="2710"/>
                  <a:pt x="1592" y="2675"/>
                </a:cubicBezTo>
                <a:cubicBezTo>
                  <a:pt x="1609" y="2653"/>
                  <a:pt x="1599" y="2640"/>
                  <a:pt x="1577" y="2631"/>
                </a:cubicBezTo>
                <a:cubicBezTo>
                  <a:pt x="1548" y="2619"/>
                  <a:pt x="1458" y="2651"/>
                  <a:pt x="1443" y="2678"/>
                </a:cubicBezTo>
                <a:cubicBezTo>
                  <a:pt x="1441" y="2682"/>
                  <a:pt x="1441" y="2687"/>
                  <a:pt x="1441" y="2691"/>
                </a:cubicBezTo>
                <a:cubicBezTo>
                  <a:pt x="1438" y="2721"/>
                  <a:pt x="1459" y="2741"/>
                  <a:pt x="1506" y="2741"/>
                </a:cubicBezTo>
                <a:moveTo>
                  <a:pt x="631" y="2526"/>
                </a:moveTo>
                <a:cubicBezTo>
                  <a:pt x="630" y="2483"/>
                  <a:pt x="559" y="2415"/>
                  <a:pt x="528" y="2418"/>
                </a:cubicBezTo>
                <a:cubicBezTo>
                  <a:pt x="511" y="2420"/>
                  <a:pt x="501" y="2442"/>
                  <a:pt x="509" y="2458"/>
                </a:cubicBezTo>
                <a:cubicBezTo>
                  <a:pt x="514" y="2468"/>
                  <a:pt x="522" y="2480"/>
                  <a:pt x="519" y="2489"/>
                </a:cubicBezTo>
                <a:cubicBezTo>
                  <a:pt x="511" y="2522"/>
                  <a:pt x="529" y="2542"/>
                  <a:pt x="552" y="2557"/>
                </a:cubicBezTo>
                <a:cubicBezTo>
                  <a:pt x="564" y="2565"/>
                  <a:pt x="588" y="2573"/>
                  <a:pt x="598" y="2567"/>
                </a:cubicBezTo>
                <a:cubicBezTo>
                  <a:pt x="614" y="2557"/>
                  <a:pt x="624" y="2536"/>
                  <a:pt x="631" y="2526"/>
                </a:cubicBezTo>
                <a:moveTo>
                  <a:pt x="2545" y="3160"/>
                </a:moveTo>
                <a:cubicBezTo>
                  <a:pt x="2545" y="3138"/>
                  <a:pt x="2515" y="3102"/>
                  <a:pt x="2496" y="3102"/>
                </a:cubicBezTo>
                <a:cubicBezTo>
                  <a:pt x="2469" y="3101"/>
                  <a:pt x="2418" y="3154"/>
                  <a:pt x="2418" y="3183"/>
                </a:cubicBezTo>
                <a:cubicBezTo>
                  <a:pt x="2419" y="3215"/>
                  <a:pt x="2440" y="3237"/>
                  <a:pt x="2471" y="3237"/>
                </a:cubicBezTo>
                <a:cubicBezTo>
                  <a:pt x="2508" y="3237"/>
                  <a:pt x="2546" y="3198"/>
                  <a:pt x="2545" y="3160"/>
                </a:cubicBezTo>
                <a:moveTo>
                  <a:pt x="1031" y="2218"/>
                </a:moveTo>
                <a:cubicBezTo>
                  <a:pt x="1007" y="2214"/>
                  <a:pt x="985" y="2214"/>
                  <a:pt x="966" y="2205"/>
                </a:cubicBezTo>
                <a:cubicBezTo>
                  <a:pt x="946" y="2196"/>
                  <a:pt x="931" y="2179"/>
                  <a:pt x="921" y="2171"/>
                </a:cubicBezTo>
                <a:cubicBezTo>
                  <a:pt x="880" y="2175"/>
                  <a:pt x="847" y="2178"/>
                  <a:pt x="810" y="2181"/>
                </a:cubicBezTo>
                <a:cubicBezTo>
                  <a:pt x="804" y="2193"/>
                  <a:pt x="794" y="2211"/>
                  <a:pt x="785" y="2229"/>
                </a:cubicBezTo>
                <a:cubicBezTo>
                  <a:pt x="809" y="2254"/>
                  <a:pt x="831" y="2260"/>
                  <a:pt x="859" y="2230"/>
                </a:cubicBezTo>
                <a:cubicBezTo>
                  <a:pt x="870" y="2218"/>
                  <a:pt x="895" y="2213"/>
                  <a:pt x="913" y="2214"/>
                </a:cubicBezTo>
                <a:cubicBezTo>
                  <a:pt x="957" y="2216"/>
                  <a:pt x="982" y="2246"/>
                  <a:pt x="993" y="2287"/>
                </a:cubicBezTo>
                <a:cubicBezTo>
                  <a:pt x="999" y="2307"/>
                  <a:pt x="1007" y="2313"/>
                  <a:pt x="1024" y="2304"/>
                </a:cubicBezTo>
                <a:cubicBezTo>
                  <a:pt x="1026" y="2272"/>
                  <a:pt x="1029" y="2243"/>
                  <a:pt x="1031" y="2218"/>
                </a:cubicBezTo>
                <a:moveTo>
                  <a:pt x="2178" y="3209"/>
                </a:moveTo>
                <a:cubicBezTo>
                  <a:pt x="2179" y="3254"/>
                  <a:pt x="2200" y="3285"/>
                  <a:pt x="2231" y="3285"/>
                </a:cubicBezTo>
                <a:cubicBezTo>
                  <a:pt x="2267" y="3285"/>
                  <a:pt x="2298" y="3249"/>
                  <a:pt x="2298" y="3211"/>
                </a:cubicBezTo>
                <a:cubicBezTo>
                  <a:pt x="2297" y="3181"/>
                  <a:pt x="2269" y="3153"/>
                  <a:pt x="2238" y="3154"/>
                </a:cubicBezTo>
                <a:cubicBezTo>
                  <a:pt x="2196" y="3154"/>
                  <a:pt x="2178" y="3171"/>
                  <a:pt x="2178" y="3209"/>
                </a:cubicBezTo>
                <a:moveTo>
                  <a:pt x="2833" y="832"/>
                </a:moveTo>
                <a:cubicBezTo>
                  <a:pt x="2879" y="831"/>
                  <a:pt x="2918" y="802"/>
                  <a:pt x="2917" y="767"/>
                </a:cubicBezTo>
                <a:cubicBezTo>
                  <a:pt x="2917" y="739"/>
                  <a:pt x="2894" y="716"/>
                  <a:pt x="2865" y="717"/>
                </a:cubicBezTo>
                <a:cubicBezTo>
                  <a:pt x="2818" y="718"/>
                  <a:pt x="2778" y="749"/>
                  <a:pt x="2779" y="783"/>
                </a:cubicBezTo>
                <a:cubicBezTo>
                  <a:pt x="2780" y="818"/>
                  <a:pt x="2795" y="832"/>
                  <a:pt x="2833" y="832"/>
                </a:cubicBezTo>
                <a:moveTo>
                  <a:pt x="2530" y="1026"/>
                </a:moveTo>
                <a:cubicBezTo>
                  <a:pt x="2530" y="1075"/>
                  <a:pt x="2551" y="1105"/>
                  <a:pt x="2597" y="1129"/>
                </a:cubicBezTo>
                <a:cubicBezTo>
                  <a:pt x="2611" y="1137"/>
                  <a:pt x="2628" y="1153"/>
                  <a:pt x="2645" y="1130"/>
                </a:cubicBezTo>
                <a:cubicBezTo>
                  <a:pt x="2661" y="1109"/>
                  <a:pt x="2664" y="1070"/>
                  <a:pt x="2648" y="1056"/>
                </a:cubicBezTo>
                <a:cubicBezTo>
                  <a:pt x="2628" y="1039"/>
                  <a:pt x="2607" y="1021"/>
                  <a:pt x="2585" y="1006"/>
                </a:cubicBezTo>
                <a:cubicBezTo>
                  <a:pt x="2576" y="1000"/>
                  <a:pt x="2559" y="997"/>
                  <a:pt x="2551" y="1001"/>
                </a:cubicBezTo>
                <a:cubicBezTo>
                  <a:pt x="2540" y="1007"/>
                  <a:pt x="2534" y="1022"/>
                  <a:pt x="2531" y="1026"/>
                </a:cubicBezTo>
                <a:lnTo>
                  <a:pt x="2530" y="1026"/>
                </a:lnTo>
                <a:moveTo>
                  <a:pt x="3342" y="1468"/>
                </a:moveTo>
                <a:cubicBezTo>
                  <a:pt x="3300" y="1467"/>
                  <a:pt x="3275" y="1490"/>
                  <a:pt x="3276" y="1529"/>
                </a:cubicBezTo>
                <a:cubicBezTo>
                  <a:pt x="3276" y="1563"/>
                  <a:pt x="3302" y="1588"/>
                  <a:pt x="3336" y="1587"/>
                </a:cubicBezTo>
                <a:cubicBezTo>
                  <a:pt x="3373" y="1587"/>
                  <a:pt x="3405" y="1558"/>
                  <a:pt x="3405" y="1524"/>
                </a:cubicBezTo>
                <a:cubicBezTo>
                  <a:pt x="3404" y="1491"/>
                  <a:pt x="3378" y="1468"/>
                  <a:pt x="3342" y="1468"/>
                </a:cubicBezTo>
                <a:moveTo>
                  <a:pt x="403" y="1529"/>
                </a:moveTo>
                <a:cubicBezTo>
                  <a:pt x="365" y="1529"/>
                  <a:pt x="325" y="1562"/>
                  <a:pt x="326" y="1593"/>
                </a:cubicBezTo>
                <a:cubicBezTo>
                  <a:pt x="326" y="1620"/>
                  <a:pt x="365" y="1653"/>
                  <a:pt x="397" y="1653"/>
                </a:cubicBezTo>
                <a:cubicBezTo>
                  <a:pt x="421" y="1654"/>
                  <a:pt x="458" y="1609"/>
                  <a:pt x="458" y="1579"/>
                </a:cubicBezTo>
                <a:cubicBezTo>
                  <a:pt x="458" y="1555"/>
                  <a:pt x="429" y="1529"/>
                  <a:pt x="403" y="1529"/>
                </a:cubicBezTo>
                <a:moveTo>
                  <a:pt x="2075" y="1920"/>
                </a:moveTo>
                <a:cubicBezTo>
                  <a:pt x="2059" y="1884"/>
                  <a:pt x="2031" y="1872"/>
                  <a:pt x="1991" y="1895"/>
                </a:cubicBezTo>
                <a:cubicBezTo>
                  <a:pt x="1967" y="1908"/>
                  <a:pt x="1946" y="1927"/>
                  <a:pt x="1916" y="1948"/>
                </a:cubicBezTo>
                <a:cubicBezTo>
                  <a:pt x="1938" y="1968"/>
                  <a:pt x="1957" y="1990"/>
                  <a:pt x="1981" y="2005"/>
                </a:cubicBezTo>
                <a:cubicBezTo>
                  <a:pt x="2001" y="2018"/>
                  <a:pt x="2023" y="2009"/>
                  <a:pt x="2037" y="1989"/>
                </a:cubicBezTo>
                <a:cubicBezTo>
                  <a:pt x="2050" y="1969"/>
                  <a:pt x="2060" y="1948"/>
                  <a:pt x="2075" y="1920"/>
                </a:cubicBezTo>
                <a:moveTo>
                  <a:pt x="1680" y="147"/>
                </a:moveTo>
                <a:cubicBezTo>
                  <a:pt x="1697" y="142"/>
                  <a:pt x="1714" y="138"/>
                  <a:pt x="1730" y="132"/>
                </a:cubicBezTo>
                <a:cubicBezTo>
                  <a:pt x="1760" y="119"/>
                  <a:pt x="1765" y="98"/>
                  <a:pt x="1745" y="72"/>
                </a:cubicBezTo>
                <a:cubicBezTo>
                  <a:pt x="1728" y="48"/>
                  <a:pt x="1705" y="37"/>
                  <a:pt x="1675" y="41"/>
                </a:cubicBezTo>
                <a:cubicBezTo>
                  <a:pt x="1645" y="45"/>
                  <a:pt x="1620" y="57"/>
                  <a:pt x="1609" y="86"/>
                </a:cubicBezTo>
                <a:cubicBezTo>
                  <a:pt x="1606" y="95"/>
                  <a:pt x="1608" y="108"/>
                  <a:pt x="1612" y="118"/>
                </a:cubicBezTo>
                <a:cubicBezTo>
                  <a:pt x="1625" y="150"/>
                  <a:pt x="1658" y="133"/>
                  <a:pt x="1680" y="147"/>
                </a:cubicBezTo>
                <a:moveTo>
                  <a:pt x="1094" y="2077"/>
                </a:moveTo>
                <a:cubicBezTo>
                  <a:pt x="1094" y="2056"/>
                  <a:pt x="1087" y="2044"/>
                  <a:pt x="1064" y="2042"/>
                </a:cubicBezTo>
                <a:cubicBezTo>
                  <a:pt x="1016" y="2040"/>
                  <a:pt x="989" y="2072"/>
                  <a:pt x="963" y="2103"/>
                </a:cubicBezTo>
                <a:cubicBezTo>
                  <a:pt x="955" y="2112"/>
                  <a:pt x="949" y="2134"/>
                  <a:pt x="953" y="2137"/>
                </a:cubicBezTo>
                <a:cubicBezTo>
                  <a:pt x="970" y="2151"/>
                  <a:pt x="995" y="2173"/>
                  <a:pt x="1010" y="2169"/>
                </a:cubicBezTo>
                <a:cubicBezTo>
                  <a:pt x="1054" y="2156"/>
                  <a:pt x="1077" y="2117"/>
                  <a:pt x="1094" y="2077"/>
                </a:cubicBezTo>
                <a:moveTo>
                  <a:pt x="325" y="2383"/>
                </a:moveTo>
                <a:cubicBezTo>
                  <a:pt x="316" y="2371"/>
                  <a:pt x="305" y="2349"/>
                  <a:pt x="288" y="2332"/>
                </a:cubicBezTo>
                <a:cubicBezTo>
                  <a:pt x="256" y="2301"/>
                  <a:pt x="214" y="2314"/>
                  <a:pt x="203" y="2357"/>
                </a:cubicBezTo>
                <a:cubicBezTo>
                  <a:pt x="194" y="2391"/>
                  <a:pt x="232" y="2445"/>
                  <a:pt x="267" y="2447"/>
                </a:cubicBezTo>
                <a:cubicBezTo>
                  <a:pt x="296" y="2449"/>
                  <a:pt x="324" y="2423"/>
                  <a:pt x="325" y="2383"/>
                </a:cubicBezTo>
                <a:moveTo>
                  <a:pt x="2950" y="945"/>
                </a:moveTo>
                <a:cubicBezTo>
                  <a:pt x="2945" y="938"/>
                  <a:pt x="2937" y="924"/>
                  <a:pt x="2925" y="915"/>
                </a:cubicBezTo>
                <a:cubicBezTo>
                  <a:pt x="2894" y="895"/>
                  <a:pt x="2839" y="914"/>
                  <a:pt x="2827" y="949"/>
                </a:cubicBezTo>
                <a:cubicBezTo>
                  <a:pt x="2821" y="966"/>
                  <a:pt x="2797" y="983"/>
                  <a:pt x="2820" y="1004"/>
                </a:cubicBezTo>
                <a:cubicBezTo>
                  <a:pt x="2841" y="1023"/>
                  <a:pt x="2866" y="1029"/>
                  <a:pt x="2894" y="1019"/>
                </a:cubicBezTo>
                <a:cubicBezTo>
                  <a:pt x="2925" y="1007"/>
                  <a:pt x="2951" y="977"/>
                  <a:pt x="2950" y="945"/>
                </a:cubicBezTo>
                <a:moveTo>
                  <a:pt x="1455" y="2585"/>
                </a:moveTo>
                <a:cubicBezTo>
                  <a:pt x="1508" y="2574"/>
                  <a:pt x="1545" y="2546"/>
                  <a:pt x="1576" y="2511"/>
                </a:cubicBezTo>
                <a:cubicBezTo>
                  <a:pt x="1583" y="2502"/>
                  <a:pt x="1584" y="2488"/>
                  <a:pt x="1588" y="2477"/>
                </a:cubicBezTo>
                <a:cubicBezTo>
                  <a:pt x="1576" y="2473"/>
                  <a:pt x="1562" y="2462"/>
                  <a:pt x="1550" y="2464"/>
                </a:cubicBezTo>
                <a:cubicBezTo>
                  <a:pt x="1503" y="2472"/>
                  <a:pt x="1460" y="2491"/>
                  <a:pt x="1433" y="2533"/>
                </a:cubicBezTo>
                <a:cubicBezTo>
                  <a:pt x="1427" y="2541"/>
                  <a:pt x="1421" y="2557"/>
                  <a:pt x="1425" y="2564"/>
                </a:cubicBezTo>
                <a:cubicBezTo>
                  <a:pt x="1432" y="2574"/>
                  <a:pt x="1446" y="2580"/>
                  <a:pt x="1455" y="2585"/>
                </a:cubicBezTo>
                <a:moveTo>
                  <a:pt x="2951" y="678"/>
                </a:moveTo>
                <a:cubicBezTo>
                  <a:pt x="2998" y="678"/>
                  <a:pt x="3044" y="649"/>
                  <a:pt x="3045" y="622"/>
                </a:cubicBezTo>
                <a:cubicBezTo>
                  <a:pt x="3047" y="591"/>
                  <a:pt x="3012" y="559"/>
                  <a:pt x="2978" y="559"/>
                </a:cubicBezTo>
                <a:cubicBezTo>
                  <a:pt x="2936" y="559"/>
                  <a:pt x="2917" y="581"/>
                  <a:pt x="2918" y="633"/>
                </a:cubicBezTo>
                <a:cubicBezTo>
                  <a:pt x="2919" y="656"/>
                  <a:pt x="2928" y="675"/>
                  <a:pt x="2951" y="678"/>
                </a:cubicBezTo>
                <a:moveTo>
                  <a:pt x="549" y="1393"/>
                </a:moveTo>
                <a:cubicBezTo>
                  <a:pt x="586" y="1393"/>
                  <a:pt x="614" y="1376"/>
                  <a:pt x="617" y="1351"/>
                </a:cubicBezTo>
                <a:cubicBezTo>
                  <a:pt x="619" y="1329"/>
                  <a:pt x="593" y="1298"/>
                  <a:pt x="564" y="1289"/>
                </a:cubicBezTo>
                <a:cubicBezTo>
                  <a:pt x="550" y="1285"/>
                  <a:pt x="536" y="1283"/>
                  <a:pt x="522" y="1282"/>
                </a:cubicBezTo>
                <a:cubicBezTo>
                  <a:pt x="516" y="1281"/>
                  <a:pt x="505" y="1285"/>
                  <a:pt x="504" y="1290"/>
                </a:cubicBezTo>
                <a:cubicBezTo>
                  <a:pt x="497" y="1313"/>
                  <a:pt x="486" y="1337"/>
                  <a:pt x="489" y="1359"/>
                </a:cubicBezTo>
                <a:cubicBezTo>
                  <a:pt x="494" y="1387"/>
                  <a:pt x="522" y="1393"/>
                  <a:pt x="549" y="1393"/>
                </a:cubicBezTo>
                <a:moveTo>
                  <a:pt x="229" y="1471"/>
                </a:moveTo>
                <a:cubicBezTo>
                  <a:pt x="249" y="1494"/>
                  <a:pt x="265" y="1513"/>
                  <a:pt x="278" y="1529"/>
                </a:cubicBezTo>
                <a:cubicBezTo>
                  <a:pt x="311" y="1512"/>
                  <a:pt x="340" y="1498"/>
                  <a:pt x="367" y="1481"/>
                </a:cubicBezTo>
                <a:cubicBezTo>
                  <a:pt x="375" y="1476"/>
                  <a:pt x="383" y="1461"/>
                  <a:pt x="381" y="1452"/>
                </a:cubicBezTo>
                <a:cubicBezTo>
                  <a:pt x="378" y="1423"/>
                  <a:pt x="359" y="1408"/>
                  <a:pt x="329" y="1411"/>
                </a:cubicBezTo>
                <a:cubicBezTo>
                  <a:pt x="285" y="1415"/>
                  <a:pt x="254" y="1440"/>
                  <a:pt x="229" y="1471"/>
                </a:cubicBezTo>
                <a:moveTo>
                  <a:pt x="1807" y="2827"/>
                </a:moveTo>
                <a:cubicBezTo>
                  <a:pt x="1778" y="2826"/>
                  <a:pt x="1757" y="2849"/>
                  <a:pt x="1755" y="2883"/>
                </a:cubicBezTo>
                <a:cubicBezTo>
                  <a:pt x="1753" y="2914"/>
                  <a:pt x="1779" y="2935"/>
                  <a:pt x="1819" y="2937"/>
                </a:cubicBezTo>
                <a:cubicBezTo>
                  <a:pt x="1851" y="2938"/>
                  <a:pt x="1888" y="2906"/>
                  <a:pt x="1888" y="2877"/>
                </a:cubicBezTo>
                <a:cubicBezTo>
                  <a:pt x="1889" y="2852"/>
                  <a:pt x="1851" y="2829"/>
                  <a:pt x="1807" y="2827"/>
                </a:cubicBezTo>
                <a:moveTo>
                  <a:pt x="822" y="677"/>
                </a:moveTo>
                <a:cubicBezTo>
                  <a:pt x="811" y="661"/>
                  <a:pt x="803" y="638"/>
                  <a:pt x="788" y="631"/>
                </a:cubicBezTo>
                <a:cubicBezTo>
                  <a:pt x="775" y="626"/>
                  <a:pt x="754" y="639"/>
                  <a:pt x="737" y="646"/>
                </a:cubicBezTo>
                <a:cubicBezTo>
                  <a:pt x="728" y="650"/>
                  <a:pt x="720" y="659"/>
                  <a:pt x="713" y="667"/>
                </a:cubicBezTo>
                <a:cubicBezTo>
                  <a:pt x="682" y="702"/>
                  <a:pt x="685" y="736"/>
                  <a:pt x="720" y="748"/>
                </a:cubicBezTo>
                <a:cubicBezTo>
                  <a:pt x="758" y="762"/>
                  <a:pt x="816" y="721"/>
                  <a:pt x="822" y="677"/>
                </a:cubicBezTo>
                <a:moveTo>
                  <a:pt x="2924" y="2003"/>
                </a:moveTo>
                <a:cubicBezTo>
                  <a:pt x="2941" y="2042"/>
                  <a:pt x="2956" y="2080"/>
                  <a:pt x="2975" y="2115"/>
                </a:cubicBezTo>
                <a:cubicBezTo>
                  <a:pt x="2981" y="2127"/>
                  <a:pt x="3000" y="2142"/>
                  <a:pt x="3009" y="2140"/>
                </a:cubicBezTo>
                <a:cubicBezTo>
                  <a:pt x="3023" y="2136"/>
                  <a:pt x="3037" y="2121"/>
                  <a:pt x="3045" y="2108"/>
                </a:cubicBezTo>
                <a:cubicBezTo>
                  <a:pt x="3051" y="2096"/>
                  <a:pt x="3051" y="2078"/>
                  <a:pt x="3047" y="2064"/>
                </a:cubicBezTo>
                <a:cubicBezTo>
                  <a:pt x="3036" y="2022"/>
                  <a:pt x="2984" y="1995"/>
                  <a:pt x="2924" y="2003"/>
                </a:cubicBezTo>
                <a:moveTo>
                  <a:pt x="1909" y="2714"/>
                </a:moveTo>
                <a:cubicBezTo>
                  <a:pt x="1877" y="2713"/>
                  <a:pt x="1856" y="2746"/>
                  <a:pt x="1872" y="2771"/>
                </a:cubicBezTo>
                <a:cubicBezTo>
                  <a:pt x="1887" y="2794"/>
                  <a:pt x="1905" y="2815"/>
                  <a:pt x="1923" y="2834"/>
                </a:cubicBezTo>
                <a:cubicBezTo>
                  <a:pt x="1949" y="2861"/>
                  <a:pt x="1974" y="2862"/>
                  <a:pt x="1990" y="2840"/>
                </a:cubicBezTo>
                <a:cubicBezTo>
                  <a:pt x="2008" y="2816"/>
                  <a:pt x="1990" y="2798"/>
                  <a:pt x="1975" y="2781"/>
                </a:cubicBezTo>
                <a:cubicBezTo>
                  <a:pt x="1967" y="2771"/>
                  <a:pt x="1953" y="2762"/>
                  <a:pt x="1952" y="2751"/>
                </a:cubicBezTo>
                <a:cubicBezTo>
                  <a:pt x="1949" y="2721"/>
                  <a:pt x="1925" y="2721"/>
                  <a:pt x="1909" y="2714"/>
                </a:cubicBezTo>
                <a:moveTo>
                  <a:pt x="1353" y="3187"/>
                </a:moveTo>
                <a:cubicBezTo>
                  <a:pt x="1343" y="3156"/>
                  <a:pt x="1336" y="3126"/>
                  <a:pt x="1324" y="3099"/>
                </a:cubicBezTo>
                <a:cubicBezTo>
                  <a:pt x="1318" y="3085"/>
                  <a:pt x="1298" y="3063"/>
                  <a:pt x="1293" y="3066"/>
                </a:cubicBezTo>
                <a:cubicBezTo>
                  <a:pt x="1271" y="3075"/>
                  <a:pt x="1249" y="3089"/>
                  <a:pt x="1233" y="3108"/>
                </a:cubicBezTo>
                <a:cubicBezTo>
                  <a:pt x="1227" y="3116"/>
                  <a:pt x="1231" y="3145"/>
                  <a:pt x="1240" y="3152"/>
                </a:cubicBezTo>
                <a:cubicBezTo>
                  <a:pt x="1271" y="3178"/>
                  <a:pt x="1306" y="3202"/>
                  <a:pt x="1353" y="3187"/>
                </a:cubicBezTo>
                <a:moveTo>
                  <a:pt x="2003" y="953"/>
                </a:moveTo>
                <a:cubicBezTo>
                  <a:pt x="1974" y="953"/>
                  <a:pt x="1938" y="982"/>
                  <a:pt x="1938" y="1006"/>
                </a:cubicBezTo>
                <a:cubicBezTo>
                  <a:pt x="1938" y="1028"/>
                  <a:pt x="1978" y="1058"/>
                  <a:pt x="2009" y="1058"/>
                </a:cubicBezTo>
                <a:cubicBezTo>
                  <a:pt x="2043" y="1058"/>
                  <a:pt x="2075" y="1031"/>
                  <a:pt x="2074" y="1003"/>
                </a:cubicBezTo>
                <a:cubicBezTo>
                  <a:pt x="2073" y="976"/>
                  <a:pt x="2040" y="953"/>
                  <a:pt x="2003" y="953"/>
                </a:cubicBezTo>
                <a:moveTo>
                  <a:pt x="916" y="1484"/>
                </a:moveTo>
                <a:cubicBezTo>
                  <a:pt x="873" y="1514"/>
                  <a:pt x="837" y="1540"/>
                  <a:pt x="802" y="1564"/>
                </a:cubicBezTo>
                <a:cubicBezTo>
                  <a:pt x="814" y="1583"/>
                  <a:pt x="827" y="1603"/>
                  <a:pt x="839" y="1621"/>
                </a:cubicBezTo>
                <a:cubicBezTo>
                  <a:pt x="871" y="1613"/>
                  <a:pt x="904" y="1605"/>
                  <a:pt x="940" y="1595"/>
                </a:cubicBezTo>
                <a:cubicBezTo>
                  <a:pt x="932" y="1557"/>
                  <a:pt x="924" y="1520"/>
                  <a:pt x="916" y="1484"/>
                </a:cubicBezTo>
                <a:moveTo>
                  <a:pt x="570" y="1632"/>
                </a:moveTo>
                <a:cubicBezTo>
                  <a:pt x="580" y="1618"/>
                  <a:pt x="588" y="1605"/>
                  <a:pt x="598" y="1593"/>
                </a:cubicBezTo>
                <a:cubicBezTo>
                  <a:pt x="609" y="1582"/>
                  <a:pt x="621" y="1572"/>
                  <a:pt x="635" y="1559"/>
                </a:cubicBezTo>
                <a:cubicBezTo>
                  <a:pt x="620" y="1540"/>
                  <a:pt x="606" y="1521"/>
                  <a:pt x="590" y="1506"/>
                </a:cubicBezTo>
                <a:cubicBezTo>
                  <a:pt x="583" y="1500"/>
                  <a:pt x="567" y="1497"/>
                  <a:pt x="559" y="1501"/>
                </a:cubicBezTo>
                <a:cubicBezTo>
                  <a:pt x="531" y="1512"/>
                  <a:pt x="506" y="1561"/>
                  <a:pt x="508" y="1589"/>
                </a:cubicBezTo>
                <a:cubicBezTo>
                  <a:pt x="511" y="1629"/>
                  <a:pt x="544" y="1625"/>
                  <a:pt x="570" y="1633"/>
                </a:cubicBezTo>
                <a:lnTo>
                  <a:pt x="570" y="1632"/>
                </a:lnTo>
                <a:moveTo>
                  <a:pt x="1239" y="2753"/>
                </a:moveTo>
                <a:cubicBezTo>
                  <a:pt x="1226" y="2731"/>
                  <a:pt x="1212" y="2705"/>
                  <a:pt x="1194" y="2682"/>
                </a:cubicBezTo>
                <a:cubicBezTo>
                  <a:pt x="1178" y="2662"/>
                  <a:pt x="1161" y="2668"/>
                  <a:pt x="1151" y="2688"/>
                </a:cubicBezTo>
                <a:cubicBezTo>
                  <a:pt x="1133" y="2723"/>
                  <a:pt x="1139" y="2758"/>
                  <a:pt x="1154" y="2791"/>
                </a:cubicBezTo>
                <a:cubicBezTo>
                  <a:pt x="1160" y="2804"/>
                  <a:pt x="1176" y="2825"/>
                  <a:pt x="1183" y="2824"/>
                </a:cubicBezTo>
                <a:cubicBezTo>
                  <a:pt x="1198" y="2820"/>
                  <a:pt x="1213" y="2806"/>
                  <a:pt x="1225" y="2794"/>
                </a:cubicBezTo>
                <a:cubicBezTo>
                  <a:pt x="1232" y="2786"/>
                  <a:pt x="1233" y="2772"/>
                  <a:pt x="1239" y="2753"/>
                </a:cubicBezTo>
                <a:moveTo>
                  <a:pt x="1755" y="1964"/>
                </a:moveTo>
                <a:cubicBezTo>
                  <a:pt x="1751" y="1997"/>
                  <a:pt x="1748" y="2022"/>
                  <a:pt x="1773" y="2037"/>
                </a:cubicBezTo>
                <a:cubicBezTo>
                  <a:pt x="1800" y="2052"/>
                  <a:pt x="1832" y="2067"/>
                  <a:pt x="1861" y="2048"/>
                </a:cubicBezTo>
                <a:cubicBezTo>
                  <a:pt x="1877" y="2038"/>
                  <a:pt x="1888" y="2014"/>
                  <a:pt x="1890" y="1995"/>
                </a:cubicBezTo>
                <a:cubicBezTo>
                  <a:pt x="1891" y="1986"/>
                  <a:pt x="1867" y="1968"/>
                  <a:pt x="1852" y="1966"/>
                </a:cubicBezTo>
                <a:cubicBezTo>
                  <a:pt x="1821" y="1961"/>
                  <a:pt x="1789" y="1964"/>
                  <a:pt x="1755" y="1964"/>
                </a:cubicBezTo>
                <a:moveTo>
                  <a:pt x="2187" y="2450"/>
                </a:moveTo>
                <a:cubicBezTo>
                  <a:pt x="2197" y="2443"/>
                  <a:pt x="2219" y="2432"/>
                  <a:pt x="2233" y="2415"/>
                </a:cubicBezTo>
                <a:cubicBezTo>
                  <a:pt x="2243" y="2402"/>
                  <a:pt x="2251" y="2376"/>
                  <a:pt x="2244" y="2366"/>
                </a:cubicBezTo>
                <a:cubicBezTo>
                  <a:pt x="2235" y="2350"/>
                  <a:pt x="2213" y="2337"/>
                  <a:pt x="2194" y="2333"/>
                </a:cubicBezTo>
                <a:cubicBezTo>
                  <a:pt x="2159" y="2326"/>
                  <a:pt x="2148" y="2358"/>
                  <a:pt x="2135" y="2382"/>
                </a:cubicBezTo>
                <a:cubicBezTo>
                  <a:pt x="2117" y="2414"/>
                  <a:pt x="2138" y="2449"/>
                  <a:pt x="2187" y="2450"/>
                </a:cubicBezTo>
                <a:moveTo>
                  <a:pt x="1946" y="3195"/>
                </a:moveTo>
                <a:cubicBezTo>
                  <a:pt x="1924" y="3201"/>
                  <a:pt x="1914" y="3212"/>
                  <a:pt x="1910" y="3237"/>
                </a:cubicBezTo>
                <a:cubicBezTo>
                  <a:pt x="1906" y="3265"/>
                  <a:pt x="1890" y="3292"/>
                  <a:pt x="1881" y="3319"/>
                </a:cubicBezTo>
                <a:cubicBezTo>
                  <a:pt x="1877" y="3330"/>
                  <a:pt x="1873" y="3347"/>
                  <a:pt x="1878" y="3354"/>
                </a:cubicBezTo>
                <a:cubicBezTo>
                  <a:pt x="1886" y="3364"/>
                  <a:pt x="1903" y="3373"/>
                  <a:pt x="1915" y="3372"/>
                </a:cubicBezTo>
                <a:cubicBezTo>
                  <a:pt x="1928" y="3371"/>
                  <a:pt x="1944" y="3358"/>
                  <a:pt x="1949" y="3346"/>
                </a:cubicBezTo>
                <a:cubicBezTo>
                  <a:pt x="1960" y="3319"/>
                  <a:pt x="1965" y="3290"/>
                  <a:pt x="1973" y="3259"/>
                </a:cubicBezTo>
                <a:cubicBezTo>
                  <a:pt x="1966" y="3241"/>
                  <a:pt x="1957" y="3219"/>
                  <a:pt x="1946" y="3195"/>
                </a:cubicBezTo>
                <a:moveTo>
                  <a:pt x="3212" y="2117"/>
                </a:moveTo>
                <a:cubicBezTo>
                  <a:pt x="3203" y="2125"/>
                  <a:pt x="3177" y="2137"/>
                  <a:pt x="3172" y="2155"/>
                </a:cubicBezTo>
                <a:cubicBezTo>
                  <a:pt x="3164" y="2179"/>
                  <a:pt x="3170" y="2209"/>
                  <a:pt x="3174" y="2235"/>
                </a:cubicBezTo>
                <a:cubicBezTo>
                  <a:pt x="3179" y="2258"/>
                  <a:pt x="3197" y="2262"/>
                  <a:pt x="3212" y="2244"/>
                </a:cubicBezTo>
                <a:cubicBezTo>
                  <a:pt x="3231" y="2222"/>
                  <a:pt x="3249" y="2197"/>
                  <a:pt x="3263" y="2170"/>
                </a:cubicBezTo>
                <a:cubicBezTo>
                  <a:pt x="3280" y="2136"/>
                  <a:pt x="3264" y="2116"/>
                  <a:pt x="3212" y="2117"/>
                </a:cubicBezTo>
                <a:moveTo>
                  <a:pt x="697" y="2878"/>
                </a:moveTo>
                <a:cubicBezTo>
                  <a:pt x="696" y="2841"/>
                  <a:pt x="640" y="2777"/>
                  <a:pt x="612" y="2775"/>
                </a:cubicBezTo>
                <a:cubicBezTo>
                  <a:pt x="593" y="2774"/>
                  <a:pt x="575" y="2784"/>
                  <a:pt x="583" y="2803"/>
                </a:cubicBezTo>
                <a:cubicBezTo>
                  <a:pt x="596" y="2837"/>
                  <a:pt x="614" y="2869"/>
                  <a:pt x="633" y="2899"/>
                </a:cubicBezTo>
                <a:cubicBezTo>
                  <a:pt x="640" y="2909"/>
                  <a:pt x="664" y="2919"/>
                  <a:pt x="671" y="2915"/>
                </a:cubicBezTo>
                <a:cubicBezTo>
                  <a:pt x="684" y="2905"/>
                  <a:pt x="691" y="2887"/>
                  <a:pt x="697" y="2878"/>
                </a:cubicBezTo>
                <a:moveTo>
                  <a:pt x="1271" y="2723"/>
                </a:moveTo>
                <a:cubicBezTo>
                  <a:pt x="1283" y="2761"/>
                  <a:pt x="1278" y="2794"/>
                  <a:pt x="1257" y="2824"/>
                </a:cubicBezTo>
                <a:cubicBezTo>
                  <a:pt x="1236" y="2854"/>
                  <a:pt x="1206" y="2868"/>
                  <a:pt x="1168" y="2868"/>
                </a:cubicBezTo>
                <a:cubicBezTo>
                  <a:pt x="1172" y="2885"/>
                  <a:pt x="1176" y="2898"/>
                  <a:pt x="1179" y="2911"/>
                </a:cubicBezTo>
                <a:cubicBezTo>
                  <a:pt x="1235" y="2885"/>
                  <a:pt x="1243" y="2885"/>
                  <a:pt x="1301" y="2908"/>
                </a:cubicBezTo>
                <a:cubicBezTo>
                  <a:pt x="1288" y="2848"/>
                  <a:pt x="1287" y="2792"/>
                  <a:pt x="1333" y="2748"/>
                </a:cubicBezTo>
                <a:cubicBezTo>
                  <a:pt x="1311" y="2739"/>
                  <a:pt x="1293" y="2732"/>
                  <a:pt x="1271" y="2723"/>
                </a:cubicBezTo>
                <a:moveTo>
                  <a:pt x="838" y="2847"/>
                </a:moveTo>
                <a:cubicBezTo>
                  <a:pt x="795" y="2755"/>
                  <a:pt x="862" y="2702"/>
                  <a:pt x="923" y="2647"/>
                </a:cubicBezTo>
                <a:lnTo>
                  <a:pt x="869" y="2647"/>
                </a:lnTo>
                <a:cubicBezTo>
                  <a:pt x="860" y="2660"/>
                  <a:pt x="851" y="2676"/>
                  <a:pt x="838" y="2687"/>
                </a:cubicBezTo>
                <a:cubicBezTo>
                  <a:pt x="826" y="2697"/>
                  <a:pt x="810" y="2702"/>
                  <a:pt x="794" y="2709"/>
                </a:cubicBezTo>
                <a:cubicBezTo>
                  <a:pt x="816" y="2733"/>
                  <a:pt x="829" y="2762"/>
                  <a:pt x="805" y="2787"/>
                </a:cubicBezTo>
                <a:cubicBezTo>
                  <a:pt x="787" y="2807"/>
                  <a:pt x="759" y="2817"/>
                  <a:pt x="732" y="2833"/>
                </a:cubicBezTo>
                <a:cubicBezTo>
                  <a:pt x="734" y="2840"/>
                  <a:pt x="737" y="2855"/>
                  <a:pt x="739" y="2865"/>
                </a:cubicBezTo>
                <a:cubicBezTo>
                  <a:pt x="771" y="2860"/>
                  <a:pt x="802" y="2854"/>
                  <a:pt x="838" y="2847"/>
                </a:cubicBezTo>
                <a:moveTo>
                  <a:pt x="1451" y="2946"/>
                </a:moveTo>
                <a:cubicBezTo>
                  <a:pt x="1496" y="2968"/>
                  <a:pt x="1540" y="2989"/>
                  <a:pt x="1584" y="3010"/>
                </a:cubicBezTo>
                <a:cubicBezTo>
                  <a:pt x="1593" y="2992"/>
                  <a:pt x="1604" y="2967"/>
                  <a:pt x="1612" y="2948"/>
                </a:cubicBezTo>
                <a:cubicBezTo>
                  <a:pt x="1572" y="2928"/>
                  <a:pt x="1533" y="2909"/>
                  <a:pt x="1493" y="2889"/>
                </a:cubicBezTo>
                <a:cubicBezTo>
                  <a:pt x="1481" y="2905"/>
                  <a:pt x="1466" y="2926"/>
                  <a:pt x="1451" y="2946"/>
                </a:cubicBezTo>
                <a:moveTo>
                  <a:pt x="1054" y="2818"/>
                </a:moveTo>
                <a:cubicBezTo>
                  <a:pt x="1040" y="2859"/>
                  <a:pt x="1037" y="2897"/>
                  <a:pt x="1056" y="2934"/>
                </a:cubicBezTo>
                <a:cubicBezTo>
                  <a:pt x="1068" y="2955"/>
                  <a:pt x="1085" y="2972"/>
                  <a:pt x="1111" y="2961"/>
                </a:cubicBezTo>
                <a:cubicBezTo>
                  <a:pt x="1136" y="2951"/>
                  <a:pt x="1140" y="2927"/>
                  <a:pt x="1133" y="2903"/>
                </a:cubicBezTo>
                <a:cubicBezTo>
                  <a:pt x="1123" y="2863"/>
                  <a:pt x="1097" y="2835"/>
                  <a:pt x="1054" y="2818"/>
                </a:cubicBezTo>
                <a:moveTo>
                  <a:pt x="1291" y="2584"/>
                </a:moveTo>
                <a:cubicBezTo>
                  <a:pt x="1294" y="2617"/>
                  <a:pt x="1294" y="2649"/>
                  <a:pt x="1302" y="2679"/>
                </a:cubicBezTo>
                <a:cubicBezTo>
                  <a:pt x="1308" y="2703"/>
                  <a:pt x="1333" y="2711"/>
                  <a:pt x="1346" y="2694"/>
                </a:cubicBezTo>
                <a:cubicBezTo>
                  <a:pt x="1363" y="2673"/>
                  <a:pt x="1379" y="2647"/>
                  <a:pt x="1384" y="2622"/>
                </a:cubicBezTo>
                <a:cubicBezTo>
                  <a:pt x="1388" y="2608"/>
                  <a:pt x="1371" y="2587"/>
                  <a:pt x="1359" y="2573"/>
                </a:cubicBezTo>
                <a:cubicBezTo>
                  <a:pt x="1356" y="2569"/>
                  <a:pt x="1339" y="2577"/>
                  <a:pt x="1327" y="2579"/>
                </a:cubicBezTo>
                <a:cubicBezTo>
                  <a:pt x="1319" y="2580"/>
                  <a:pt x="1311" y="2581"/>
                  <a:pt x="1291" y="2584"/>
                </a:cubicBezTo>
                <a:moveTo>
                  <a:pt x="1441" y="2006"/>
                </a:moveTo>
                <a:cubicBezTo>
                  <a:pt x="1466" y="1930"/>
                  <a:pt x="1483" y="1916"/>
                  <a:pt x="1537" y="1927"/>
                </a:cubicBezTo>
                <a:cubicBezTo>
                  <a:pt x="1541" y="1894"/>
                  <a:pt x="1546" y="1861"/>
                  <a:pt x="1551" y="1829"/>
                </a:cubicBezTo>
                <a:lnTo>
                  <a:pt x="1503" y="1829"/>
                </a:lnTo>
                <a:cubicBezTo>
                  <a:pt x="1512" y="1913"/>
                  <a:pt x="1452" y="1969"/>
                  <a:pt x="1352" y="1969"/>
                </a:cubicBezTo>
                <a:cubicBezTo>
                  <a:pt x="1351" y="1979"/>
                  <a:pt x="1350" y="1990"/>
                  <a:pt x="1348" y="2006"/>
                </a:cubicBezTo>
                <a:lnTo>
                  <a:pt x="1441" y="2006"/>
                </a:lnTo>
                <a:moveTo>
                  <a:pt x="3292" y="2214"/>
                </a:moveTo>
                <a:cubicBezTo>
                  <a:pt x="3335" y="2215"/>
                  <a:pt x="3361" y="2194"/>
                  <a:pt x="3381" y="2164"/>
                </a:cubicBezTo>
                <a:cubicBezTo>
                  <a:pt x="3401" y="2132"/>
                  <a:pt x="3398" y="2104"/>
                  <a:pt x="3373" y="2085"/>
                </a:cubicBezTo>
                <a:cubicBezTo>
                  <a:pt x="3349" y="2067"/>
                  <a:pt x="3323" y="2072"/>
                  <a:pt x="3297" y="2101"/>
                </a:cubicBezTo>
                <a:cubicBezTo>
                  <a:pt x="3328" y="2137"/>
                  <a:pt x="3306" y="2174"/>
                  <a:pt x="3292" y="2214"/>
                </a:cubicBezTo>
                <a:moveTo>
                  <a:pt x="3239" y="1901"/>
                </a:moveTo>
                <a:cubicBezTo>
                  <a:pt x="3244" y="1904"/>
                  <a:pt x="3249" y="1907"/>
                  <a:pt x="3254" y="1910"/>
                </a:cubicBezTo>
                <a:cubicBezTo>
                  <a:pt x="3253" y="1925"/>
                  <a:pt x="3252" y="1940"/>
                  <a:pt x="3252" y="1955"/>
                </a:cubicBezTo>
                <a:cubicBezTo>
                  <a:pt x="3252" y="1968"/>
                  <a:pt x="3250" y="1982"/>
                  <a:pt x="3253" y="1994"/>
                </a:cubicBezTo>
                <a:cubicBezTo>
                  <a:pt x="3259" y="2020"/>
                  <a:pt x="3278" y="2027"/>
                  <a:pt x="3294" y="2007"/>
                </a:cubicBezTo>
                <a:cubicBezTo>
                  <a:pt x="3311" y="1987"/>
                  <a:pt x="3325" y="1962"/>
                  <a:pt x="3333" y="1937"/>
                </a:cubicBezTo>
                <a:cubicBezTo>
                  <a:pt x="3341" y="1911"/>
                  <a:pt x="3313" y="1870"/>
                  <a:pt x="3289" y="1872"/>
                </a:cubicBezTo>
                <a:cubicBezTo>
                  <a:pt x="3272" y="1873"/>
                  <a:pt x="3256" y="1890"/>
                  <a:pt x="3239" y="1901"/>
                </a:cubicBezTo>
                <a:moveTo>
                  <a:pt x="630" y="2427"/>
                </a:moveTo>
                <a:cubicBezTo>
                  <a:pt x="628" y="2396"/>
                  <a:pt x="613" y="2353"/>
                  <a:pt x="628" y="2325"/>
                </a:cubicBezTo>
                <a:cubicBezTo>
                  <a:pt x="641" y="2299"/>
                  <a:pt x="686" y="2289"/>
                  <a:pt x="711" y="2276"/>
                </a:cubicBezTo>
                <a:cubicBezTo>
                  <a:pt x="674" y="2268"/>
                  <a:pt x="631" y="2258"/>
                  <a:pt x="589" y="2248"/>
                </a:cubicBezTo>
                <a:cubicBezTo>
                  <a:pt x="601" y="2294"/>
                  <a:pt x="593" y="2340"/>
                  <a:pt x="547" y="2374"/>
                </a:cubicBezTo>
                <a:cubicBezTo>
                  <a:pt x="577" y="2393"/>
                  <a:pt x="607" y="2413"/>
                  <a:pt x="630" y="2427"/>
                </a:cubicBezTo>
                <a:moveTo>
                  <a:pt x="2167" y="1922"/>
                </a:moveTo>
                <a:cubicBezTo>
                  <a:pt x="2183" y="1964"/>
                  <a:pt x="2216" y="1982"/>
                  <a:pt x="2255" y="1967"/>
                </a:cubicBezTo>
                <a:cubicBezTo>
                  <a:pt x="2277" y="1959"/>
                  <a:pt x="2297" y="1945"/>
                  <a:pt x="2316" y="1931"/>
                </a:cubicBezTo>
                <a:cubicBezTo>
                  <a:pt x="2323" y="1925"/>
                  <a:pt x="2331" y="1911"/>
                  <a:pt x="2329" y="1905"/>
                </a:cubicBezTo>
                <a:cubicBezTo>
                  <a:pt x="2326" y="1897"/>
                  <a:pt x="2312" y="1889"/>
                  <a:pt x="2303" y="1889"/>
                </a:cubicBezTo>
                <a:cubicBezTo>
                  <a:pt x="2256" y="1891"/>
                  <a:pt x="2210" y="1900"/>
                  <a:pt x="2167" y="1922"/>
                </a:cubicBezTo>
                <a:moveTo>
                  <a:pt x="2682" y="2116"/>
                </a:moveTo>
                <a:cubicBezTo>
                  <a:pt x="2679" y="2115"/>
                  <a:pt x="2676" y="2113"/>
                  <a:pt x="2673" y="2111"/>
                </a:cubicBezTo>
                <a:cubicBezTo>
                  <a:pt x="2673" y="2122"/>
                  <a:pt x="2674" y="2133"/>
                  <a:pt x="2675" y="2143"/>
                </a:cubicBezTo>
                <a:cubicBezTo>
                  <a:pt x="2677" y="2152"/>
                  <a:pt x="2679" y="2160"/>
                  <a:pt x="2681" y="2168"/>
                </a:cubicBezTo>
                <a:cubicBezTo>
                  <a:pt x="2691" y="2196"/>
                  <a:pt x="2705" y="2202"/>
                  <a:pt x="2731" y="2189"/>
                </a:cubicBezTo>
                <a:cubicBezTo>
                  <a:pt x="2776" y="2167"/>
                  <a:pt x="2787" y="2116"/>
                  <a:pt x="2756" y="2077"/>
                </a:cubicBezTo>
                <a:cubicBezTo>
                  <a:pt x="2740" y="2057"/>
                  <a:pt x="2723" y="2060"/>
                  <a:pt x="2711" y="2082"/>
                </a:cubicBezTo>
                <a:cubicBezTo>
                  <a:pt x="2704" y="2095"/>
                  <a:pt x="2692" y="2105"/>
                  <a:pt x="2682" y="2117"/>
                </a:cubicBezTo>
                <a:lnTo>
                  <a:pt x="2682" y="2116"/>
                </a:lnTo>
                <a:moveTo>
                  <a:pt x="634" y="1962"/>
                </a:moveTo>
                <a:cubicBezTo>
                  <a:pt x="675" y="1954"/>
                  <a:pt x="701" y="1935"/>
                  <a:pt x="713" y="1905"/>
                </a:cubicBezTo>
                <a:cubicBezTo>
                  <a:pt x="723" y="1877"/>
                  <a:pt x="707" y="1862"/>
                  <a:pt x="689" y="1848"/>
                </a:cubicBezTo>
                <a:cubicBezTo>
                  <a:pt x="669" y="1833"/>
                  <a:pt x="651" y="1838"/>
                  <a:pt x="638" y="1856"/>
                </a:cubicBezTo>
                <a:cubicBezTo>
                  <a:pt x="608" y="1895"/>
                  <a:pt x="598" y="1914"/>
                  <a:pt x="634" y="1962"/>
                </a:cubicBezTo>
                <a:moveTo>
                  <a:pt x="2631" y="3087"/>
                </a:moveTo>
                <a:cubicBezTo>
                  <a:pt x="2648" y="3077"/>
                  <a:pt x="2668" y="3070"/>
                  <a:pt x="2683" y="3057"/>
                </a:cubicBezTo>
                <a:cubicBezTo>
                  <a:pt x="2701" y="3040"/>
                  <a:pt x="2711" y="3017"/>
                  <a:pt x="2690" y="2994"/>
                </a:cubicBezTo>
                <a:cubicBezTo>
                  <a:pt x="2669" y="2971"/>
                  <a:pt x="2647" y="2976"/>
                  <a:pt x="2626" y="2992"/>
                </a:cubicBezTo>
                <a:cubicBezTo>
                  <a:pt x="2612" y="3003"/>
                  <a:pt x="2602" y="3020"/>
                  <a:pt x="2587" y="3030"/>
                </a:cubicBezTo>
                <a:cubicBezTo>
                  <a:pt x="2567" y="3044"/>
                  <a:pt x="2569" y="3056"/>
                  <a:pt x="2586" y="3067"/>
                </a:cubicBezTo>
                <a:cubicBezTo>
                  <a:pt x="2599" y="3075"/>
                  <a:pt x="2613" y="3079"/>
                  <a:pt x="2631" y="3087"/>
                </a:cubicBezTo>
                <a:moveTo>
                  <a:pt x="2455" y="1797"/>
                </a:moveTo>
                <a:cubicBezTo>
                  <a:pt x="2455" y="1774"/>
                  <a:pt x="2425" y="1740"/>
                  <a:pt x="2403" y="1739"/>
                </a:cubicBezTo>
                <a:cubicBezTo>
                  <a:pt x="2382" y="1739"/>
                  <a:pt x="2356" y="1768"/>
                  <a:pt x="2355" y="1793"/>
                </a:cubicBezTo>
                <a:cubicBezTo>
                  <a:pt x="2354" y="1825"/>
                  <a:pt x="2381" y="1862"/>
                  <a:pt x="2406" y="1862"/>
                </a:cubicBezTo>
                <a:cubicBezTo>
                  <a:pt x="2427" y="1863"/>
                  <a:pt x="2455" y="1826"/>
                  <a:pt x="2455" y="1797"/>
                </a:cubicBezTo>
                <a:moveTo>
                  <a:pt x="2029" y="3008"/>
                </a:moveTo>
                <a:cubicBezTo>
                  <a:pt x="2041" y="3027"/>
                  <a:pt x="2051" y="3055"/>
                  <a:pt x="2068" y="3061"/>
                </a:cubicBezTo>
                <a:cubicBezTo>
                  <a:pt x="2081" y="3066"/>
                  <a:pt x="2104" y="3042"/>
                  <a:pt x="2122" y="3030"/>
                </a:cubicBezTo>
                <a:cubicBezTo>
                  <a:pt x="2123" y="3029"/>
                  <a:pt x="2124" y="3027"/>
                  <a:pt x="2126" y="3025"/>
                </a:cubicBezTo>
                <a:cubicBezTo>
                  <a:pt x="2143" y="2999"/>
                  <a:pt x="2136" y="2974"/>
                  <a:pt x="2118" y="2954"/>
                </a:cubicBezTo>
                <a:cubicBezTo>
                  <a:pt x="2112" y="2946"/>
                  <a:pt x="2093" y="2943"/>
                  <a:pt x="2085" y="2947"/>
                </a:cubicBezTo>
                <a:cubicBezTo>
                  <a:pt x="2062" y="2959"/>
                  <a:pt x="2032" y="2968"/>
                  <a:pt x="2029" y="3008"/>
                </a:cubicBezTo>
                <a:moveTo>
                  <a:pt x="803" y="2893"/>
                </a:moveTo>
                <a:cubicBezTo>
                  <a:pt x="800" y="2893"/>
                  <a:pt x="795" y="2894"/>
                  <a:pt x="790" y="2896"/>
                </a:cubicBezTo>
                <a:cubicBezTo>
                  <a:pt x="767" y="2903"/>
                  <a:pt x="737" y="2945"/>
                  <a:pt x="737" y="2969"/>
                </a:cubicBezTo>
                <a:cubicBezTo>
                  <a:pt x="738" y="2999"/>
                  <a:pt x="759" y="3016"/>
                  <a:pt x="784" y="3002"/>
                </a:cubicBezTo>
                <a:cubicBezTo>
                  <a:pt x="806" y="2989"/>
                  <a:pt x="827" y="2970"/>
                  <a:pt x="841" y="2948"/>
                </a:cubicBezTo>
                <a:cubicBezTo>
                  <a:pt x="858" y="2922"/>
                  <a:pt x="836" y="2893"/>
                  <a:pt x="803" y="2893"/>
                </a:cubicBezTo>
                <a:moveTo>
                  <a:pt x="419" y="2166"/>
                </a:moveTo>
                <a:cubicBezTo>
                  <a:pt x="413" y="2153"/>
                  <a:pt x="410" y="2137"/>
                  <a:pt x="400" y="2127"/>
                </a:cubicBezTo>
                <a:cubicBezTo>
                  <a:pt x="390" y="2117"/>
                  <a:pt x="374" y="2113"/>
                  <a:pt x="360" y="2106"/>
                </a:cubicBezTo>
                <a:cubicBezTo>
                  <a:pt x="354" y="2122"/>
                  <a:pt x="346" y="2138"/>
                  <a:pt x="343" y="2154"/>
                </a:cubicBezTo>
                <a:cubicBezTo>
                  <a:pt x="339" y="2170"/>
                  <a:pt x="342" y="2188"/>
                  <a:pt x="339" y="2204"/>
                </a:cubicBezTo>
                <a:cubicBezTo>
                  <a:pt x="334" y="2226"/>
                  <a:pt x="343" y="2242"/>
                  <a:pt x="362" y="2247"/>
                </a:cubicBezTo>
                <a:cubicBezTo>
                  <a:pt x="373" y="2249"/>
                  <a:pt x="391" y="2239"/>
                  <a:pt x="397" y="2229"/>
                </a:cubicBezTo>
                <a:cubicBezTo>
                  <a:pt x="407" y="2211"/>
                  <a:pt x="412" y="2189"/>
                  <a:pt x="419" y="2166"/>
                </a:cubicBezTo>
                <a:moveTo>
                  <a:pt x="2216" y="2278"/>
                </a:moveTo>
                <a:cubicBezTo>
                  <a:pt x="2254" y="2279"/>
                  <a:pt x="2284" y="2251"/>
                  <a:pt x="2284" y="2216"/>
                </a:cubicBezTo>
                <a:cubicBezTo>
                  <a:pt x="2284" y="2195"/>
                  <a:pt x="2262" y="2170"/>
                  <a:pt x="2242" y="2169"/>
                </a:cubicBezTo>
                <a:cubicBezTo>
                  <a:pt x="2218" y="2168"/>
                  <a:pt x="2179" y="2209"/>
                  <a:pt x="2179" y="2238"/>
                </a:cubicBezTo>
                <a:cubicBezTo>
                  <a:pt x="2179" y="2265"/>
                  <a:pt x="2191" y="2279"/>
                  <a:pt x="2216" y="2278"/>
                </a:cubicBezTo>
                <a:moveTo>
                  <a:pt x="1625" y="3032"/>
                </a:moveTo>
                <a:cubicBezTo>
                  <a:pt x="1626" y="3051"/>
                  <a:pt x="1631" y="3072"/>
                  <a:pt x="1660" y="3072"/>
                </a:cubicBezTo>
                <a:cubicBezTo>
                  <a:pt x="1689" y="3073"/>
                  <a:pt x="1731" y="3033"/>
                  <a:pt x="1731" y="3003"/>
                </a:cubicBezTo>
                <a:cubicBezTo>
                  <a:pt x="1732" y="2975"/>
                  <a:pt x="1711" y="2966"/>
                  <a:pt x="1688" y="2965"/>
                </a:cubicBezTo>
                <a:cubicBezTo>
                  <a:pt x="1651" y="2963"/>
                  <a:pt x="1626" y="2989"/>
                  <a:pt x="1625" y="3032"/>
                </a:cubicBezTo>
                <a:moveTo>
                  <a:pt x="503" y="882"/>
                </a:moveTo>
                <a:cubicBezTo>
                  <a:pt x="470" y="888"/>
                  <a:pt x="436" y="919"/>
                  <a:pt x="435" y="942"/>
                </a:cubicBezTo>
                <a:cubicBezTo>
                  <a:pt x="434" y="968"/>
                  <a:pt x="461" y="1000"/>
                  <a:pt x="483" y="999"/>
                </a:cubicBezTo>
                <a:cubicBezTo>
                  <a:pt x="506" y="998"/>
                  <a:pt x="545" y="954"/>
                  <a:pt x="538" y="928"/>
                </a:cubicBezTo>
                <a:cubicBezTo>
                  <a:pt x="534" y="911"/>
                  <a:pt x="515" y="897"/>
                  <a:pt x="503" y="882"/>
                </a:cubicBezTo>
                <a:moveTo>
                  <a:pt x="2943" y="1431"/>
                </a:moveTo>
                <a:cubicBezTo>
                  <a:pt x="2937" y="1450"/>
                  <a:pt x="2934" y="1465"/>
                  <a:pt x="2927" y="1477"/>
                </a:cubicBezTo>
                <a:cubicBezTo>
                  <a:pt x="2916" y="1496"/>
                  <a:pt x="2919" y="1535"/>
                  <a:pt x="2936" y="1549"/>
                </a:cubicBezTo>
                <a:cubicBezTo>
                  <a:pt x="2952" y="1563"/>
                  <a:pt x="2981" y="1558"/>
                  <a:pt x="2994" y="1534"/>
                </a:cubicBezTo>
                <a:cubicBezTo>
                  <a:pt x="3004" y="1516"/>
                  <a:pt x="3013" y="1489"/>
                  <a:pt x="3007" y="1472"/>
                </a:cubicBezTo>
                <a:cubicBezTo>
                  <a:pt x="2997" y="1442"/>
                  <a:pt x="2967" y="1432"/>
                  <a:pt x="2943" y="1431"/>
                </a:cubicBezTo>
                <a:moveTo>
                  <a:pt x="738" y="2532"/>
                </a:moveTo>
                <a:cubicBezTo>
                  <a:pt x="714" y="2585"/>
                  <a:pt x="728" y="2623"/>
                  <a:pt x="773" y="2650"/>
                </a:cubicBezTo>
                <a:cubicBezTo>
                  <a:pt x="784" y="2656"/>
                  <a:pt x="807" y="2660"/>
                  <a:pt x="809" y="2657"/>
                </a:cubicBezTo>
                <a:cubicBezTo>
                  <a:pt x="817" y="2643"/>
                  <a:pt x="826" y="2622"/>
                  <a:pt x="822" y="2609"/>
                </a:cubicBezTo>
                <a:cubicBezTo>
                  <a:pt x="807" y="2570"/>
                  <a:pt x="777" y="2545"/>
                  <a:pt x="738" y="2532"/>
                </a:cubicBezTo>
                <a:moveTo>
                  <a:pt x="1366" y="1648"/>
                </a:moveTo>
                <a:cubicBezTo>
                  <a:pt x="1380" y="1672"/>
                  <a:pt x="1391" y="1691"/>
                  <a:pt x="1402" y="1709"/>
                </a:cubicBezTo>
                <a:cubicBezTo>
                  <a:pt x="1418" y="1698"/>
                  <a:pt x="1435" y="1688"/>
                  <a:pt x="1450" y="1675"/>
                </a:cubicBezTo>
                <a:cubicBezTo>
                  <a:pt x="1457" y="1669"/>
                  <a:pt x="1464" y="1657"/>
                  <a:pt x="1464" y="1647"/>
                </a:cubicBezTo>
                <a:cubicBezTo>
                  <a:pt x="1465" y="1633"/>
                  <a:pt x="1464" y="1612"/>
                  <a:pt x="1455" y="1605"/>
                </a:cubicBezTo>
                <a:cubicBezTo>
                  <a:pt x="1444" y="1596"/>
                  <a:pt x="1419" y="1591"/>
                  <a:pt x="1408" y="1597"/>
                </a:cubicBezTo>
                <a:cubicBezTo>
                  <a:pt x="1392" y="1607"/>
                  <a:pt x="1382" y="1628"/>
                  <a:pt x="1366" y="1648"/>
                </a:cubicBezTo>
                <a:moveTo>
                  <a:pt x="1048" y="2405"/>
                </a:moveTo>
                <a:cubicBezTo>
                  <a:pt x="1130" y="2419"/>
                  <a:pt x="1157" y="2465"/>
                  <a:pt x="1138" y="2559"/>
                </a:cubicBezTo>
                <a:cubicBezTo>
                  <a:pt x="1152" y="2551"/>
                  <a:pt x="1165" y="2544"/>
                  <a:pt x="1179" y="2536"/>
                </a:cubicBezTo>
                <a:cubicBezTo>
                  <a:pt x="1138" y="2479"/>
                  <a:pt x="1163" y="2427"/>
                  <a:pt x="1187" y="2373"/>
                </a:cubicBezTo>
                <a:cubicBezTo>
                  <a:pt x="1145" y="2397"/>
                  <a:pt x="1106" y="2389"/>
                  <a:pt x="1068" y="2370"/>
                </a:cubicBezTo>
                <a:cubicBezTo>
                  <a:pt x="1061" y="2383"/>
                  <a:pt x="1055" y="2394"/>
                  <a:pt x="1048" y="2405"/>
                </a:cubicBezTo>
                <a:moveTo>
                  <a:pt x="755" y="2407"/>
                </a:moveTo>
                <a:cubicBezTo>
                  <a:pt x="756" y="2370"/>
                  <a:pt x="727" y="2334"/>
                  <a:pt x="701" y="2331"/>
                </a:cubicBezTo>
                <a:cubicBezTo>
                  <a:pt x="694" y="2330"/>
                  <a:pt x="685" y="2332"/>
                  <a:pt x="681" y="2336"/>
                </a:cubicBezTo>
                <a:cubicBezTo>
                  <a:pt x="657" y="2364"/>
                  <a:pt x="656" y="2386"/>
                  <a:pt x="681" y="2417"/>
                </a:cubicBezTo>
                <a:cubicBezTo>
                  <a:pt x="692" y="2432"/>
                  <a:pt x="716" y="2449"/>
                  <a:pt x="728" y="2446"/>
                </a:cubicBezTo>
                <a:cubicBezTo>
                  <a:pt x="742" y="2442"/>
                  <a:pt x="750" y="2416"/>
                  <a:pt x="755" y="2407"/>
                </a:cubicBezTo>
                <a:moveTo>
                  <a:pt x="2745" y="2967"/>
                </a:moveTo>
                <a:cubicBezTo>
                  <a:pt x="2747" y="3016"/>
                  <a:pt x="2769" y="3028"/>
                  <a:pt x="2802" y="3012"/>
                </a:cubicBezTo>
                <a:cubicBezTo>
                  <a:pt x="2841" y="2992"/>
                  <a:pt x="2855" y="2972"/>
                  <a:pt x="2843" y="2946"/>
                </a:cubicBezTo>
                <a:cubicBezTo>
                  <a:pt x="2833" y="2924"/>
                  <a:pt x="2813" y="2903"/>
                  <a:pt x="2790" y="2916"/>
                </a:cubicBezTo>
                <a:cubicBezTo>
                  <a:pt x="2769" y="2927"/>
                  <a:pt x="2756" y="2954"/>
                  <a:pt x="2745" y="2967"/>
                </a:cubicBezTo>
                <a:moveTo>
                  <a:pt x="3335" y="1679"/>
                </a:moveTo>
                <a:cubicBezTo>
                  <a:pt x="3312" y="1703"/>
                  <a:pt x="3292" y="1723"/>
                  <a:pt x="3273" y="1743"/>
                </a:cubicBezTo>
                <a:cubicBezTo>
                  <a:pt x="3283" y="1755"/>
                  <a:pt x="3302" y="1777"/>
                  <a:pt x="3321" y="1800"/>
                </a:cubicBezTo>
                <a:cubicBezTo>
                  <a:pt x="3349" y="1793"/>
                  <a:pt x="3367" y="1773"/>
                  <a:pt x="3369" y="1746"/>
                </a:cubicBezTo>
                <a:cubicBezTo>
                  <a:pt x="3371" y="1715"/>
                  <a:pt x="3354" y="1690"/>
                  <a:pt x="3335" y="1679"/>
                </a:cubicBezTo>
                <a:moveTo>
                  <a:pt x="2214" y="1633"/>
                </a:moveTo>
                <a:cubicBezTo>
                  <a:pt x="2254" y="1665"/>
                  <a:pt x="2292" y="1697"/>
                  <a:pt x="2332" y="1730"/>
                </a:cubicBezTo>
                <a:cubicBezTo>
                  <a:pt x="2342" y="1723"/>
                  <a:pt x="2357" y="1712"/>
                  <a:pt x="2375" y="1699"/>
                </a:cubicBezTo>
                <a:cubicBezTo>
                  <a:pt x="2337" y="1679"/>
                  <a:pt x="2314" y="1651"/>
                  <a:pt x="2314" y="1611"/>
                </a:cubicBezTo>
                <a:cubicBezTo>
                  <a:pt x="2282" y="1618"/>
                  <a:pt x="2251" y="1625"/>
                  <a:pt x="2214" y="1633"/>
                </a:cubicBezTo>
                <a:moveTo>
                  <a:pt x="2923" y="2888"/>
                </a:moveTo>
                <a:cubicBezTo>
                  <a:pt x="2927" y="2895"/>
                  <a:pt x="2933" y="2914"/>
                  <a:pt x="2946" y="2921"/>
                </a:cubicBezTo>
                <a:cubicBezTo>
                  <a:pt x="2953" y="2925"/>
                  <a:pt x="2975" y="2915"/>
                  <a:pt x="2984" y="2905"/>
                </a:cubicBezTo>
                <a:cubicBezTo>
                  <a:pt x="2999" y="2886"/>
                  <a:pt x="3012" y="2864"/>
                  <a:pt x="3023" y="2842"/>
                </a:cubicBezTo>
                <a:cubicBezTo>
                  <a:pt x="3033" y="2820"/>
                  <a:pt x="3019" y="2809"/>
                  <a:pt x="2998" y="2807"/>
                </a:cubicBezTo>
                <a:cubicBezTo>
                  <a:pt x="2972" y="2805"/>
                  <a:pt x="2923" y="2851"/>
                  <a:pt x="2923" y="2888"/>
                </a:cubicBezTo>
                <a:moveTo>
                  <a:pt x="267" y="1987"/>
                </a:moveTo>
                <a:cubicBezTo>
                  <a:pt x="269" y="1985"/>
                  <a:pt x="271" y="1983"/>
                  <a:pt x="273" y="1981"/>
                </a:cubicBezTo>
                <a:cubicBezTo>
                  <a:pt x="256" y="1964"/>
                  <a:pt x="242" y="1944"/>
                  <a:pt x="223" y="1932"/>
                </a:cubicBezTo>
                <a:cubicBezTo>
                  <a:pt x="216" y="1927"/>
                  <a:pt x="195" y="1939"/>
                  <a:pt x="185" y="1947"/>
                </a:cubicBezTo>
                <a:cubicBezTo>
                  <a:pt x="160" y="1968"/>
                  <a:pt x="184" y="1989"/>
                  <a:pt x="192" y="2005"/>
                </a:cubicBezTo>
                <a:cubicBezTo>
                  <a:pt x="199" y="2023"/>
                  <a:pt x="219" y="2035"/>
                  <a:pt x="233" y="2049"/>
                </a:cubicBezTo>
                <a:cubicBezTo>
                  <a:pt x="244" y="2034"/>
                  <a:pt x="254" y="2019"/>
                  <a:pt x="264" y="2003"/>
                </a:cubicBezTo>
                <a:cubicBezTo>
                  <a:pt x="267" y="1999"/>
                  <a:pt x="266" y="1993"/>
                  <a:pt x="267" y="1988"/>
                </a:cubicBezTo>
                <a:lnTo>
                  <a:pt x="267" y="1987"/>
                </a:lnTo>
                <a:moveTo>
                  <a:pt x="1789" y="759"/>
                </a:moveTo>
                <a:cubicBezTo>
                  <a:pt x="1785" y="775"/>
                  <a:pt x="1780" y="788"/>
                  <a:pt x="1780" y="801"/>
                </a:cubicBezTo>
                <a:cubicBezTo>
                  <a:pt x="1781" y="816"/>
                  <a:pt x="1781" y="837"/>
                  <a:pt x="1791" y="845"/>
                </a:cubicBezTo>
                <a:cubicBezTo>
                  <a:pt x="1802" y="855"/>
                  <a:pt x="1825" y="859"/>
                  <a:pt x="1839" y="854"/>
                </a:cubicBezTo>
                <a:cubicBezTo>
                  <a:pt x="1862" y="846"/>
                  <a:pt x="1876" y="825"/>
                  <a:pt x="1867" y="797"/>
                </a:cubicBezTo>
                <a:cubicBezTo>
                  <a:pt x="1856" y="767"/>
                  <a:pt x="1822" y="751"/>
                  <a:pt x="1789" y="759"/>
                </a:cubicBezTo>
                <a:moveTo>
                  <a:pt x="2916" y="2671"/>
                </a:moveTo>
                <a:cubicBezTo>
                  <a:pt x="2917" y="2695"/>
                  <a:pt x="2938" y="2720"/>
                  <a:pt x="2959" y="2720"/>
                </a:cubicBezTo>
                <a:cubicBezTo>
                  <a:pt x="2980" y="2720"/>
                  <a:pt x="3021" y="2672"/>
                  <a:pt x="3020" y="2647"/>
                </a:cubicBezTo>
                <a:cubicBezTo>
                  <a:pt x="3019" y="2624"/>
                  <a:pt x="3004" y="2616"/>
                  <a:pt x="2983" y="2617"/>
                </a:cubicBezTo>
                <a:cubicBezTo>
                  <a:pt x="2953" y="2618"/>
                  <a:pt x="2915" y="2649"/>
                  <a:pt x="2916" y="2671"/>
                </a:cubicBezTo>
                <a:moveTo>
                  <a:pt x="2782" y="2206"/>
                </a:moveTo>
                <a:cubicBezTo>
                  <a:pt x="2687" y="2268"/>
                  <a:pt x="2655" y="2246"/>
                  <a:pt x="2629" y="2103"/>
                </a:cubicBezTo>
                <a:cubicBezTo>
                  <a:pt x="2618" y="2111"/>
                  <a:pt x="2607" y="2118"/>
                  <a:pt x="2596" y="2126"/>
                </a:cubicBezTo>
                <a:cubicBezTo>
                  <a:pt x="2600" y="2125"/>
                  <a:pt x="2603" y="2125"/>
                  <a:pt x="2606" y="2124"/>
                </a:cubicBezTo>
                <a:cubicBezTo>
                  <a:pt x="2620" y="2167"/>
                  <a:pt x="2635" y="2210"/>
                  <a:pt x="2650" y="2255"/>
                </a:cubicBezTo>
                <a:cubicBezTo>
                  <a:pt x="2653" y="2254"/>
                  <a:pt x="2664" y="2248"/>
                  <a:pt x="2673" y="2249"/>
                </a:cubicBezTo>
                <a:cubicBezTo>
                  <a:pt x="2699" y="2253"/>
                  <a:pt x="2725" y="2258"/>
                  <a:pt x="2750" y="2265"/>
                </a:cubicBezTo>
                <a:cubicBezTo>
                  <a:pt x="2771" y="2271"/>
                  <a:pt x="2790" y="2282"/>
                  <a:pt x="2813" y="2292"/>
                </a:cubicBezTo>
                <a:cubicBezTo>
                  <a:pt x="2800" y="2258"/>
                  <a:pt x="2791" y="2233"/>
                  <a:pt x="2782" y="2206"/>
                </a:cubicBezTo>
                <a:moveTo>
                  <a:pt x="967" y="2385"/>
                </a:moveTo>
                <a:cubicBezTo>
                  <a:pt x="938" y="2407"/>
                  <a:pt x="904" y="2413"/>
                  <a:pt x="875" y="2388"/>
                </a:cubicBezTo>
                <a:cubicBezTo>
                  <a:pt x="850" y="2367"/>
                  <a:pt x="831" y="2339"/>
                  <a:pt x="809" y="2313"/>
                </a:cubicBezTo>
                <a:cubicBezTo>
                  <a:pt x="801" y="2317"/>
                  <a:pt x="788" y="2323"/>
                  <a:pt x="776" y="2328"/>
                </a:cubicBezTo>
                <a:cubicBezTo>
                  <a:pt x="784" y="2347"/>
                  <a:pt x="792" y="2366"/>
                  <a:pt x="796" y="2376"/>
                </a:cubicBezTo>
                <a:cubicBezTo>
                  <a:pt x="822" y="2391"/>
                  <a:pt x="842" y="2403"/>
                  <a:pt x="861" y="2414"/>
                </a:cubicBezTo>
                <a:cubicBezTo>
                  <a:pt x="883" y="2414"/>
                  <a:pt x="908" y="2408"/>
                  <a:pt x="929" y="2416"/>
                </a:cubicBezTo>
                <a:cubicBezTo>
                  <a:pt x="948" y="2423"/>
                  <a:pt x="963" y="2443"/>
                  <a:pt x="979" y="2458"/>
                </a:cubicBezTo>
                <a:cubicBezTo>
                  <a:pt x="984" y="2444"/>
                  <a:pt x="990" y="2429"/>
                  <a:pt x="995" y="2416"/>
                </a:cubicBezTo>
                <a:cubicBezTo>
                  <a:pt x="985" y="2405"/>
                  <a:pt x="977" y="2396"/>
                  <a:pt x="967" y="2385"/>
                </a:cubicBezTo>
                <a:moveTo>
                  <a:pt x="2841" y="1540"/>
                </a:moveTo>
                <a:cubicBezTo>
                  <a:pt x="2826" y="1515"/>
                  <a:pt x="2815" y="1489"/>
                  <a:pt x="2798" y="1468"/>
                </a:cubicBezTo>
                <a:cubicBezTo>
                  <a:pt x="2792" y="1460"/>
                  <a:pt x="2768" y="1455"/>
                  <a:pt x="2761" y="1461"/>
                </a:cubicBezTo>
                <a:cubicBezTo>
                  <a:pt x="2752" y="1469"/>
                  <a:pt x="2745" y="1488"/>
                  <a:pt x="2747" y="1500"/>
                </a:cubicBezTo>
                <a:cubicBezTo>
                  <a:pt x="2751" y="1521"/>
                  <a:pt x="2760" y="1542"/>
                  <a:pt x="2773" y="1558"/>
                </a:cubicBezTo>
                <a:cubicBezTo>
                  <a:pt x="2781" y="1569"/>
                  <a:pt x="2801" y="1575"/>
                  <a:pt x="2814" y="1575"/>
                </a:cubicBezTo>
                <a:cubicBezTo>
                  <a:pt x="2822" y="1574"/>
                  <a:pt x="2829" y="1556"/>
                  <a:pt x="2841" y="1540"/>
                </a:cubicBezTo>
                <a:moveTo>
                  <a:pt x="1107" y="2508"/>
                </a:moveTo>
                <a:cubicBezTo>
                  <a:pt x="1109" y="2506"/>
                  <a:pt x="1111" y="2503"/>
                  <a:pt x="1114" y="2501"/>
                </a:cubicBezTo>
                <a:cubicBezTo>
                  <a:pt x="1097" y="2485"/>
                  <a:pt x="1083" y="2465"/>
                  <a:pt x="1063" y="2454"/>
                </a:cubicBezTo>
                <a:cubicBezTo>
                  <a:pt x="1056" y="2450"/>
                  <a:pt x="1031" y="2465"/>
                  <a:pt x="1024" y="2477"/>
                </a:cubicBezTo>
                <a:cubicBezTo>
                  <a:pt x="1018" y="2488"/>
                  <a:pt x="1022" y="2509"/>
                  <a:pt x="1028" y="2522"/>
                </a:cubicBezTo>
                <a:cubicBezTo>
                  <a:pt x="1036" y="2539"/>
                  <a:pt x="1051" y="2552"/>
                  <a:pt x="1064" y="2567"/>
                </a:cubicBezTo>
                <a:cubicBezTo>
                  <a:pt x="1077" y="2550"/>
                  <a:pt x="1091" y="2534"/>
                  <a:pt x="1104" y="2517"/>
                </a:cubicBezTo>
                <a:cubicBezTo>
                  <a:pt x="1106" y="2515"/>
                  <a:pt x="1106" y="2511"/>
                  <a:pt x="1107" y="2508"/>
                </a:cubicBezTo>
                <a:moveTo>
                  <a:pt x="3208" y="1831"/>
                </a:moveTo>
                <a:cubicBezTo>
                  <a:pt x="3191" y="1877"/>
                  <a:pt x="3175" y="1918"/>
                  <a:pt x="3159" y="1962"/>
                </a:cubicBezTo>
                <a:cubicBezTo>
                  <a:pt x="3217" y="1984"/>
                  <a:pt x="3210" y="2035"/>
                  <a:pt x="3193" y="2085"/>
                </a:cubicBezTo>
                <a:cubicBezTo>
                  <a:pt x="3221" y="2081"/>
                  <a:pt x="3247" y="2078"/>
                  <a:pt x="3278" y="2074"/>
                </a:cubicBezTo>
                <a:cubicBezTo>
                  <a:pt x="3272" y="2068"/>
                  <a:pt x="3268" y="2061"/>
                  <a:pt x="3262" y="2057"/>
                </a:cubicBezTo>
                <a:cubicBezTo>
                  <a:pt x="3252" y="2050"/>
                  <a:pt x="3235" y="2047"/>
                  <a:pt x="3230" y="2037"/>
                </a:cubicBezTo>
                <a:cubicBezTo>
                  <a:pt x="3208" y="1989"/>
                  <a:pt x="3183" y="1939"/>
                  <a:pt x="3207" y="1884"/>
                </a:cubicBezTo>
                <a:cubicBezTo>
                  <a:pt x="3214" y="1867"/>
                  <a:pt x="3227" y="1852"/>
                  <a:pt x="3238" y="1835"/>
                </a:cubicBezTo>
                <a:cubicBezTo>
                  <a:pt x="3225" y="1833"/>
                  <a:pt x="3214" y="1831"/>
                  <a:pt x="3208" y="1830"/>
                </a:cubicBezTo>
                <a:lnTo>
                  <a:pt x="3208" y="1831"/>
                </a:lnTo>
                <a:moveTo>
                  <a:pt x="2946" y="2379"/>
                </a:moveTo>
                <a:cubicBezTo>
                  <a:pt x="2952" y="2388"/>
                  <a:pt x="2962" y="2401"/>
                  <a:pt x="2970" y="2412"/>
                </a:cubicBezTo>
                <a:cubicBezTo>
                  <a:pt x="3002" y="2414"/>
                  <a:pt x="3033" y="2417"/>
                  <a:pt x="3063" y="2419"/>
                </a:cubicBezTo>
                <a:cubicBezTo>
                  <a:pt x="3068" y="2402"/>
                  <a:pt x="3074" y="2383"/>
                  <a:pt x="3079" y="2367"/>
                </a:cubicBezTo>
                <a:cubicBezTo>
                  <a:pt x="3062" y="2356"/>
                  <a:pt x="3045" y="2346"/>
                  <a:pt x="3036" y="2340"/>
                </a:cubicBezTo>
                <a:cubicBezTo>
                  <a:pt x="3004" y="2354"/>
                  <a:pt x="2976" y="2366"/>
                  <a:pt x="2947" y="2379"/>
                </a:cubicBezTo>
                <a:lnTo>
                  <a:pt x="2946" y="2379"/>
                </a:lnTo>
                <a:moveTo>
                  <a:pt x="966" y="2316"/>
                </a:moveTo>
                <a:cubicBezTo>
                  <a:pt x="950" y="2294"/>
                  <a:pt x="940" y="2273"/>
                  <a:pt x="924" y="2261"/>
                </a:cubicBezTo>
                <a:cubicBezTo>
                  <a:pt x="916" y="2255"/>
                  <a:pt x="888" y="2259"/>
                  <a:pt x="884" y="2266"/>
                </a:cubicBezTo>
                <a:cubicBezTo>
                  <a:pt x="874" y="2283"/>
                  <a:pt x="864" y="2310"/>
                  <a:pt x="871" y="2325"/>
                </a:cubicBezTo>
                <a:cubicBezTo>
                  <a:pt x="878" y="2342"/>
                  <a:pt x="904" y="2358"/>
                  <a:pt x="923" y="2359"/>
                </a:cubicBezTo>
                <a:cubicBezTo>
                  <a:pt x="935" y="2360"/>
                  <a:pt x="949" y="2333"/>
                  <a:pt x="966" y="2315"/>
                </a:cubicBezTo>
                <a:lnTo>
                  <a:pt x="966" y="2316"/>
                </a:lnTo>
                <a:moveTo>
                  <a:pt x="1897" y="2506"/>
                </a:moveTo>
                <a:cubicBezTo>
                  <a:pt x="1880" y="2513"/>
                  <a:pt x="1856" y="2515"/>
                  <a:pt x="1851" y="2526"/>
                </a:cubicBezTo>
                <a:cubicBezTo>
                  <a:pt x="1838" y="2553"/>
                  <a:pt x="1832" y="2585"/>
                  <a:pt x="1827" y="2615"/>
                </a:cubicBezTo>
                <a:cubicBezTo>
                  <a:pt x="1825" y="2623"/>
                  <a:pt x="1832" y="2636"/>
                  <a:pt x="1838" y="2639"/>
                </a:cubicBezTo>
                <a:cubicBezTo>
                  <a:pt x="1844" y="2642"/>
                  <a:pt x="1857" y="2636"/>
                  <a:pt x="1863" y="2630"/>
                </a:cubicBezTo>
                <a:cubicBezTo>
                  <a:pt x="1900" y="2597"/>
                  <a:pt x="1905" y="2555"/>
                  <a:pt x="1897" y="2506"/>
                </a:cubicBezTo>
                <a:moveTo>
                  <a:pt x="2822" y="2216"/>
                </a:moveTo>
                <a:cubicBezTo>
                  <a:pt x="2831" y="2229"/>
                  <a:pt x="2837" y="2246"/>
                  <a:pt x="2848" y="2250"/>
                </a:cubicBezTo>
                <a:cubicBezTo>
                  <a:pt x="2857" y="2254"/>
                  <a:pt x="2876" y="2245"/>
                  <a:pt x="2883" y="2235"/>
                </a:cubicBezTo>
                <a:cubicBezTo>
                  <a:pt x="2895" y="2220"/>
                  <a:pt x="2906" y="2200"/>
                  <a:pt x="2908" y="2181"/>
                </a:cubicBezTo>
                <a:cubicBezTo>
                  <a:pt x="2909" y="2169"/>
                  <a:pt x="2895" y="2154"/>
                  <a:pt x="2884" y="2144"/>
                </a:cubicBezTo>
                <a:cubicBezTo>
                  <a:pt x="2878" y="2139"/>
                  <a:pt x="2858" y="2139"/>
                  <a:pt x="2855" y="2144"/>
                </a:cubicBezTo>
                <a:cubicBezTo>
                  <a:pt x="2843" y="2165"/>
                  <a:pt x="2834" y="2189"/>
                  <a:pt x="2822" y="2216"/>
                </a:cubicBezTo>
                <a:moveTo>
                  <a:pt x="2729" y="3065"/>
                </a:moveTo>
                <a:cubicBezTo>
                  <a:pt x="2772" y="3107"/>
                  <a:pt x="2817" y="3127"/>
                  <a:pt x="2863" y="3075"/>
                </a:cubicBezTo>
                <a:cubicBezTo>
                  <a:pt x="2887" y="3049"/>
                  <a:pt x="2891" y="3028"/>
                  <a:pt x="2879" y="3005"/>
                </a:cubicBezTo>
                <a:cubicBezTo>
                  <a:pt x="2840" y="3038"/>
                  <a:pt x="2803" y="3075"/>
                  <a:pt x="2744" y="3056"/>
                </a:cubicBezTo>
                <a:cubicBezTo>
                  <a:pt x="2740" y="3054"/>
                  <a:pt x="2732" y="3063"/>
                  <a:pt x="2729" y="3065"/>
                </a:cubicBezTo>
                <a:moveTo>
                  <a:pt x="2267" y="3078"/>
                </a:moveTo>
                <a:cubicBezTo>
                  <a:pt x="2267" y="3082"/>
                  <a:pt x="2267" y="3085"/>
                  <a:pt x="2267" y="3089"/>
                </a:cubicBezTo>
                <a:cubicBezTo>
                  <a:pt x="2303" y="3095"/>
                  <a:pt x="2338" y="3102"/>
                  <a:pt x="2374" y="3104"/>
                </a:cubicBezTo>
                <a:cubicBezTo>
                  <a:pt x="2385" y="3105"/>
                  <a:pt x="2397" y="3088"/>
                  <a:pt x="2408" y="3079"/>
                </a:cubicBezTo>
                <a:cubicBezTo>
                  <a:pt x="2399" y="3069"/>
                  <a:pt x="2392" y="3054"/>
                  <a:pt x="2380" y="3049"/>
                </a:cubicBezTo>
                <a:cubicBezTo>
                  <a:pt x="2335" y="3029"/>
                  <a:pt x="2299" y="3049"/>
                  <a:pt x="2267" y="3078"/>
                </a:cubicBezTo>
                <a:moveTo>
                  <a:pt x="2236" y="2055"/>
                </a:moveTo>
                <a:cubicBezTo>
                  <a:pt x="2229" y="2047"/>
                  <a:pt x="2218" y="2027"/>
                  <a:pt x="2201" y="2021"/>
                </a:cubicBezTo>
                <a:cubicBezTo>
                  <a:pt x="2191" y="2017"/>
                  <a:pt x="2163" y="2030"/>
                  <a:pt x="2160" y="2041"/>
                </a:cubicBezTo>
                <a:cubicBezTo>
                  <a:pt x="2154" y="2065"/>
                  <a:pt x="2158" y="2091"/>
                  <a:pt x="2158" y="2117"/>
                </a:cubicBezTo>
                <a:cubicBezTo>
                  <a:pt x="2158" y="2119"/>
                  <a:pt x="2167" y="2123"/>
                  <a:pt x="2172" y="2123"/>
                </a:cubicBezTo>
                <a:cubicBezTo>
                  <a:pt x="2198" y="2127"/>
                  <a:pt x="2236" y="2093"/>
                  <a:pt x="2236" y="2055"/>
                </a:cubicBezTo>
                <a:moveTo>
                  <a:pt x="3369" y="1976"/>
                </a:moveTo>
                <a:cubicBezTo>
                  <a:pt x="3403" y="1973"/>
                  <a:pt x="3417" y="1956"/>
                  <a:pt x="3419" y="1926"/>
                </a:cubicBezTo>
                <a:cubicBezTo>
                  <a:pt x="3421" y="1891"/>
                  <a:pt x="3419" y="1857"/>
                  <a:pt x="3386" y="1837"/>
                </a:cubicBezTo>
                <a:cubicBezTo>
                  <a:pt x="3368" y="1825"/>
                  <a:pt x="3353" y="1836"/>
                  <a:pt x="3342" y="1854"/>
                </a:cubicBezTo>
                <a:cubicBezTo>
                  <a:pt x="3378" y="1890"/>
                  <a:pt x="3380" y="1930"/>
                  <a:pt x="3369" y="1976"/>
                </a:cubicBezTo>
                <a:moveTo>
                  <a:pt x="1205" y="704"/>
                </a:moveTo>
                <a:cubicBezTo>
                  <a:pt x="1209" y="708"/>
                  <a:pt x="1218" y="721"/>
                  <a:pt x="1229" y="724"/>
                </a:cubicBezTo>
                <a:cubicBezTo>
                  <a:pt x="1254" y="729"/>
                  <a:pt x="1285" y="697"/>
                  <a:pt x="1286" y="668"/>
                </a:cubicBezTo>
                <a:cubicBezTo>
                  <a:pt x="1286" y="646"/>
                  <a:pt x="1283" y="625"/>
                  <a:pt x="1255" y="623"/>
                </a:cubicBezTo>
                <a:cubicBezTo>
                  <a:pt x="1226" y="620"/>
                  <a:pt x="1207" y="649"/>
                  <a:pt x="1205" y="704"/>
                </a:cubicBezTo>
                <a:moveTo>
                  <a:pt x="1460" y="1419"/>
                </a:moveTo>
                <a:cubicBezTo>
                  <a:pt x="1440" y="1420"/>
                  <a:pt x="1418" y="1421"/>
                  <a:pt x="1402" y="1422"/>
                </a:cubicBezTo>
                <a:cubicBezTo>
                  <a:pt x="1411" y="1462"/>
                  <a:pt x="1419" y="1504"/>
                  <a:pt x="1429" y="1548"/>
                </a:cubicBezTo>
                <a:cubicBezTo>
                  <a:pt x="1441" y="1551"/>
                  <a:pt x="1458" y="1557"/>
                  <a:pt x="1468" y="1559"/>
                </a:cubicBezTo>
                <a:cubicBezTo>
                  <a:pt x="1465" y="1514"/>
                  <a:pt x="1463" y="1467"/>
                  <a:pt x="1460" y="1419"/>
                </a:cubicBezTo>
                <a:moveTo>
                  <a:pt x="1545" y="812"/>
                </a:moveTo>
                <a:cubicBezTo>
                  <a:pt x="1574" y="788"/>
                  <a:pt x="1602" y="766"/>
                  <a:pt x="1630" y="743"/>
                </a:cubicBezTo>
                <a:cubicBezTo>
                  <a:pt x="1608" y="710"/>
                  <a:pt x="1574" y="685"/>
                  <a:pt x="1522" y="672"/>
                </a:cubicBezTo>
                <a:cubicBezTo>
                  <a:pt x="1569" y="724"/>
                  <a:pt x="1570" y="744"/>
                  <a:pt x="1530" y="794"/>
                </a:cubicBezTo>
                <a:cubicBezTo>
                  <a:pt x="1536" y="801"/>
                  <a:pt x="1542" y="808"/>
                  <a:pt x="1545" y="812"/>
                </a:cubicBezTo>
                <a:moveTo>
                  <a:pt x="2861" y="2410"/>
                </a:moveTo>
                <a:cubicBezTo>
                  <a:pt x="2861" y="2433"/>
                  <a:pt x="2863" y="2448"/>
                  <a:pt x="2861" y="2462"/>
                </a:cubicBezTo>
                <a:cubicBezTo>
                  <a:pt x="2859" y="2486"/>
                  <a:pt x="2881" y="2516"/>
                  <a:pt x="2894" y="2505"/>
                </a:cubicBezTo>
                <a:cubicBezTo>
                  <a:pt x="2911" y="2492"/>
                  <a:pt x="2927" y="2472"/>
                  <a:pt x="2932" y="2452"/>
                </a:cubicBezTo>
                <a:cubicBezTo>
                  <a:pt x="2936" y="2440"/>
                  <a:pt x="2922" y="2415"/>
                  <a:pt x="2909" y="2408"/>
                </a:cubicBezTo>
                <a:cubicBezTo>
                  <a:pt x="2896" y="2401"/>
                  <a:pt x="2875" y="2409"/>
                  <a:pt x="2861" y="2410"/>
                </a:cubicBezTo>
                <a:moveTo>
                  <a:pt x="2459" y="865"/>
                </a:moveTo>
                <a:cubicBezTo>
                  <a:pt x="2450" y="837"/>
                  <a:pt x="2426" y="824"/>
                  <a:pt x="2399" y="825"/>
                </a:cubicBezTo>
                <a:cubicBezTo>
                  <a:pt x="2384" y="826"/>
                  <a:pt x="2366" y="843"/>
                  <a:pt x="2356" y="858"/>
                </a:cubicBezTo>
                <a:cubicBezTo>
                  <a:pt x="2344" y="877"/>
                  <a:pt x="2356" y="892"/>
                  <a:pt x="2379" y="895"/>
                </a:cubicBezTo>
                <a:cubicBezTo>
                  <a:pt x="2410" y="899"/>
                  <a:pt x="2436" y="892"/>
                  <a:pt x="2459" y="865"/>
                </a:cubicBezTo>
                <a:moveTo>
                  <a:pt x="988" y="1325"/>
                </a:moveTo>
                <a:cubicBezTo>
                  <a:pt x="948" y="1333"/>
                  <a:pt x="924" y="1353"/>
                  <a:pt x="914" y="1388"/>
                </a:cubicBezTo>
                <a:cubicBezTo>
                  <a:pt x="911" y="1399"/>
                  <a:pt x="911" y="1418"/>
                  <a:pt x="916" y="1421"/>
                </a:cubicBezTo>
                <a:cubicBezTo>
                  <a:pt x="926" y="1427"/>
                  <a:pt x="944" y="1428"/>
                  <a:pt x="953" y="1422"/>
                </a:cubicBezTo>
                <a:cubicBezTo>
                  <a:pt x="986" y="1400"/>
                  <a:pt x="995" y="1367"/>
                  <a:pt x="988" y="1325"/>
                </a:cubicBezTo>
                <a:moveTo>
                  <a:pt x="528" y="1465"/>
                </a:moveTo>
                <a:cubicBezTo>
                  <a:pt x="623" y="1426"/>
                  <a:pt x="641" y="1512"/>
                  <a:pt x="682" y="1552"/>
                </a:cubicBezTo>
                <a:cubicBezTo>
                  <a:pt x="667" y="1504"/>
                  <a:pt x="651" y="1454"/>
                  <a:pt x="637" y="1410"/>
                </a:cubicBezTo>
                <a:cubicBezTo>
                  <a:pt x="606" y="1420"/>
                  <a:pt x="569" y="1432"/>
                  <a:pt x="530" y="1444"/>
                </a:cubicBezTo>
                <a:cubicBezTo>
                  <a:pt x="529" y="1447"/>
                  <a:pt x="529" y="1454"/>
                  <a:pt x="528" y="1465"/>
                </a:cubicBezTo>
                <a:moveTo>
                  <a:pt x="2589" y="1598"/>
                </a:moveTo>
                <a:cubicBezTo>
                  <a:pt x="2590" y="1620"/>
                  <a:pt x="2592" y="1643"/>
                  <a:pt x="2620" y="1646"/>
                </a:cubicBezTo>
                <a:cubicBezTo>
                  <a:pt x="2640" y="1648"/>
                  <a:pt x="2672" y="1612"/>
                  <a:pt x="2671" y="1590"/>
                </a:cubicBezTo>
                <a:cubicBezTo>
                  <a:pt x="2669" y="1564"/>
                  <a:pt x="2649" y="1561"/>
                  <a:pt x="2629" y="1560"/>
                </a:cubicBezTo>
                <a:cubicBezTo>
                  <a:pt x="2603" y="1559"/>
                  <a:pt x="2587" y="1568"/>
                  <a:pt x="2589" y="1598"/>
                </a:cubicBezTo>
                <a:moveTo>
                  <a:pt x="973" y="3076"/>
                </a:moveTo>
                <a:cubicBezTo>
                  <a:pt x="1007" y="3050"/>
                  <a:pt x="1039" y="3026"/>
                  <a:pt x="1070" y="3002"/>
                </a:cubicBezTo>
                <a:cubicBezTo>
                  <a:pt x="1064" y="2998"/>
                  <a:pt x="1054" y="2993"/>
                  <a:pt x="1045" y="2985"/>
                </a:cubicBezTo>
                <a:cubicBezTo>
                  <a:pt x="1037" y="2977"/>
                  <a:pt x="1030" y="2968"/>
                  <a:pt x="1024" y="2960"/>
                </a:cubicBezTo>
                <a:cubicBezTo>
                  <a:pt x="1012" y="2980"/>
                  <a:pt x="1005" y="2999"/>
                  <a:pt x="991" y="3013"/>
                </a:cubicBezTo>
                <a:cubicBezTo>
                  <a:pt x="978" y="3026"/>
                  <a:pt x="958" y="3034"/>
                  <a:pt x="940" y="3045"/>
                </a:cubicBezTo>
                <a:cubicBezTo>
                  <a:pt x="951" y="3056"/>
                  <a:pt x="963" y="3066"/>
                  <a:pt x="973" y="3076"/>
                </a:cubicBezTo>
                <a:moveTo>
                  <a:pt x="1530" y="1802"/>
                </a:moveTo>
                <a:cubicBezTo>
                  <a:pt x="1551" y="1781"/>
                  <a:pt x="1570" y="1770"/>
                  <a:pt x="1579" y="1753"/>
                </a:cubicBezTo>
                <a:cubicBezTo>
                  <a:pt x="1585" y="1740"/>
                  <a:pt x="1543" y="1712"/>
                  <a:pt x="1519" y="1713"/>
                </a:cubicBezTo>
                <a:cubicBezTo>
                  <a:pt x="1492" y="1714"/>
                  <a:pt x="1485" y="1737"/>
                  <a:pt x="1489" y="1754"/>
                </a:cubicBezTo>
                <a:cubicBezTo>
                  <a:pt x="1493" y="1769"/>
                  <a:pt x="1512" y="1781"/>
                  <a:pt x="1530" y="1802"/>
                </a:cubicBezTo>
                <a:moveTo>
                  <a:pt x="1194" y="2985"/>
                </a:moveTo>
                <a:cubicBezTo>
                  <a:pt x="1206" y="2995"/>
                  <a:pt x="1217" y="3011"/>
                  <a:pt x="1231" y="3015"/>
                </a:cubicBezTo>
                <a:cubicBezTo>
                  <a:pt x="1250" y="3021"/>
                  <a:pt x="1291" y="2986"/>
                  <a:pt x="1284" y="2970"/>
                </a:cubicBezTo>
                <a:cubicBezTo>
                  <a:pt x="1278" y="2954"/>
                  <a:pt x="1261" y="2940"/>
                  <a:pt x="1245" y="2933"/>
                </a:cubicBezTo>
                <a:cubicBezTo>
                  <a:pt x="1229" y="2926"/>
                  <a:pt x="1200" y="2957"/>
                  <a:pt x="1194" y="2985"/>
                </a:cubicBezTo>
                <a:moveTo>
                  <a:pt x="1017" y="976"/>
                </a:moveTo>
                <a:cubicBezTo>
                  <a:pt x="1011" y="971"/>
                  <a:pt x="1001" y="956"/>
                  <a:pt x="988" y="953"/>
                </a:cubicBezTo>
                <a:cubicBezTo>
                  <a:pt x="966" y="949"/>
                  <a:pt x="935" y="976"/>
                  <a:pt x="934" y="995"/>
                </a:cubicBezTo>
                <a:cubicBezTo>
                  <a:pt x="933" y="1016"/>
                  <a:pt x="952" y="1033"/>
                  <a:pt x="977" y="1033"/>
                </a:cubicBezTo>
                <a:cubicBezTo>
                  <a:pt x="1001" y="1033"/>
                  <a:pt x="1017" y="1015"/>
                  <a:pt x="1017" y="976"/>
                </a:cubicBezTo>
                <a:moveTo>
                  <a:pt x="1386" y="712"/>
                </a:moveTo>
                <a:cubicBezTo>
                  <a:pt x="1425" y="676"/>
                  <a:pt x="1411" y="598"/>
                  <a:pt x="1365" y="579"/>
                </a:cubicBezTo>
                <a:cubicBezTo>
                  <a:pt x="1346" y="619"/>
                  <a:pt x="1355" y="680"/>
                  <a:pt x="1386" y="712"/>
                </a:cubicBezTo>
                <a:moveTo>
                  <a:pt x="3361" y="1334"/>
                </a:moveTo>
                <a:cubicBezTo>
                  <a:pt x="3356" y="1329"/>
                  <a:pt x="3349" y="1317"/>
                  <a:pt x="3338" y="1314"/>
                </a:cubicBezTo>
                <a:cubicBezTo>
                  <a:pt x="3318" y="1308"/>
                  <a:pt x="3277" y="1345"/>
                  <a:pt x="3277" y="1370"/>
                </a:cubicBezTo>
                <a:cubicBezTo>
                  <a:pt x="3278" y="1382"/>
                  <a:pt x="3290" y="1399"/>
                  <a:pt x="3300" y="1402"/>
                </a:cubicBezTo>
                <a:cubicBezTo>
                  <a:pt x="3321" y="1407"/>
                  <a:pt x="3358" y="1369"/>
                  <a:pt x="3361" y="1334"/>
                </a:cubicBezTo>
                <a:moveTo>
                  <a:pt x="451" y="1728"/>
                </a:moveTo>
                <a:cubicBezTo>
                  <a:pt x="500" y="1752"/>
                  <a:pt x="538" y="1730"/>
                  <a:pt x="545" y="1677"/>
                </a:cubicBezTo>
                <a:cubicBezTo>
                  <a:pt x="481" y="1657"/>
                  <a:pt x="465" y="1666"/>
                  <a:pt x="451" y="1728"/>
                </a:cubicBezTo>
                <a:moveTo>
                  <a:pt x="2913" y="1181"/>
                </a:moveTo>
                <a:cubicBezTo>
                  <a:pt x="2955" y="1198"/>
                  <a:pt x="2983" y="1191"/>
                  <a:pt x="2993" y="1160"/>
                </a:cubicBezTo>
                <a:cubicBezTo>
                  <a:pt x="3000" y="1140"/>
                  <a:pt x="2987" y="1120"/>
                  <a:pt x="2964" y="1115"/>
                </a:cubicBezTo>
                <a:cubicBezTo>
                  <a:pt x="2933" y="1109"/>
                  <a:pt x="2921" y="1123"/>
                  <a:pt x="2913" y="1181"/>
                </a:cubicBezTo>
                <a:moveTo>
                  <a:pt x="2530" y="1784"/>
                </a:moveTo>
                <a:cubicBezTo>
                  <a:pt x="2562" y="1784"/>
                  <a:pt x="2595" y="1760"/>
                  <a:pt x="2587" y="1744"/>
                </a:cubicBezTo>
                <a:cubicBezTo>
                  <a:pt x="2579" y="1727"/>
                  <a:pt x="2560" y="1715"/>
                  <a:pt x="2546" y="1700"/>
                </a:cubicBezTo>
                <a:cubicBezTo>
                  <a:pt x="2532" y="1718"/>
                  <a:pt x="2513" y="1733"/>
                  <a:pt x="2506" y="1753"/>
                </a:cubicBezTo>
                <a:cubicBezTo>
                  <a:pt x="2499" y="1772"/>
                  <a:pt x="2517" y="1784"/>
                  <a:pt x="2530" y="1784"/>
                </a:cubicBezTo>
                <a:moveTo>
                  <a:pt x="871" y="1018"/>
                </a:moveTo>
                <a:cubicBezTo>
                  <a:pt x="877" y="999"/>
                  <a:pt x="884" y="981"/>
                  <a:pt x="890" y="962"/>
                </a:cubicBezTo>
                <a:lnTo>
                  <a:pt x="811" y="962"/>
                </a:lnTo>
                <a:cubicBezTo>
                  <a:pt x="806" y="989"/>
                  <a:pt x="801" y="1016"/>
                  <a:pt x="796" y="1044"/>
                </a:cubicBezTo>
                <a:cubicBezTo>
                  <a:pt x="823" y="1035"/>
                  <a:pt x="848" y="1026"/>
                  <a:pt x="871" y="1018"/>
                </a:cubicBezTo>
                <a:moveTo>
                  <a:pt x="3190" y="2441"/>
                </a:moveTo>
                <a:cubicBezTo>
                  <a:pt x="3169" y="2419"/>
                  <a:pt x="3156" y="2395"/>
                  <a:pt x="3139" y="2392"/>
                </a:cubicBezTo>
                <a:cubicBezTo>
                  <a:pt x="3118" y="2388"/>
                  <a:pt x="3105" y="2411"/>
                  <a:pt x="3106" y="2435"/>
                </a:cubicBezTo>
                <a:cubicBezTo>
                  <a:pt x="3108" y="2458"/>
                  <a:pt x="3115" y="2482"/>
                  <a:pt x="3142" y="2479"/>
                </a:cubicBezTo>
                <a:cubicBezTo>
                  <a:pt x="3157" y="2477"/>
                  <a:pt x="3170" y="2458"/>
                  <a:pt x="3190" y="2441"/>
                </a:cubicBezTo>
                <a:moveTo>
                  <a:pt x="2981" y="2502"/>
                </a:moveTo>
                <a:cubicBezTo>
                  <a:pt x="2982" y="2520"/>
                  <a:pt x="2978" y="2543"/>
                  <a:pt x="3006" y="2545"/>
                </a:cubicBezTo>
                <a:cubicBezTo>
                  <a:pt x="3023" y="2547"/>
                  <a:pt x="3052" y="2510"/>
                  <a:pt x="3052" y="2488"/>
                </a:cubicBezTo>
                <a:cubicBezTo>
                  <a:pt x="3052" y="2465"/>
                  <a:pt x="3036" y="2456"/>
                  <a:pt x="3016" y="2455"/>
                </a:cubicBezTo>
                <a:cubicBezTo>
                  <a:pt x="2984" y="2454"/>
                  <a:pt x="2982" y="2478"/>
                  <a:pt x="2981" y="2502"/>
                </a:cubicBezTo>
                <a:moveTo>
                  <a:pt x="92" y="1813"/>
                </a:moveTo>
                <a:cubicBezTo>
                  <a:pt x="104" y="1834"/>
                  <a:pt x="113" y="1864"/>
                  <a:pt x="125" y="1866"/>
                </a:cubicBezTo>
                <a:cubicBezTo>
                  <a:pt x="153" y="1870"/>
                  <a:pt x="155" y="1839"/>
                  <a:pt x="163" y="1818"/>
                </a:cubicBezTo>
                <a:cubicBezTo>
                  <a:pt x="164" y="1818"/>
                  <a:pt x="164" y="1816"/>
                  <a:pt x="164" y="1815"/>
                </a:cubicBezTo>
                <a:cubicBezTo>
                  <a:pt x="160" y="1802"/>
                  <a:pt x="158" y="1786"/>
                  <a:pt x="151" y="1775"/>
                </a:cubicBezTo>
                <a:cubicBezTo>
                  <a:pt x="147" y="1770"/>
                  <a:pt x="128" y="1769"/>
                  <a:pt x="123" y="1773"/>
                </a:cubicBezTo>
                <a:cubicBezTo>
                  <a:pt x="111" y="1783"/>
                  <a:pt x="104" y="1797"/>
                  <a:pt x="92" y="1813"/>
                </a:cubicBezTo>
                <a:moveTo>
                  <a:pt x="2736" y="2877"/>
                </a:moveTo>
                <a:cubicBezTo>
                  <a:pt x="2712" y="2862"/>
                  <a:pt x="2697" y="2844"/>
                  <a:pt x="2683" y="2845"/>
                </a:cubicBezTo>
                <a:cubicBezTo>
                  <a:pt x="2667" y="2846"/>
                  <a:pt x="2645" y="2859"/>
                  <a:pt x="2636" y="2874"/>
                </a:cubicBezTo>
                <a:cubicBezTo>
                  <a:pt x="2628" y="2888"/>
                  <a:pt x="2667" y="2922"/>
                  <a:pt x="2688" y="2916"/>
                </a:cubicBezTo>
                <a:cubicBezTo>
                  <a:pt x="2703" y="2912"/>
                  <a:pt x="2714" y="2896"/>
                  <a:pt x="2736" y="2877"/>
                </a:cubicBezTo>
                <a:moveTo>
                  <a:pt x="1329" y="533"/>
                </a:moveTo>
                <a:cubicBezTo>
                  <a:pt x="1308" y="527"/>
                  <a:pt x="1289" y="521"/>
                  <a:pt x="1276" y="517"/>
                </a:cubicBezTo>
                <a:cubicBezTo>
                  <a:pt x="1259" y="540"/>
                  <a:pt x="1245" y="561"/>
                  <a:pt x="1233" y="577"/>
                </a:cubicBezTo>
                <a:cubicBezTo>
                  <a:pt x="1259" y="584"/>
                  <a:pt x="1288" y="591"/>
                  <a:pt x="1316" y="598"/>
                </a:cubicBezTo>
                <a:cubicBezTo>
                  <a:pt x="1320" y="579"/>
                  <a:pt x="1324" y="557"/>
                  <a:pt x="1329" y="533"/>
                </a:cubicBezTo>
                <a:moveTo>
                  <a:pt x="259" y="2106"/>
                </a:moveTo>
                <a:cubicBezTo>
                  <a:pt x="265" y="2103"/>
                  <a:pt x="287" y="2126"/>
                  <a:pt x="307" y="2098"/>
                </a:cubicBezTo>
                <a:cubicBezTo>
                  <a:pt x="332" y="2064"/>
                  <a:pt x="363" y="2056"/>
                  <a:pt x="405" y="2067"/>
                </a:cubicBezTo>
                <a:cubicBezTo>
                  <a:pt x="398" y="2053"/>
                  <a:pt x="393" y="2042"/>
                  <a:pt x="387" y="2031"/>
                </a:cubicBezTo>
                <a:cubicBezTo>
                  <a:pt x="359" y="2052"/>
                  <a:pt x="330" y="2061"/>
                  <a:pt x="315" y="2051"/>
                </a:cubicBezTo>
                <a:cubicBezTo>
                  <a:pt x="296" y="2069"/>
                  <a:pt x="278" y="2088"/>
                  <a:pt x="259" y="2106"/>
                </a:cubicBezTo>
                <a:moveTo>
                  <a:pt x="2427" y="664"/>
                </a:moveTo>
                <a:cubicBezTo>
                  <a:pt x="2413" y="674"/>
                  <a:pt x="2402" y="685"/>
                  <a:pt x="2389" y="691"/>
                </a:cubicBezTo>
                <a:cubicBezTo>
                  <a:pt x="2367" y="702"/>
                  <a:pt x="2369" y="717"/>
                  <a:pt x="2378" y="734"/>
                </a:cubicBezTo>
                <a:cubicBezTo>
                  <a:pt x="2387" y="752"/>
                  <a:pt x="2402" y="754"/>
                  <a:pt x="2419" y="746"/>
                </a:cubicBezTo>
                <a:cubicBezTo>
                  <a:pt x="2457" y="729"/>
                  <a:pt x="2462" y="700"/>
                  <a:pt x="2427" y="664"/>
                </a:cubicBezTo>
                <a:moveTo>
                  <a:pt x="3020" y="1814"/>
                </a:moveTo>
                <a:cubicBezTo>
                  <a:pt x="3026" y="1793"/>
                  <a:pt x="3032" y="1775"/>
                  <a:pt x="3039" y="1754"/>
                </a:cubicBezTo>
                <a:cubicBezTo>
                  <a:pt x="3001" y="1764"/>
                  <a:pt x="2978" y="1748"/>
                  <a:pt x="2966" y="1728"/>
                </a:cubicBezTo>
                <a:cubicBezTo>
                  <a:pt x="2936" y="1730"/>
                  <a:pt x="2911" y="1732"/>
                  <a:pt x="2885" y="1734"/>
                </a:cubicBezTo>
                <a:lnTo>
                  <a:pt x="2885" y="1761"/>
                </a:lnTo>
                <a:cubicBezTo>
                  <a:pt x="2949" y="1748"/>
                  <a:pt x="2973" y="1758"/>
                  <a:pt x="3019" y="1814"/>
                </a:cubicBezTo>
                <a:lnTo>
                  <a:pt x="3020" y="1814"/>
                </a:lnTo>
                <a:moveTo>
                  <a:pt x="1929" y="2927"/>
                </a:moveTo>
                <a:cubicBezTo>
                  <a:pt x="1982" y="2948"/>
                  <a:pt x="2020" y="2943"/>
                  <a:pt x="2050" y="2912"/>
                </a:cubicBezTo>
                <a:cubicBezTo>
                  <a:pt x="2057" y="2905"/>
                  <a:pt x="2058" y="2891"/>
                  <a:pt x="2062" y="2881"/>
                </a:cubicBezTo>
                <a:cubicBezTo>
                  <a:pt x="2052" y="2878"/>
                  <a:pt x="2040" y="2870"/>
                  <a:pt x="2034" y="2874"/>
                </a:cubicBezTo>
                <a:cubicBezTo>
                  <a:pt x="2000" y="2889"/>
                  <a:pt x="1968" y="2907"/>
                  <a:pt x="1929" y="2927"/>
                </a:cubicBezTo>
                <a:moveTo>
                  <a:pt x="2433" y="2740"/>
                </a:moveTo>
                <a:cubicBezTo>
                  <a:pt x="2448" y="2719"/>
                  <a:pt x="2465" y="2699"/>
                  <a:pt x="2476" y="2676"/>
                </a:cubicBezTo>
                <a:cubicBezTo>
                  <a:pt x="2481" y="2667"/>
                  <a:pt x="2471" y="2652"/>
                  <a:pt x="2468" y="2640"/>
                </a:cubicBezTo>
                <a:cubicBezTo>
                  <a:pt x="2454" y="2643"/>
                  <a:pt x="2434" y="2643"/>
                  <a:pt x="2426" y="2652"/>
                </a:cubicBezTo>
                <a:cubicBezTo>
                  <a:pt x="2406" y="2676"/>
                  <a:pt x="2408" y="2706"/>
                  <a:pt x="2433" y="2740"/>
                </a:cubicBezTo>
                <a:moveTo>
                  <a:pt x="1785" y="3338"/>
                </a:moveTo>
                <a:cubicBezTo>
                  <a:pt x="1794" y="3365"/>
                  <a:pt x="1803" y="3392"/>
                  <a:pt x="1813" y="3418"/>
                </a:cubicBezTo>
                <a:cubicBezTo>
                  <a:pt x="1816" y="3426"/>
                  <a:pt x="1822" y="3436"/>
                  <a:pt x="1828" y="3438"/>
                </a:cubicBezTo>
                <a:cubicBezTo>
                  <a:pt x="1837" y="3440"/>
                  <a:pt x="1851" y="3438"/>
                  <a:pt x="1858" y="3433"/>
                </a:cubicBezTo>
                <a:cubicBezTo>
                  <a:pt x="1863" y="3429"/>
                  <a:pt x="1862" y="3415"/>
                  <a:pt x="1860" y="3407"/>
                </a:cubicBezTo>
                <a:cubicBezTo>
                  <a:pt x="1855" y="3394"/>
                  <a:pt x="1843" y="3383"/>
                  <a:pt x="1840" y="3370"/>
                </a:cubicBezTo>
                <a:cubicBezTo>
                  <a:pt x="1833" y="3334"/>
                  <a:pt x="1812" y="3330"/>
                  <a:pt x="1785" y="3338"/>
                </a:cubicBezTo>
                <a:moveTo>
                  <a:pt x="2067" y="848"/>
                </a:moveTo>
                <a:cubicBezTo>
                  <a:pt x="2049" y="867"/>
                  <a:pt x="2064" y="909"/>
                  <a:pt x="2113" y="975"/>
                </a:cubicBezTo>
                <a:cubicBezTo>
                  <a:pt x="2143" y="967"/>
                  <a:pt x="2172" y="959"/>
                  <a:pt x="2204" y="950"/>
                </a:cubicBezTo>
                <a:cubicBezTo>
                  <a:pt x="2170" y="943"/>
                  <a:pt x="2136" y="940"/>
                  <a:pt x="2107" y="928"/>
                </a:cubicBezTo>
                <a:cubicBezTo>
                  <a:pt x="2091" y="921"/>
                  <a:pt x="2079" y="901"/>
                  <a:pt x="2069" y="884"/>
                </a:cubicBezTo>
                <a:cubicBezTo>
                  <a:pt x="2064" y="876"/>
                  <a:pt x="2068" y="863"/>
                  <a:pt x="2067" y="848"/>
                </a:cubicBezTo>
                <a:moveTo>
                  <a:pt x="1599" y="2226"/>
                </a:moveTo>
                <a:cubicBezTo>
                  <a:pt x="1644" y="2193"/>
                  <a:pt x="1669" y="2241"/>
                  <a:pt x="1701" y="2245"/>
                </a:cubicBezTo>
                <a:cubicBezTo>
                  <a:pt x="1703" y="2216"/>
                  <a:pt x="1704" y="2188"/>
                  <a:pt x="1705" y="2166"/>
                </a:cubicBezTo>
                <a:cubicBezTo>
                  <a:pt x="1670" y="2177"/>
                  <a:pt x="1633" y="2188"/>
                  <a:pt x="1593" y="2200"/>
                </a:cubicBezTo>
                <a:cubicBezTo>
                  <a:pt x="1594" y="2204"/>
                  <a:pt x="1596" y="2212"/>
                  <a:pt x="1599" y="2226"/>
                </a:cubicBezTo>
                <a:moveTo>
                  <a:pt x="2108" y="737"/>
                </a:moveTo>
                <a:cubicBezTo>
                  <a:pt x="2057" y="716"/>
                  <a:pt x="2023" y="743"/>
                  <a:pt x="2014" y="810"/>
                </a:cubicBezTo>
                <a:cubicBezTo>
                  <a:pt x="2040" y="819"/>
                  <a:pt x="2078" y="790"/>
                  <a:pt x="2108" y="737"/>
                </a:cubicBezTo>
                <a:moveTo>
                  <a:pt x="2372" y="2239"/>
                </a:moveTo>
                <a:cubicBezTo>
                  <a:pt x="2374" y="2214"/>
                  <a:pt x="2377" y="2190"/>
                  <a:pt x="2379" y="2166"/>
                </a:cubicBezTo>
                <a:cubicBezTo>
                  <a:pt x="2352" y="2161"/>
                  <a:pt x="2326" y="2156"/>
                  <a:pt x="2307" y="2153"/>
                </a:cubicBezTo>
                <a:cubicBezTo>
                  <a:pt x="2314" y="2179"/>
                  <a:pt x="2322" y="2209"/>
                  <a:pt x="2331" y="2239"/>
                </a:cubicBezTo>
                <a:lnTo>
                  <a:pt x="2372" y="2239"/>
                </a:lnTo>
                <a:moveTo>
                  <a:pt x="923" y="3000"/>
                </a:moveTo>
                <a:cubicBezTo>
                  <a:pt x="957" y="2997"/>
                  <a:pt x="974" y="2982"/>
                  <a:pt x="976" y="2957"/>
                </a:cubicBezTo>
                <a:cubicBezTo>
                  <a:pt x="977" y="2946"/>
                  <a:pt x="965" y="2926"/>
                  <a:pt x="955" y="2922"/>
                </a:cubicBezTo>
                <a:cubicBezTo>
                  <a:pt x="933" y="2914"/>
                  <a:pt x="919" y="2930"/>
                  <a:pt x="911" y="2950"/>
                </a:cubicBezTo>
                <a:cubicBezTo>
                  <a:pt x="910" y="2953"/>
                  <a:pt x="908" y="2956"/>
                  <a:pt x="906" y="2959"/>
                </a:cubicBezTo>
                <a:cubicBezTo>
                  <a:pt x="903" y="2967"/>
                  <a:pt x="894" y="2979"/>
                  <a:pt x="897" y="2982"/>
                </a:cubicBezTo>
                <a:cubicBezTo>
                  <a:pt x="905" y="2991"/>
                  <a:pt x="917" y="2996"/>
                  <a:pt x="923" y="3000"/>
                </a:cubicBezTo>
                <a:moveTo>
                  <a:pt x="2910" y="1814"/>
                </a:moveTo>
                <a:cubicBezTo>
                  <a:pt x="2911" y="1851"/>
                  <a:pt x="2935" y="1890"/>
                  <a:pt x="2952" y="1884"/>
                </a:cubicBezTo>
                <a:cubicBezTo>
                  <a:pt x="2965" y="1880"/>
                  <a:pt x="2978" y="1862"/>
                  <a:pt x="2981" y="1848"/>
                </a:cubicBezTo>
                <a:cubicBezTo>
                  <a:pt x="2985" y="1826"/>
                  <a:pt x="2951" y="1795"/>
                  <a:pt x="2929" y="1799"/>
                </a:cubicBezTo>
                <a:cubicBezTo>
                  <a:pt x="2921" y="1801"/>
                  <a:pt x="2914" y="1811"/>
                  <a:pt x="2910" y="1814"/>
                </a:cubicBezTo>
                <a:moveTo>
                  <a:pt x="2383" y="2955"/>
                </a:moveTo>
                <a:cubicBezTo>
                  <a:pt x="2374" y="2971"/>
                  <a:pt x="2367" y="2983"/>
                  <a:pt x="2358" y="2997"/>
                </a:cubicBezTo>
                <a:cubicBezTo>
                  <a:pt x="2402" y="3008"/>
                  <a:pt x="2441" y="3022"/>
                  <a:pt x="2453" y="3064"/>
                </a:cubicBezTo>
                <a:cubicBezTo>
                  <a:pt x="2480" y="3063"/>
                  <a:pt x="2504" y="3061"/>
                  <a:pt x="2529" y="3059"/>
                </a:cubicBezTo>
                <a:cubicBezTo>
                  <a:pt x="2531" y="3057"/>
                  <a:pt x="2532" y="3055"/>
                  <a:pt x="2534" y="3052"/>
                </a:cubicBezTo>
                <a:cubicBezTo>
                  <a:pt x="2522" y="3045"/>
                  <a:pt x="2510" y="3031"/>
                  <a:pt x="2498" y="3031"/>
                </a:cubicBezTo>
                <a:cubicBezTo>
                  <a:pt x="2446" y="3029"/>
                  <a:pt x="2406" y="3011"/>
                  <a:pt x="2383" y="2954"/>
                </a:cubicBezTo>
                <a:lnTo>
                  <a:pt x="2383" y="2955"/>
                </a:lnTo>
                <a:moveTo>
                  <a:pt x="3509" y="1413"/>
                </a:moveTo>
                <a:cubicBezTo>
                  <a:pt x="3506" y="1392"/>
                  <a:pt x="3487" y="1386"/>
                  <a:pt x="3467" y="1385"/>
                </a:cubicBezTo>
                <a:cubicBezTo>
                  <a:pt x="3431" y="1382"/>
                  <a:pt x="3447" y="1419"/>
                  <a:pt x="3434" y="1435"/>
                </a:cubicBezTo>
                <a:cubicBezTo>
                  <a:pt x="3433" y="1436"/>
                  <a:pt x="3449" y="1461"/>
                  <a:pt x="3460" y="1464"/>
                </a:cubicBezTo>
                <a:cubicBezTo>
                  <a:pt x="3478" y="1469"/>
                  <a:pt x="3509" y="1436"/>
                  <a:pt x="3509" y="1413"/>
                </a:cubicBezTo>
                <a:moveTo>
                  <a:pt x="2511" y="1184"/>
                </a:moveTo>
                <a:cubicBezTo>
                  <a:pt x="2476" y="1184"/>
                  <a:pt x="2453" y="1205"/>
                  <a:pt x="2457" y="1232"/>
                </a:cubicBezTo>
                <a:cubicBezTo>
                  <a:pt x="2459" y="1242"/>
                  <a:pt x="2474" y="1256"/>
                  <a:pt x="2485" y="1258"/>
                </a:cubicBezTo>
                <a:cubicBezTo>
                  <a:pt x="2505" y="1263"/>
                  <a:pt x="2534" y="1236"/>
                  <a:pt x="2531" y="1218"/>
                </a:cubicBezTo>
                <a:cubicBezTo>
                  <a:pt x="2528" y="1204"/>
                  <a:pt x="2516" y="1192"/>
                  <a:pt x="2511" y="1184"/>
                </a:cubicBezTo>
                <a:moveTo>
                  <a:pt x="2803" y="1682"/>
                </a:moveTo>
                <a:cubicBezTo>
                  <a:pt x="2799" y="1692"/>
                  <a:pt x="2794" y="1699"/>
                  <a:pt x="2793" y="1707"/>
                </a:cubicBezTo>
                <a:cubicBezTo>
                  <a:pt x="2792" y="1729"/>
                  <a:pt x="2788" y="1752"/>
                  <a:pt x="2794" y="1772"/>
                </a:cubicBezTo>
                <a:cubicBezTo>
                  <a:pt x="2801" y="1794"/>
                  <a:pt x="2818" y="1793"/>
                  <a:pt x="2832" y="1774"/>
                </a:cubicBezTo>
                <a:cubicBezTo>
                  <a:pt x="2854" y="1746"/>
                  <a:pt x="2844" y="1712"/>
                  <a:pt x="2803" y="1682"/>
                </a:cubicBezTo>
                <a:moveTo>
                  <a:pt x="518" y="2220"/>
                </a:moveTo>
                <a:cubicBezTo>
                  <a:pt x="513" y="2228"/>
                  <a:pt x="506" y="2234"/>
                  <a:pt x="506" y="2241"/>
                </a:cubicBezTo>
                <a:cubicBezTo>
                  <a:pt x="503" y="2263"/>
                  <a:pt x="501" y="2286"/>
                  <a:pt x="503" y="2308"/>
                </a:cubicBezTo>
                <a:cubicBezTo>
                  <a:pt x="504" y="2317"/>
                  <a:pt x="519" y="2324"/>
                  <a:pt x="527" y="2332"/>
                </a:cubicBezTo>
                <a:cubicBezTo>
                  <a:pt x="534" y="2325"/>
                  <a:pt x="543" y="2318"/>
                  <a:pt x="547" y="2310"/>
                </a:cubicBezTo>
                <a:cubicBezTo>
                  <a:pt x="561" y="2279"/>
                  <a:pt x="551" y="2249"/>
                  <a:pt x="518" y="2220"/>
                </a:cubicBezTo>
                <a:moveTo>
                  <a:pt x="2395" y="2763"/>
                </a:moveTo>
                <a:cubicBezTo>
                  <a:pt x="2371" y="2743"/>
                  <a:pt x="2358" y="2725"/>
                  <a:pt x="2340" y="2719"/>
                </a:cubicBezTo>
                <a:cubicBezTo>
                  <a:pt x="2333" y="2717"/>
                  <a:pt x="2308" y="2738"/>
                  <a:pt x="2307" y="2750"/>
                </a:cubicBezTo>
                <a:cubicBezTo>
                  <a:pt x="2305" y="2774"/>
                  <a:pt x="2325" y="2791"/>
                  <a:pt x="2348" y="2791"/>
                </a:cubicBezTo>
                <a:cubicBezTo>
                  <a:pt x="2360" y="2792"/>
                  <a:pt x="2372" y="2777"/>
                  <a:pt x="2395" y="2763"/>
                </a:cubicBezTo>
                <a:moveTo>
                  <a:pt x="2848" y="1262"/>
                </a:moveTo>
                <a:cubicBezTo>
                  <a:pt x="2885" y="1294"/>
                  <a:pt x="2910" y="1296"/>
                  <a:pt x="2930" y="1271"/>
                </a:cubicBezTo>
                <a:cubicBezTo>
                  <a:pt x="2942" y="1257"/>
                  <a:pt x="2943" y="1245"/>
                  <a:pt x="2927" y="1233"/>
                </a:cubicBezTo>
                <a:cubicBezTo>
                  <a:pt x="2900" y="1214"/>
                  <a:pt x="2880" y="1221"/>
                  <a:pt x="2848" y="1262"/>
                </a:cubicBezTo>
                <a:moveTo>
                  <a:pt x="1868" y="2385"/>
                </a:moveTo>
                <a:cubicBezTo>
                  <a:pt x="1867" y="2348"/>
                  <a:pt x="1847" y="2321"/>
                  <a:pt x="1826" y="2324"/>
                </a:cubicBezTo>
                <a:cubicBezTo>
                  <a:pt x="1817" y="2325"/>
                  <a:pt x="1805" y="2341"/>
                  <a:pt x="1803" y="2351"/>
                </a:cubicBezTo>
                <a:cubicBezTo>
                  <a:pt x="1800" y="2379"/>
                  <a:pt x="1825" y="2409"/>
                  <a:pt x="1847" y="2404"/>
                </a:cubicBezTo>
                <a:cubicBezTo>
                  <a:pt x="1856" y="2402"/>
                  <a:pt x="1864" y="2389"/>
                  <a:pt x="1868" y="2385"/>
                </a:cubicBezTo>
                <a:moveTo>
                  <a:pt x="1999" y="1222"/>
                </a:moveTo>
                <a:cubicBezTo>
                  <a:pt x="2007" y="1249"/>
                  <a:pt x="2033" y="1257"/>
                  <a:pt x="2080" y="1250"/>
                </a:cubicBezTo>
                <a:lnTo>
                  <a:pt x="2080" y="1137"/>
                </a:lnTo>
                <a:cubicBezTo>
                  <a:pt x="2077" y="1136"/>
                  <a:pt x="2070" y="1134"/>
                  <a:pt x="2061" y="1132"/>
                </a:cubicBezTo>
                <a:cubicBezTo>
                  <a:pt x="2074" y="1188"/>
                  <a:pt x="2058" y="1211"/>
                  <a:pt x="1999" y="1223"/>
                </a:cubicBezTo>
                <a:lnTo>
                  <a:pt x="1999" y="1222"/>
                </a:lnTo>
                <a:moveTo>
                  <a:pt x="489" y="2616"/>
                </a:moveTo>
                <a:cubicBezTo>
                  <a:pt x="504" y="2609"/>
                  <a:pt x="517" y="2602"/>
                  <a:pt x="524" y="2599"/>
                </a:cubicBezTo>
                <a:cubicBezTo>
                  <a:pt x="505" y="2565"/>
                  <a:pt x="486" y="2533"/>
                  <a:pt x="471" y="2505"/>
                </a:cubicBezTo>
                <a:cubicBezTo>
                  <a:pt x="464" y="2517"/>
                  <a:pt x="453" y="2534"/>
                  <a:pt x="443" y="2551"/>
                </a:cubicBezTo>
                <a:cubicBezTo>
                  <a:pt x="458" y="2572"/>
                  <a:pt x="473" y="2593"/>
                  <a:pt x="489" y="2616"/>
                </a:cubicBezTo>
                <a:moveTo>
                  <a:pt x="3008" y="2297"/>
                </a:moveTo>
                <a:cubicBezTo>
                  <a:pt x="3008" y="2291"/>
                  <a:pt x="3008" y="2286"/>
                  <a:pt x="3007" y="2281"/>
                </a:cubicBezTo>
                <a:cubicBezTo>
                  <a:pt x="2995" y="2273"/>
                  <a:pt x="2982" y="2261"/>
                  <a:pt x="2968" y="2259"/>
                </a:cubicBezTo>
                <a:cubicBezTo>
                  <a:pt x="2948" y="2255"/>
                  <a:pt x="2925" y="2282"/>
                  <a:pt x="2931" y="2303"/>
                </a:cubicBezTo>
                <a:cubicBezTo>
                  <a:pt x="2934" y="2314"/>
                  <a:pt x="2954" y="2332"/>
                  <a:pt x="2961" y="2329"/>
                </a:cubicBezTo>
                <a:cubicBezTo>
                  <a:pt x="2978" y="2323"/>
                  <a:pt x="2993" y="2308"/>
                  <a:pt x="3009" y="2297"/>
                </a:cubicBezTo>
                <a:lnTo>
                  <a:pt x="3008" y="2297"/>
                </a:lnTo>
                <a:moveTo>
                  <a:pt x="1210" y="440"/>
                </a:moveTo>
                <a:cubicBezTo>
                  <a:pt x="1212" y="439"/>
                  <a:pt x="1214" y="437"/>
                  <a:pt x="1217" y="436"/>
                </a:cubicBezTo>
                <a:cubicBezTo>
                  <a:pt x="1210" y="430"/>
                  <a:pt x="1204" y="424"/>
                  <a:pt x="1197" y="420"/>
                </a:cubicBezTo>
                <a:cubicBezTo>
                  <a:pt x="1185" y="413"/>
                  <a:pt x="1170" y="411"/>
                  <a:pt x="1160" y="402"/>
                </a:cubicBezTo>
                <a:cubicBezTo>
                  <a:pt x="1146" y="388"/>
                  <a:pt x="1136" y="370"/>
                  <a:pt x="1124" y="352"/>
                </a:cubicBezTo>
                <a:cubicBezTo>
                  <a:pt x="1117" y="371"/>
                  <a:pt x="1110" y="389"/>
                  <a:pt x="1102" y="410"/>
                </a:cubicBezTo>
                <a:cubicBezTo>
                  <a:pt x="1120" y="418"/>
                  <a:pt x="1135" y="429"/>
                  <a:pt x="1153" y="433"/>
                </a:cubicBezTo>
                <a:cubicBezTo>
                  <a:pt x="1171" y="438"/>
                  <a:pt x="1191" y="438"/>
                  <a:pt x="1210" y="440"/>
                </a:cubicBezTo>
                <a:moveTo>
                  <a:pt x="1160" y="477"/>
                </a:moveTo>
                <a:cubicBezTo>
                  <a:pt x="1147" y="520"/>
                  <a:pt x="1151" y="541"/>
                  <a:pt x="1175" y="542"/>
                </a:cubicBezTo>
                <a:cubicBezTo>
                  <a:pt x="1191" y="542"/>
                  <a:pt x="1214" y="533"/>
                  <a:pt x="1223" y="521"/>
                </a:cubicBezTo>
                <a:cubicBezTo>
                  <a:pt x="1234" y="508"/>
                  <a:pt x="1195" y="480"/>
                  <a:pt x="1160" y="477"/>
                </a:cubicBezTo>
                <a:moveTo>
                  <a:pt x="1819" y="1443"/>
                </a:moveTo>
                <a:cubicBezTo>
                  <a:pt x="1787" y="1451"/>
                  <a:pt x="1750" y="1459"/>
                  <a:pt x="1710" y="1468"/>
                </a:cubicBezTo>
                <a:cubicBezTo>
                  <a:pt x="1785" y="1473"/>
                  <a:pt x="1792" y="1477"/>
                  <a:pt x="1822" y="1546"/>
                </a:cubicBezTo>
                <a:cubicBezTo>
                  <a:pt x="1824" y="1551"/>
                  <a:pt x="1834" y="1552"/>
                  <a:pt x="1836" y="1554"/>
                </a:cubicBezTo>
                <a:cubicBezTo>
                  <a:pt x="1830" y="1513"/>
                  <a:pt x="1824" y="1474"/>
                  <a:pt x="1819" y="1443"/>
                </a:cubicBezTo>
                <a:moveTo>
                  <a:pt x="1718" y="2703"/>
                </a:moveTo>
                <a:cubicBezTo>
                  <a:pt x="1732" y="2719"/>
                  <a:pt x="1741" y="2730"/>
                  <a:pt x="1750" y="2741"/>
                </a:cubicBezTo>
                <a:cubicBezTo>
                  <a:pt x="1764" y="2726"/>
                  <a:pt x="1778" y="2711"/>
                  <a:pt x="1792" y="2696"/>
                </a:cubicBezTo>
                <a:cubicBezTo>
                  <a:pt x="1779" y="2686"/>
                  <a:pt x="1767" y="2670"/>
                  <a:pt x="1752" y="2667"/>
                </a:cubicBezTo>
                <a:cubicBezTo>
                  <a:pt x="1745" y="2666"/>
                  <a:pt x="1733" y="2687"/>
                  <a:pt x="1718" y="2703"/>
                </a:cubicBezTo>
                <a:moveTo>
                  <a:pt x="2134" y="1595"/>
                </a:moveTo>
                <a:cubicBezTo>
                  <a:pt x="2127" y="1555"/>
                  <a:pt x="2120" y="1519"/>
                  <a:pt x="2112" y="1476"/>
                </a:cubicBezTo>
                <a:cubicBezTo>
                  <a:pt x="2099" y="1502"/>
                  <a:pt x="2086" y="1526"/>
                  <a:pt x="2075" y="1548"/>
                </a:cubicBezTo>
                <a:cubicBezTo>
                  <a:pt x="2090" y="1566"/>
                  <a:pt x="2103" y="1582"/>
                  <a:pt x="2119" y="1600"/>
                </a:cubicBezTo>
                <a:cubicBezTo>
                  <a:pt x="2125" y="1598"/>
                  <a:pt x="2134" y="1595"/>
                  <a:pt x="2134" y="1595"/>
                </a:cubicBezTo>
                <a:moveTo>
                  <a:pt x="3036" y="2191"/>
                </a:moveTo>
                <a:cubicBezTo>
                  <a:pt x="3003" y="2181"/>
                  <a:pt x="2978" y="2174"/>
                  <a:pt x="2952" y="2166"/>
                </a:cubicBezTo>
                <a:cubicBezTo>
                  <a:pt x="2951" y="2180"/>
                  <a:pt x="2949" y="2197"/>
                  <a:pt x="2948" y="2210"/>
                </a:cubicBezTo>
                <a:cubicBezTo>
                  <a:pt x="2974" y="2216"/>
                  <a:pt x="2997" y="2222"/>
                  <a:pt x="3023" y="2228"/>
                </a:cubicBezTo>
                <a:cubicBezTo>
                  <a:pt x="3027" y="2217"/>
                  <a:pt x="3032" y="2203"/>
                  <a:pt x="3036" y="2191"/>
                </a:cubicBezTo>
                <a:moveTo>
                  <a:pt x="1758" y="721"/>
                </a:moveTo>
                <a:cubicBezTo>
                  <a:pt x="1778" y="717"/>
                  <a:pt x="1800" y="713"/>
                  <a:pt x="1822" y="709"/>
                </a:cubicBezTo>
                <a:cubicBezTo>
                  <a:pt x="1823" y="692"/>
                  <a:pt x="1824" y="675"/>
                  <a:pt x="1826" y="662"/>
                </a:cubicBezTo>
                <a:cubicBezTo>
                  <a:pt x="1797" y="664"/>
                  <a:pt x="1770" y="665"/>
                  <a:pt x="1747" y="666"/>
                </a:cubicBezTo>
                <a:cubicBezTo>
                  <a:pt x="1750" y="683"/>
                  <a:pt x="1754" y="703"/>
                  <a:pt x="1758" y="721"/>
                </a:cubicBezTo>
                <a:moveTo>
                  <a:pt x="2942" y="2537"/>
                </a:moveTo>
                <a:cubicBezTo>
                  <a:pt x="2909" y="2541"/>
                  <a:pt x="2878" y="2544"/>
                  <a:pt x="2840" y="2548"/>
                </a:cubicBezTo>
                <a:cubicBezTo>
                  <a:pt x="2881" y="2549"/>
                  <a:pt x="2902" y="2568"/>
                  <a:pt x="2906" y="2603"/>
                </a:cubicBezTo>
                <a:cubicBezTo>
                  <a:pt x="2927" y="2592"/>
                  <a:pt x="2944" y="2583"/>
                  <a:pt x="2962" y="2574"/>
                </a:cubicBezTo>
                <a:cubicBezTo>
                  <a:pt x="2954" y="2558"/>
                  <a:pt x="2946" y="2544"/>
                  <a:pt x="2942" y="2537"/>
                </a:cubicBezTo>
                <a:moveTo>
                  <a:pt x="2563" y="879"/>
                </a:moveTo>
                <a:lnTo>
                  <a:pt x="2524" y="879"/>
                </a:lnTo>
                <a:cubicBezTo>
                  <a:pt x="2517" y="931"/>
                  <a:pt x="2530" y="955"/>
                  <a:pt x="2563" y="950"/>
                </a:cubicBezTo>
                <a:lnTo>
                  <a:pt x="2563" y="879"/>
                </a:lnTo>
                <a:moveTo>
                  <a:pt x="3045" y="1345"/>
                </a:moveTo>
                <a:lnTo>
                  <a:pt x="2978" y="1345"/>
                </a:lnTo>
                <a:cubicBezTo>
                  <a:pt x="2972" y="1361"/>
                  <a:pt x="2966" y="1374"/>
                  <a:pt x="2961" y="1388"/>
                </a:cubicBezTo>
                <a:cubicBezTo>
                  <a:pt x="2980" y="1397"/>
                  <a:pt x="2999" y="1405"/>
                  <a:pt x="3014" y="1412"/>
                </a:cubicBezTo>
                <a:cubicBezTo>
                  <a:pt x="3025" y="1387"/>
                  <a:pt x="3036" y="1364"/>
                  <a:pt x="3045" y="1345"/>
                </a:cubicBezTo>
                <a:moveTo>
                  <a:pt x="1109" y="2798"/>
                </a:moveTo>
                <a:cubicBezTo>
                  <a:pt x="1102" y="2757"/>
                  <a:pt x="1097" y="2725"/>
                  <a:pt x="1092" y="2690"/>
                </a:cubicBezTo>
                <a:cubicBezTo>
                  <a:pt x="1082" y="2691"/>
                  <a:pt x="1073" y="2692"/>
                  <a:pt x="1065" y="2692"/>
                </a:cubicBezTo>
                <a:cubicBezTo>
                  <a:pt x="1061" y="2716"/>
                  <a:pt x="1057" y="2737"/>
                  <a:pt x="1054" y="2754"/>
                </a:cubicBezTo>
                <a:cubicBezTo>
                  <a:pt x="1072" y="2768"/>
                  <a:pt x="1088" y="2781"/>
                  <a:pt x="1109" y="2798"/>
                </a:cubicBezTo>
                <a:moveTo>
                  <a:pt x="2484" y="1911"/>
                </a:moveTo>
                <a:cubicBezTo>
                  <a:pt x="2492" y="1919"/>
                  <a:pt x="2516" y="1914"/>
                  <a:pt x="2539" y="1900"/>
                </a:cubicBezTo>
                <a:cubicBezTo>
                  <a:pt x="2549" y="1894"/>
                  <a:pt x="2554" y="1881"/>
                  <a:pt x="2561" y="1871"/>
                </a:cubicBezTo>
                <a:cubicBezTo>
                  <a:pt x="2548" y="1866"/>
                  <a:pt x="2537" y="1857"/>
                  <a:pt x="2524" y="1856"/>
                </a:cubicBezTo>
                <a:cubicBezTo>
                  <a:pt x="2516" y="1855"/>
                  <a:pt x="2504" y="1863"/>
                  <a:pt x="2499" y="1871"/>
                </a:cubicBezTo>
                <a:cubicBezTo>
                  <a:pt x="2491" y="1883"/>
                  <a:pt x="2489" y="1898"/>
                  <a:pt x="2484" y="1911"/>
                </a:cubicBezTo>
                <a:moveTo>
                  <a:pt x="2926" y="2118"/>
                </a:moveTo>
                <a:cubicBezTo>
                  <a:pt x="2913" y="2085"/>
                  <a:pt x="2904" y="2060"/>
                  <a:pt x="2894" y="2035"/>
                </a:cubicBezTo>
                <a:cubicBezTo>
                  <a:pt x="2882" y="2049"/>
                  <a:pt x="2872" y="2065"/>
                  <a:pt x="2858" y="2073"/>
                </a:cubicBezTo>
                <a:cubicBezTo>
                  <a:pt x="2844" y="2081"/>
                  <a:pt x="2826" y="2082"/>
                  <a:pt x="2809" y="2086"/>
                </a:cubicBezTo>
                <a:cubicBezTo>
                  <a:pt x="2811" y="2093"/>
                  <a:pt x="2814" y="2101"/>
                  <a:pt x="2817" y="2111"/>
                </a:cubicBezTo>
                <a:cubicBezTo>
                  <a:pt x="2853" y="2089"/>
                  <a:pt x="2886" y="2092"/>
                  <a:pt x="2926" y="2118"/>
                </a:cubicBezTo>
                <a:moveTo>
                  <a:pt x="899" y="2451"/>
                </a:moveTo>
                <a:cubicBezTo>
                  <a:pt x="894" y="2468"/>
                  <a:pt x="886" y="2480"/>
                  <a:pt x="885" y="2493"/>
                </a:cubicBezTo>
                <a:cubicBezTo>
                  <a:pt x="883" y="2506"/>
                  <a:pt x="887" y="2520"/>
                  <a:pt x="891" y="2533"/>
                </a:cubicBezTo>
                <a:cubicBezTo>
                  <a:pt x="892" y="2536"/>
                  <a:pt x="906" y="2539"/>
                  <a:pt x="907" y="2537"/>
                </a:cubicBezTo>
                <a:cubicBezTo>
                  <a:pt x="917" y="2521"/>
                  <a:pt x="931" y="2504"/>
                  <a:pt x="934" y="2486"/>
                </a:cubicBezTo>
                <a:cubicBezTo>
                  <a:pt x="938" y="2465"/>
                  <a:pt x="922" y="2451"/>
                  <a:pt x="899" y="2451"/>
                </a:cubicBezTo>
                <a:moveTo>
                  <a:pt x="600" y="1803"/>
                </a:moveTo>
                <a:cubicBezTo>
                  <a:pt x="579" y="1791"/>
                  <a:pt x="566" y="1777"/>
                  <a:pt x="554" y="1778"/>
                </a:cubicBezTo>
                <a:cubicBezTo>
                  <a:pt x="541" y="1779"/>
                  <a:pt x="530" y="1794"/>
                  <a:pt x="518" y="1804"/>
                </a:cubicBezTo>
                <a:cubicBezTo>
                  <a:pt x="530" y="1816"/>
                  <a:pt x="540" y="1838"/>
                  <a:pt x="552" y="1839"/>
                </a:cubicBezTo>
                <a:cubicBezTo>
                  <a:pt x="564" y="1840"/>
                  <a:pt x="578" y="1821"/>
                  <a:pt x="600" y="1803"/>
                </a:cubicBezTo>
                <a:moveTo>
                  <a:pt x="1197" y="3084"/>
                </a:moveTo>
                <a:cubicBezTo>
                  <a:pt x="1201" y="3079"/>
                  <a:pt x="1207" y="3069"/>
                  <a:pt x="1209" y="3066"/>
                </a:cubicBezTo>
                <a:cubicBezTo>
                  <a:pt x="1188" y="3037"/>
                  <a:pt x="1170" y="3012"/>
                  <a:pt x="1152" y="2987"/>
                </a:cubicBezTo>
                <a:cubicBezTo>
                  <a:pt x="1141" y="2993"/>
                  <a:pt x="1125" y="3002"/>
                  <a:pt x="1115" y="3007"/>
                </a:cubicBezTo>
                <a:cubicBezTo>
                  <a:pt x="1142" y="3032"/>
                  <a:pt x="1168" y="3057"/>
                  <a:pt x="1197" y="3084"/>
                </a:cubicBezTo>
                <a:moveTo>
                  <a:pt x="1763" y="1203"/>
                </a:moveTo>
                <a:cubicBezTo>
                  <a:pt x="1796" y="1182"/>
                  <a:pt x="1827" y="1162"/>
                  <a:pt x="1859" y="1141"/>
                </a:cubicBezTo>
                <a:cubicBezTo>
                  <a:pt x="1859" y="1139"/>
                  <a:pt x="1859" y="1137"/>
                  <a:pt x="1859" y="1134"/>
                </a:cubicBezTo>
                <a:cubicBezTo>
                  <a:pt x="1825" y="1139"/>
                  <a:pt x="1791" y="1142"/>
                  <a:pt x="1757" y="1147"/>
                </a:cubicBezTo>
                <a:cubicBezTo>
                  <a:pt x="1759" y="1167"/>
                  <a:pt x="1761" y="1187"/>
                  <a:pt x="1763" y="1203"/>
                </a:cubicBezTo>
                <a:moveTo>
                  <a:pt x="2890" y="1097"/>
                </a:moveTo>
                <a:cubicBezTo>
                  <a:pt x="2907" y="1089"/>
                  <a:pt x="2922" y="1080"/>
                  <a:pt x="2937" y="1076"/>
                </a:cubicBezTo>
                <a:cubicBezTo>
                  <a:pt x="2979" y="1065"/>
                  <a:pt x="2980" y="1063"/>
                  <a:pt x="2970" y="1022"/>
                </a:cubicBezTo>
                <a:cubicBezTo>
                  <a:pt x="2940" y="1038"/>
                  <a:pt x="2909" y="1055"/>
                  <a:pt x="2877" y="1072"/>
                </a:cubicBezTo>
                <a:cubicBezTo>
                  <a:pt x="2880" y="1078"/>
                  <a:pt x="2885" y="1087"/>
                  <a:pt x="2890" y="1097"/>
                </a:cubicBezTo>
                <a:moveTo>
                  <a:pt x="3113" y="2705"/>
                </a:moveTo>
                <a:cubicBezTo>
                  <a:pt x="3106" y="2700"/>
                  <a:pt x="3095" y="2691"/>
                  <a:pt x="3085" y="2683"/>
                </a:cubicBezTo>
                <a:cubicBezTo>
                  <a:pt x="3075" y="2701"/>
                  <a:pt x="3063" y="2720"/>
                  <a:pt x="3057" y="2740"/>
                </a:cubicBezTo>
                <a:cubicBezTo>
                  <a:pt x="3055" y="2745"/>
                  <a:pt x="3069" y="2756"/>
                  <a:pt x="3076" y="2765"/>
                </a:cubicBezTo>
                <a:cubicBezTo>
                  <a:pt x="3087" y="2750"/>
                  <a:pt x="3099" y="2736"/>
                  <a:pt x="3110" y="2721"/>
                </a:cubicBezTo>
                <a:cubicBezTo>
                  <a:pt x="3111" y="2720"/>
                  <a:pt x="3111" y="2717"/>
                  <a:pt x="3113" y="2705"/>
                </a:cubicBezTo>
                <a:moveTo>
                  <a:pt x="3068" y="1660"/>
                </a:moveTo>
                <a:cubicBezTo>
                  <a:pt x="3067" y="1655"/>
                  <a:pt x="3066" y="1651"/>
                  <a:pt x="3065" y="1646"/>
                </a:cubicBezTo>
                <a:cubicBezTo>
                  <a:pt x="3054" y="1644"/>
                  <a:pt x="3040" y="1637"/>
                  <a:pt x="3035" y="1641"/>
                </a:cubicBezTo>
                <a:cubicBezTo>
                  <a:pt x="3020" y="1654"/>
                  <a:pt x="3008" y="1671"/>
                  <a:pt x="2998" y="1688"/>
                </a:cubicBezTo>
                <a:cubicBezTo>
                  <a:pt x="2995" y="1692"/>
                  <a:pt x="3000" y="1705"/>
                  <a:pt x="3005" y="1710"/>
                </a:cubicBezTo>
                <a:cubicBezTo>
                  <a:pt x="3009" y="1714"/>
                  <a:pt x="3021" y="1715"/>
                  <a:pt x="3024" y="1712"/>
                </a:cubicBezTo>
                <a:cubicBezTo>
                  <a:pt x="3040" y="1695"/>
                  <a:pt x="3054" y="1677"/>
                  <a:pt x="3068" y="1660"/>
                </a:cubicBezTo>
                <a:moveTo>
                  <a:pt x="1601" y="3147"/>
                </a:moveTo>
                <a:cubicBezTo>
                  <a:pt x="1619" y="3158"/>
                  <a:pt x="1636" y="3168"/>
                  <a:pt x="1653" y="3178"/>
                </a:cubicBezTo>
                <a:cubicBezTo>
                  <a:pt x="1658" y="3155"/>
                  <a:pt x="1662" y="3136"/>
                  <a:pt x="1666" y="3117"/>
                </a:cubicBezTo>
                <a:cubicBezTo>
                  <a:pt x="1646" y="3112"/>
                  <a:pt x="1627" y="3106"/>
                  <a:pt x="1607" y="3101"/>
                </a:cubicBezTo>
                <a:cubicBezTo>
                  <a:pt x="1605" y="3115"/>
                  <a:pt x="1603" y="3130"/>
                  <a:pt x="1601" y="3147"/>
                </a:cubicBezTo>
                <a:moveTo>
                  <a:pt x="1761" y="1429"/>
                </a:moveTo>
                <a:cubicBezTo>
                  <a:pt x="1775" y="1413"/>
                  <a:pt x="1790" y="1399"/>
                  <a:pt x="1800" y="1382"/>
                </a:cubicBezTo>
                <a:cubicBezTo>
                  <a:pt x="1803" y="1377"/>
                  <a:pt x="1790" y="1357"/>
                  <a:pt x="1781" y="1354"/>
                </a:cubicBezTo>
                <a:cubicBezTo>
                  <a:pt x="1773" y="1351"/>
                  <a:pt x="1758" y="1360"/>
                  <a:pt x="1749" y="1368"/>
                </a:cubicBezTo>
                <a:cubicBezTo>
                  <a:pt x="1729" y="1385"/>
                  <a:pt x="1736" y="1404"/>
                  <a:pt x="1761" y="1428"/>
                </a:cubicBezTo>
                <a:lnTo>
                  <a:pt x="1761" y="1429"/>
                </a:lnTo>
                <a:moveTo>
                  <a:pt x="1184" y="3158"/>
                </a:moveTo>
                <a:cubicBezTo>
                  <a:pt x="1176" y="3168"/>
                  <a:pt x="1165" y="3181"/>
                  <a:pt x="1150" y="3199"/>
                </a:cubicBezTo>
                <a:cubicBezTo>
                  <a:pt x="1194" y="3192"/>
                  <a:pt x="1216" y="3216"/>
                  <a:pt x="1234" y="3248"/>
                </a:cubicBezTo>
                <a:cubicBezTo>
                  <a:pt x="1246" y="3237"/>
                  <a:pt x="1254" y="3230"/>
                  <a:pt x="1262" y="3223"/>
                </a:cubicBezTo>
                <a:cubicBezTo>
                  <a:pt x="1236" y="3201"/>
                  <a:pt x="1210" y="3180"/>
                  <a:pt x="1184" y="3158"/>
                </a:cubicBezTo>
                <a:moveTo>
                  <a:pt x="3161" y="1730"/>
                </a:moveTo>
                <a:cubicBezTo>
                  <a:pt x="3179" y="1724"/>
                  <a:pt x="3189" y="1720"/>
                  <a:pt x="3196" y="1718"/>
                </a:cubicBezTo>
                <a:cubicBezTo>
                  <a:pt x="3191" y="1693"/>
                  <a:pt x="3185" y="1668"/>
                  <a:pt x="3178" y="1639"/>
                </a:cubicBezTo>
                <a:cubicBezTo>
                  <a:pt x="3167" y="1646"/>
                  <a:pt x="3145" y="1654"/>
                  <a:pt x="3146" y="1662"/>
                </a:cubicBezTo>
                <a:cubicBezTo>
                  <a:pt x="3146" y="1685"/>
                  <a:pt x="3155" y="1707"/>
                  <a:pt x="3161" y="1730"/>
                </a:cubicBezTo>
                <a:moveTo>
                  <a:pt x="2914" y="2357"/>
                </a:moveTo>
                <a:cubicBezTo>
                  <a:pt x="2903" y="2337"/>
                  <a:pt x="2891" y="2316"/>
                  <a:pt x="2879" y="2292"/>
                </a:cubicBezTo>
                <a:cubicBezTo>
                  <a:pt x="2867" y="2293"/>
                  <a:pt x="2853" y="2293"/>
                  <a:pt x="2843" y="2294"/>
                </a:cubicBezTo>
                <a:cubicBezTo>
                  <a:pt x="2849" y="2319"/>
                  <a:pt x="2854" y="2342"/>
                  <a:pt x="2860" y="2364"/>
                </a:cubicBezTo>
                <a:cubicBezTo>
                  <a:pt x="2876" y="2362"/>
                  <a:pt x="2896" y="2360"/>
                  <a:pt x="2914" y="2357"/>
                </a:cubicBezTo>
                <a:moveTo>
                  <a:pt x="601" y="2650"/>
                </a:moveTo>
                <a:cubicBezTo>
                  <a:pt x="587" y="2646"/>
                  <a:pt x="573" y="2640"/>
                  <a:pt x="558" y="2639"/>
                </a:cubicBezTo>
                <a:cubicBezTo>
                  <a:pt x="548" y="2639"/>
                  <a:pt x="528" y="2647"/>
                  <a:pt x="529" y="2650"/>
                </a:cubicBezTo>
                <a:cubicBezTo>
                  <a:pt x="530" y="2664"/>
                  <a:pt x="533" y="2681"/>
                  <a:pt x="543" y="2690"/>
                </a:cubicBezTo>
                <a:cubicBezTo>
                  <a:pt x="561" y="2708"/>
                  <a:pt x="586" y="2691"/>
                  <a:pt x="601" y="2650"/>
                </a:cubicBezTo>
                <a:moveTo>
                  <a:pt x="2310" y="901"/>
                </a:moveTo>
                <a:cubicBezTo>
                  <a:pt x="2288" y="918"/>
                  <a:pt x="2265" y="934"/>
                  <a:pt x="2240" y="952"/>
                </a:cubicBezTo>
                <a:cubicBezTo>
                  <a:pt x="2264" y="969"/>
                  <a:pt x="2283" y="964"/>
                  <a:pt x="2349" y="933"/>
                </a:cubicBezTo>
                <a:cubicBezTo>
                  <a:pt x="2337" y="923"/>
                  <a:pt x="2324" y="913"/>
                  <a:pt x="2310" y="901"/>
                </a:cubicBezTo>
                <a:moveTo>
                  <a:pt x="286" y="1619"/>
                </a:moveTo>
                <a:cubicBezTo>
                  <a:pt x="258" y="1643"/>
                  <a:pt x="288" y="1647"/>
                  <a:pt x="293" y="1658"/>
                </a:cubicBezTo>
                <a:cubicBezTo>
                  <a:pt x="300" y="1674"/>
                  <a:pt x="305" y="1690"/>
                  <a:pt x="310" y="1703"/>
                </a:cubicBezTo>
                <a:cubicBezTo>
                  <a:pt x="344" y="1706"/>
                  <a:pt x="376" y="1708"/>
                  <a:pt x="408" y="1711"/>
                </a:cubicBezTo>
                <a:cubicBezTo>
                  <a:pt x="409" y="1707"/>
                  <a:pt x="410" y="1704"/>
                  <a:pt x="411" y="1700"/>
                </a:cubicBezTo>
                <a:cubicBezTo>
                  <a:pt x="353" y="1698"/>
                  <a:pt x="311" y="1672"/>
                  <a:pt x="286" y="1618"/>
                </a:cubicBezTo>
                <a:lnTo>
                  <a:pt x="286" y="1619"/>
                </a:lnTo>
                <a:moveTo>
                  <a:pt x="878" y="1345"/>
                </a:moveTo>
                <a:cubicBezTo>
                  <a:pt x="821" y="1350"/>
                  <a:pt x="788" y="1320"/>
                  <a:pt x="760" y="1277"/>
                </a:cubicBezTo>
                <a:cubicBezTo>
                  <a:pt x="755" y="1290"/>
                  <a:pt x="751" y="1301"/>
                  <a:pt x="748" y="1309"/>
                </a:cubicBezTo>
                <a:cubicBezTo>
                  <a:pt x="789" y="1335"/>
                  <a:pt x="828" y="1360"/>
                  <a:pt x="869" y="1386"/>
                </a:cubicBezTo>
                <a:cubicBezTo>
                  <a:pt x="872" y="1372"/>
                  <a:pt x="875" y="1361"/>
                  <a:pt x="878" y="1345"/>
                </a:cubicBezTo>
                <a:moveTo>
                  <a:pt x="1810" y="179"/>
                </a:moveTo>
                <a:cubicBezTo>
                  <a:pt x="1828" y="161"/>
                  <a:pt x="1843" y="147"/>
                  <a:pt x="1855" y="131"/>
                </a:cubicBezTo>
                <a:cubicBezTo>
                  <a:pt x="1857" y="130"/>
                  <a:pt x="1841" y="115"/>
                  <a:pt x="1833" y="106"/>
                </a:cubicBezTo>
                <a:cubicBezTo>
                  <a:pt x="1818" y="121"/>
                  <a:pt x="1802" y="135"/>
                  <a:pt x="1788" y="151"/>
                </a:cubicBezTo>
                <a:cubicBezTo>
                  <a:pt x="1787" y="153"/>
                  <a:pt x="1799" y="166"/>
                  <a:pt x="1810" y="179"/>
                </a:cubicBezTo>
                <a:moveTo>
                  <a:pt x="1311" y="722"/>
                </a:moveTo>
                <a:cubicBezTo>
                  <a:pt x="1336" y="744"/>
                  <a:pt x="1358" y="763"/>
                  <a:pt x="1381" y="783"/>
                </a:cubicBezTo>
                <a:cubicBezTo>
                  <a:pt x="1388" y="778"/>
                  <a:pt x="1396" y="772"/>
                  <a:pt x="1405" y="769"/>
                </a:cubicBezTo>
                <a:cubicBezTo>
                  <a:pt x="1418" y="764"/>
                  <a:pt x="1432" y="761"/>
                  <a:pt x="1445" y="757"/>
                </a:cubicBezTo>
                <a:cubicBezTo>
                  <a:pt x="1446" y="754"/>
                  <a:pt x="1447" y="751"/>
                  <a:pt x="1448" y="749"/>
                </a:cubicBezTo>
                <a:cubicBezTo>
                  <a:pt x="1439" y="746"/>
                  <a:pt x="1428" y="739"/>
                  <a:pt x="1421" y="741"/>
                </a:cubicBezTo>
                <a:cubicBezTo>
                  <a:pt x="1372" y="760"/>
                  <a:pt x="1356" y="755"/>
                  <a:pt x="1331" y="707"/>
                </a:cubicBezTo>
                <a:cubicBezTo>
                  <a:pt x="1330" y="705"/>
                  <a:pt x="1328" y="703"/>
                  <a:pt x="1324" y="699"/>
                </a:cubicBezTo>
                <a:cubicBezTo>
                  <a:pt x="1319" y="708"/>
                  <a:pt x="1314" y="715"/>
                  <a:pt x="1310" y="722"/>
                </a:cubicBezTo>
                <a:lnTo>
                  <a:pt x="1311" y="722"/>
                </a:lnTo>
                <a:moveTo>
                  <a:pt x="2115" y="591"/>
                </a:moveTo>
                <a:cubicBezTo>
                  <a:pt x="2096" y="607"/>
                  <a:pt x="2084" y="620"/>
                  <a:pt x="2069" y="628"/>
                </a:cubicBezTo>
                <a:cubicBezTo>
                  <a:pt x="2058" y="634"/>
                  <a:pt x="2039" y="632"/>
                  <a:pt x="2049" y="654"/>
                </a:cubicBezTo>
                <a:cubicBezTo>
                  <a:pt x="2058" y="672"/>
                  <a:pt x="2060" y="700"/>
                  <a:pt x="2088" y="684"/>
                </a:cubicBezTo>
                <a:cubicBezTo>
                  <a:pt x="2097" y="653"/>
                  <a:pt x="2105" y="625"/>
                  <a:pt x="2115" y="591"/>
                </a:cubicBezTo>
                <a:moveTo>
                  <a:pt x="2715" y="1747"/>
                </a:moveTo>
                <a:cubicBezTo>
                  <a:pt x="2701" y="1752"/>
                  <a:pt x="2688" y="1755"/>
                  <a:pt x="2677" y="1759"/>
                </a:cubicBezTo>
                <a:cubicBezTo>
                  <a:pt x="2670" y="1762"/>
                  <a:pt x="2657" y="1768"/>
                  <a:pt x="2658" y="1771"/>
                </a:cubicBezTo>
                <a:cubicBezTo>
                  <a:pt x="2659" y="1784"/>
                  <a:pt x="2663" y="1798"/>
                  <a:pt x="2669" y="1809"/>
                </a:cubicBezTo>
                <a:cubicBezTo>
                  <a:pt x="2671" y="1813"/>
                  <a:pt x="2683" y="1815"/>
                  <a:pt x="2688" y="1812"/>
                </a:cubicBezTo>
                <a:cubicBezTo>
                  <a:pt x="2711" y="1803"/>
                  <a:pt x="2722" y="1767"/>
                  <a:pt x="2715" y="1747"/>
                </a:cubicBezTo>
                <a:moveTo>
                  <a:pt x="2653" y="1184"/>
                </a:moveTo>
                <a:cubicBezTo>
                  <a:pt x="2638" y="1184"/>
                  <a:pt x="2624" y="1181"/>
                  <a:pt x="2613" y="1185"/>
                </a:cubicBezTo>
                <a:cubicBezTo>
                  <a:pt x="2604" y="1188"/>
                  <a:pt x="2598" y="1200"/>
                  <a:pt x="2590" y="1207"/>
                </a:cubicBezTo>
                <a:cubicBezTo>
                  <a:pt x="2599" y="1214"/>
                  <a:pt x="2607" y="1225"/>
                  <a:pt x="2617" y="1227"/>
                </a:cubicBezTo>
                <a:cubicBezTo>
                  <a:pt x="2633" y="1230"/>
                  <a:pt x="2650" y="1228"/>
                  <a:pt x="2670" y="1228"/>
                </a:cubicBezTo>
                <a:cubicBezTo>
                  <a:pt x="2664" y="1211"/>
                  <a:pt x="2659" y="1199"/>
                  <a:pt x="2653" y="1184"/>
                </a:cubicBezTo>
                <a:moveTo>
                  <a:pt x="3429" y="1335"/>
                </a:moveTo>
                <a:cubicBezTo>
                  <a:pt x="3454" y="1315"/>
                  <a:pt x="3455" y="1296"/>
                  <a:pt x="3442" y="1277"/>
                </a:cubicBezTo>
                <a:cubicBezTo>
                  <a:pt x="3429" y="1258"/>
                  <a:pt x="3411" y="1249"/>
                  <a:pt x="3382" y="1260"/>
                </a:cubicBezTo>
                <a:cubicBezTo>
                  <a:pt x="3399" y="1287"/>
                  <a:pt x="3413" y="1310"/>
                  <a:pt x="3429" y="1335"/>
                </a:cubicBezTo>
                <a:moveTo>
                  <a:pt x="1520" y="1970"/>
                </a:moveTo>
                <a:cubicBezTo>
                  <a:pt x="1511" y="1977"/>
                  <a:pt x="1499" y="1981"/>
                  <a:pt x="1495" y="1989"/>
                </a:cubicBezTo>
                <a:cubicBezTo>
                  <a:pt x="1489" y="2000"/>
                  <a:pt x="1485" y="2014"/>
                  <a:pt x="1486" y="2027"/>
                </a:cubicBezTo>
                <a:cubicBezTo>
                  <a:pt x="1487" y="2033"/>
                  <a:pt x="1501" y="2045"/>
                  <a:pt x="1505" y="2043"/>
                </a:cubicBezTo>
                <a:cubicBezTo>
                  <a:pt x="1516" y="2039"/>
                  <a:pt x="1528" y="2031"/>
                  <a:pt x="1533" y="2021"/>
                </a:cubicBezTo>
                <a:cubicBezTo>
                  <a:pt x="1543" y="2002"/>
                  <a:pt x="1542" y="1983"/>
                  <a:pt x="1520" y="1970"/>
                </a:cubicBezTo>
                <a:moveTo>
                  <a:pt x="2025" y="1664"/>
                </a:moveTo>
                <a:cubicBezTo>
                  <a:pt x="2042" y="1644"/>
                  <a:pt x="2055" y="1632"/>
                  <a:pt x="2065" y="1618"/>
                </a:cubicBezTo>
                <a:cubicBezTo>
                  <a:pt x="2068" y="1614"/>
                  <a:pt x="2064" y="1605"/>
                  <a:pt x="2063" y="1598"/>
                </a:cubicBezTo>
                <a:cubicBezTo>
                  <a:pt x="2052" y="1600"/>
                  <a:pt x="2040" y="1602"/>
                  <a:pt x="2029" y="1605"/>
                </a:cubicBezTo>
                <a:cubicBezTo>
                  <a:pt x="2026" y="1605"/>
                  <a:pt x="2022" y="1605"/>
                  <a:pt x="2020" y="1607"/>
                </a:cubicBezTo>
                <a:cubicBezTo>
                  <a:pt x="2011" y="1612"/>
                  <a:pt x="2004" y="1618"/>
                  <a:pt x="1996" y="1623"/>
                </a:cubicBezTo>
                <a:cubicBezTo>
                  <a:pt x="2004" y="1635"/>
                  <a:pt x="2012" y="1646"/>
                  <a:pt x="2025" y="1664"/>
                </a:cubicBezTo>
                <a:moveTo>
                  <a:pt x="1722" y="1520"/>
                </a:moveTo>
                <a:cubicBezTo>
                  <a:pt x="1724" y="1540"/>
                  <a:pt x="1725" y="1555"/>
                  <a:pt x="1727" y="1579"/>
                </a:cubicBezTo>
                <a:cubicBezTo>
                  <a:pt x="1745" y="1573"/>
                  <a:pt x="1763" y="1569"/>
                  <a:pt x="1777" y="1559"/>
                </a:cubicBezTo>
                <a:cubicBezTo>
                  <a:pt x="1780" y="1557"/>
                  <a:pt x="1772" y="1532"/>
                  <a:pt x="1764" y="1522"/>
                </a:cubicBezTo>
                <a:cubicBezTo>
                  <a:pt x="1752" y="1508"/>
                  <a:pt x="1735" y="1504"/>
                  <a:pt x="1722" y="1520"/>
                </a:cubicBezTo>
                <a:moveTo>
                  <a:pt x="1340" y="3038"/>
                </a:moveTo>
                <a:cubicBezTo>
                  <a:pt x="1353" y="3016"/>
                  <a:pt x="1364" y="2995"/>
                  <a:pt x="1377" y="2973"/>
                </a:cubicBezTo>
                <a:cubicBezTo>
                  <a:pt x="1360" y="2966"/>
                  <a:pt x="1345" y="2960"/>
                  <a:pt x="1334" y="2956"/>
                </a:cubicBezTo>
                <a:cubicBezTo>
                  <a:pt x="1325" y="2980"/>
                  <a:pt x="1317" y="3002"/>
                  <a:pt x="1308" y="3026"/>
                </a:cubicBezTo>
                <a:cubicBezTo>
                  <a:pt x="1318" y="3029"/>
                  <a:pt x="1329" y="3034"/>
                  <a:pt x="1340" y="3038"/>
                </a:cubicBezTo>
                <a:moveTo>
                  <a:pt x="1892" y="1631"/>
                </a:moveTo>
                <a:cubicBezTo>
                  <a:pt x="1916" y="1639"/>
                  <a:pt x="1938" y="1648"/>
                  <a:pt x="1962" y="1657"/>
                </a:cubicBezTo>
                <a:cubicBezTo>
                  <a:pt x="1958" y="1637"/>
                  <a:pt x="1955" y="1618"/>
                  <a:pt x="1952" y="1597"/>
                </a:cubicBezTo>
                <a:cubicBezTo>
                  <a:pt x="1937" y="1596"/>
                  <a:pt x="1922" y="1595"/>
                  <a:pt x="1907" y="1594"/>
                </a:cubicBezTo>
                <a:cubicBezTo>
                  <a:pt x="1902" y="1607"/>
                  <a:pt x="1897" y="1618"/>
                  <a:pt x="1893" y="1631"/>
                </a:cubicBezTo>
                <a:lnTo>
                  <a:pt x="1892" y="1631"/>
                </a:lnTo>
                <a:moveTo>
                  <a:pt x="3220" y="919"/>
                </a:moveTo>
                <a:cubicBezTo>
                  <a:pt x="3197" y="903"/>
                  <a:pt x="3182" y="892"/>
                  <a:pt x="3165" y="883"/>
                </a:cubicBezTo>
                <a:cubicBezTo>
                  <a:pt x="3161" y="882"/>
                  <a:pt x="3146" y="896"/>
                  <a:pt x="3146" y="896"/>
                </a:cubicBezTo>
                <a:cubicBezTo>
                  <a:pt x="3157" y="914"/>
                  <a:pt x="3168" y="930"/>
                  <a:pt x="3180" y="947"/>
                </a:cubicBezTo>
                <a:cubicBezTo>
                  <a:pt x="3190" y="940"/>
                  <a:pt x="3201" y="933"/>
                  <a:pt x="3220" y="919"/>
                </a:cubicBezTo>
                <a:moveTo>
                  <a:pt x="2359" y="1272"/>
                </a:moveTo>
                <a:cubicBezTo>
                  <a:pt x="2377" y="1252"/>
                  <a:pt x="2389" y="1238"/>
                  <a:pt x="2401" y="1224"/>
                </a:cubicBezTo>
                <a:cubicBezTo>
                  <a:pt x="2391" y="1217"/>
                  <a:pt x="2379" y="1201"/>
                  <a:pt x="2373" y="1203"/>
                </a:cubicBezTo>
                <a:cubicBezTo>
                  <a:pt x="2359" y="1208"/>
                  <a:pt x="2345" y="1219"/>
                  <a:pt x="2338" y="1232"/>
                </a:cubicBezTo>
                <a:cubicBezTo>
                  <a:pt x="2334" y="1238"/>
                  <a:pt x="2348" y="1253"/>
                  <a:pt x="2359" y="1272"/>
                </a:cubicBezTo>
                <a:moveTo>
                  <a:pt x="3012" y="1242"/>
                </a:moveTo>
                <a:cubicBezTo>
                  <a:pt x="3000" y="1261"/>
                  <a:pt x="2988" y="1272"/>
                  <a:pt x="2987" y="1284"/>
                </a:cubicBezTo>
                <a:cubicBezTo>
                  <a:pt x="2986" y="1291"/>
                  <a:pt x="3005" y="1309"/>
                  <a:pt x="3010" y="1307"/>
                </a:cubicBezTo>
                <a:cubicBezTo>
                  <a:pt x="3025" y="1301"/>
                  <a:pt x="3039" y="1289"/>
                  <a:pt x="3053" y="1279"/>
                </a:cubicBezTo>
                <a:cubicBezTo>
                  <a:pt x="3042" y="1269"/>
                  <a:pt x="3031" y="1259"/>
                  <a:pt x="3012" y="1242"/>
                </a:cubicBezTo>
                <a:moveTo>
                  <a:pt x="2848" y="2883"/>
                </a:moveTo>
                <a:cubicBezTo>
                  <a:pt x="2868" y="2909"/>
                  <a:pt x="2887" y="2932"/>
                  <a:pt x="2905" y="2956"/>
                </a:cubicBezTo>
                <a:cubicBezTo>
                  <a:pt x="2928" y="2985"/>
                  <a:pt x="2956" y="2987"/>
                  <a:pt x="2984" y="2960"/>
                </a:cubicBezTo>
                <a:cubicBezTo>
                  <a:pt x="2913" y="2973"/>
                  <a:pt x="2895" y="2956"/>
                  <a:pt x="2880" y="2859"/>
                </a:cubicBezTo>
                <a:cubicBezTo>
                  <a:pt x="2869" y="2867"/>
                  <a:pt x="2859" y="2875"/>
                  <a:pt x="2848" y="2883"/>
                </a:cubicBezTo>
                <a:moveTo>
                  <a:pt x="1506" y="565"/>
                </a:moveTo>
                <a:cubicBezTo>
                  <a:pt x="1505" y="593"/>
                  <a:pt x="1495" y="621"/>
                  <a:pt x="1526" y="632"/>
                </a:cubicBezTo>
                <a:cubicBezTo>
                  <a:pt x="1531" y="634"/>
                  <a:pt x="1554" y="611"/>
                  <a:pt x="1555" y="598"/>
                </a:cubicBezTo>
                <a:cubicBezTo>
                  <a:pt x="1558" y="568"/>
                  <a:pt x="1532" y="569"/>
                  <a:pt x="1506" y="565"/>
                </a:cubicBezTo>
                <a:moveTo>
                  <a:pt x="1201" y="2125"/>
                </a:moveTo>
                <a:cubicBezTo>
                  <a:pt x="1222" y="2145"/>
                  <a:pt x="1246" y="2168"/>
                  <a:pt x="1272" y="2192"/>
                </a:cubicBezTo>
                <a:cubicBezTo>
                  <a:pt x="1293" y="2164"/>
                  <a:pt x="1261" y="2142"/>
                  <a:pt x="1265" y="2117"/>
                </a:cubicBezTo>
                <a:cubicBezTo>
                  <a:pt x="1239" y="2120"/>
                  <a:pt x="1218" y="2123"/>
                  <a:pt x="1201" y="2125"/>
                </a:cubicBezTo>
                <a:moveTo>
                  <a:pt x="1921" y="948"/>
                </a:moveTo>
                <a:cubicBezTo>
                  <a:pt x="1927" y="943"/>
                  <a:pt x="1939" y="931"/>
                  <a:pt x="1951" y="919"/>
                </a:cubicBezTo>
                <a:cubicBezTo>
                  <a:pt x="1934" y="912"/>
                  <a:pt x="1919" y="904"/>
                  <a:pt x="1902" y="899"/>
                </a:cubicBezTo>
                <a:cubicBezTo>
                  <a:pt x="1888" y="895"/>
                  <a:pt x="1872" y="895"/>
                  <a:pt x="1865" y="894"/>
                </a:cubicBezTo>
                <a:cubicBezTo>
                  <a:pt x="1882" y="910"/>
                  <a:pt x="1900" y="928"/>
                  <a:pt x="1921" y="948"/>
                </a:cubicBezTo>
                <a:moveTo>
                  <a:pt x="2312" y="3142"/>
                </a:moveTo>
                <a:cubicBezTo>
                  <a:pt x="2336" y="3167"/>
                  <a:pt x="2332" y="3210"/>
                  <a:pt x="2379" y="3202"/>
                </a:cubicBezTo>
                <a:lnTo>
                  <a:pt x="2379" y="3150"/>
                </a:lnTo>
                <a:cubicBezTo>
                  <a:pt x="2358" y="3147"/>
                  <a:pt x="2339" y="3145"/>
                  <a:pt x="2312" y="3142"/>
                </a:cubicBezTo>
                <a:moveTo>
                  <a:pt x="777" y="2764"/>
                </a:moveTo>
                <a:cubicBezTo>
                  <a:pt x="777" y="2760"/>
                  <a:pt x="778" y="2755"/>
                  <a:pt x="778" y="2751"/>
                </a:cubicBezTo>
                <a:cubicBezTo>
                  <a:pt x="762" y="2744"/>
                  <a:pt x="746" y="2735"/>
                  <a:pt x="729" y="2731"/>
                </a:cubicBezTo>
                <a:cubicBezTo>
                  <a:pt x="723" y="2729"/>
                  <a:pt x="714" y="2740"/>
                  <a:pt x="706" y="2745"/>
                </a:cubicBezTo>
                <a:cubicBezTo>
                  <a:pt x="717" y="2757"/>
                  <a:pt x="727" y="2774"/>
                  <a:pt x="741" y="2780"/>
                </a:cubicBezTo>
                <a:cubicBezTo>
                  <a:pt x="749" y="2784"/>
                  <a:pt x="765" y="2770"/>
                  <a:pt x="777" y="2764"/>
                </a:cubicBezTo>
                <a:moveTo>
                  <a:pt x="1252" y="2682"/>
                </a:moveTo>
                <a:cubicBezTo>
                  <a:pt x="1254" y="2643"/>
                  <a:pt x="1256" y="2603"/>
                  <a:pt x="1258" y="2563"/>
                </a:cubicBezTo>
                <a:lnTo>
                  <a:pt x="1245" y="2563"/>
                </a:lnTo>
                <a:cubicBezTo>
                  <a:pt x="1237" y="2592"/>
                  <a:pt x="1230" y="2617"/>
                  <a:pt x="1221" y="2648"/>
                </a:cubicBezTo>
                <a:cubicBezTo>
                  <a:pt x="1229" y="2656"/>
                  <a:pt x="1242" y="2670"/>
                  <a:pt x="1252" y="2682"/>
                </a:cubicBezTo>
                <a:moveTo>
                  <a:pt x="3083" y="2247"/>
                </a:moveTo>
                <a:cubicBezTo>
                  <a:pt x="3071" y="2261"/>
                  <a:pt x="3057" y="2271"/>
                  <a:pt x="3059" y="2277"/>
                </a:cubicBezTo>
                <a:cubicBezTo>
                  <a:pt x="3062" y="2292"/>
                  <a:pt x="3073" y="2305"/>
                  <a:pt x="3081" y="2318"/>
                </a:cubicBezTo>
                <a:cubicBezTo>
                  <a:pt x="3092" y="2306"/>
                  <a:pt x="3106" y="2296"/>
                  <a:pt x="3112" y="2282"/>
                </a:cubicBezTo>
                <a:cubicBezTo>
                  <a:pt x="3115" y="2277"/>
                  <a:pt x="3097" y="2263"/>
                  <a:pt x="3083" y="2247"/>
                </a:cubicBezTo>
                <a:moveTo>
                  <a:pt x="2104" y="1048"/>
                </a:moveTo>
                <a:cubicBezTo>
                  <a:pt x="2093" y="1061"/>
                  <a:pt x="2083" y="1074"/>
                  <a:pt x="2072" y="1087"/>
                </a:cubicBezTo>
                <a:cubicBezTo>
                  <a:pt x="2105" y="1112"/>
                  <a:pt x="2132" y="1103"/>
                  <a:pt x="2157" y="1081"/>
                </a:cubicBezTo>
                <a:cubicBezTo>
                  <a:pt x="2140" y="1071"/>
                  <a:pt x="2123" y="1060"/>
                  <a:pt x="2104" y="1048"/>
                </a:cubicBezTo>
                <a:moveTo>
                  <a:pt x="2960" y="1948"/>
                </a:moveTo>
                <a:cubicBezTo>
                  <a:pt x="2942" y="1933"/>
                  <a:pt x="2926" y="1920"/>
                  <a:pt x="2912" y="1909"/>
                </a:cubicBezTo>
                <a:cubicBezTo>
                  <a:pt x="2898" y="1930"/>
                  <a:pt x="2886" y="1947"/>
                  <a:pt x="2874" y="1966"/>
                </a:cubicBezTo>
                <a:cubicBezTo>
                  <a:pt x="2878" y="1969"/>
                  <a:pt x="2884" y="1975"/>
                  <a:pt x="2884" y="1975"/>
                </a:cubicBezTo>
                <a:cubicBezTo>
                  <a:pt x="2911" y="1965"/>
                  <a:pt x="2932" y="1958"/>
                  <a:pt x="2960" y="1948"/>
                </a:cubicBezTo>
                <a:moveTo>
                  <a:pt x="1422" y="1031"/>
                </a:moveTo>
                <a:cubicBezTo>
                  <a:pt x="1415" y="1000"/>
                  <a:pt x="1394" y="986"/>
                  <a:pt x="1366" y="980"/>
                </a:cubicBezTo>
                <a:cubicBezTo>
                  <a:pt x="1360" y="979"/>
                  <a:pt x="1352" y="984"/>
                  <a:pt x="1347" y="988"/>
                </a:cubicBezTo>
                <a:cubicBezTo>
                  <a:pt x="1345" y="990"/>
                  <a:pt x="1349" y="1000"/>
                  <a:pt x="1352" y="1005"/>
                </a:cubicBezTo>
                <a:cubicBezTo>
                  <a:pt x="1370" y="1026"/>
                  <a:pt x="1392" y="1038"/>
                  <a:pt x="1422" y="1031"/>
                </a:cubicBezTo>
                <a:moveTo>
                  <a:pt x="1493" y="674"/>
                </a:moveTo>
                <a:cubicBezTo>
                  <a:pt x="1481" y="645"/>
                  <a:pt x="1470" y="618"/>
                  <a:pt x="1458" y="592"/>
                </a:cubicBezTo>
                <a:cubicBezTo>
                  <a:pt x="1439" y="603"/>
                  <a:pt x="1439" y="605"/>
                  <a:pt x="1453" y="674"/>
                </a:cubicBezTo>
                <a:lnTo>
                  <a:pt x="1493" y="674"/>
                </a:lnTo>
                <a:moveTo>
                  <a:pt x="531" y="2770"/>
                </a:moveTo>
                <a:cubicBezTo>
                  <a:pt x="518" y="2758"/>
                  <a:pt x="507" y="2747"/>
                  <a:pt x="506" y="2748"/>
                </a:cubicBezTo>
                <a:cubicBezTo>
                  <a:pt x="490" y="2759"/>
                  <a:pt x="476" y="2772"/>
                  <a:pt x="463" y="2785"/>
                </a:cubicBezTo>
                <a:cubicBezTo>
                  <a:pt x="463" y="2786"/>
                  <a:pt x="478" y="2806"/>
                  <a:pt x="480" y="2805"/>
                </a:cubicBezTo>
                <a:cubicBezTo>
                  <a:pt x="496" y="2796"/>
                  <a:pt x="511" y="2785"/>
                  <a:pt x="531" y="2770"/>
                </a:cubicBezTo>
                <a:moveTo>
                  <a:pt x="3193" y="2303"/>
                </a:moveTo>
                <a:cubicBezTo>
                  <a:pt x="3181" y="2299"/>
                  <a:pt x="3170" y="2295"/>
                  <a:pt x="3160" y="2291"/>
                </a:cubicBezTo>
                <a:cubicBezTo>
                  <a:pt x="3148" y="2310"/>
                  <a:pt x="3138" y="2326"/>
                  <a:pt x="3128" y="2342"/>
                </a:cubicBezTo>
                <a:cubicBezTo>
                  <a:pt x="3148" y="2348"/>
                  <a:pt x="3166" y="2353"/>
                  <a:pt x="3183" y="2359"/>
                </a:cubicBezTo>
                <a:cubicBezTo>
                  <a:pt x="3186" y="2341"/>
                  <a:pt x="3189" y="2324"/>
                  <a:pt x="3193" y="2303"/>
                </a:cubicBezTo>
                <a:moveTo>
                  <a:pt x="2469" y="3281"/>
                </a:moveTo>
                <a:lnTo>
                  <a:pt x="2469" y="3326"/>
                </a:lnTo>
                <a:cubicBezTo>
                  <a:pt x="2514" y="3319"/>
                  <a:pt x="2524" y="3307"/>
                  <a:pt x="2521" y="3267"/>
                </a:cubicBezTo>
                <a:cubicBezTo>
                  <a:pt x="2504" y="3272"/>
                  <a:pt x="2486" y="3276"/>
                  <a:pt x="2469" y="3281"/>
                </a:cubicBezTo>
                <a:moveTo>
                  <a:pt x="2138" y="234"/>
                </a:moveTo>
                <a:cubicBezTo>
                  <a:pt x="2118" y="222"/>
                  <a:pt x="2105" y="209"/>
                  <a:pt x="2097" y="212"/>
                </a:cubicBezTo>
                <a:cubicBezTo>
                  <a:pt x="2086" y="215"/>
                  <a:pt x="2074" y="230"/>
                  <a:pt x="2072" y="242"/>
                </a:cubicBezTo>
                <a:cubicBezTo>
                  <a:pt x="2070" y="250"/>
                  <a:pt x="2083" y="261"/>
                  <a:pt x="2089" y="271"/>
                </a:cubicBezTo>
                <a:cubicBezTo>
                  <a:pt x="2103" y="261"/>
                  <a:pt x="2117" y="250"/>
                  <a:pt x="2138" y="234"/>
                </a:cubicBezTo>
                <a:moveTo>
                  <a:pt x="1095" y="455"/>
                </a:moveTo>
                <a:cubicBezTo>
                  <a:pt x="1068" y="465"/>
                  <a:pt x="1066" y="488"/>
                  <a:pt x="1066" y="510"/>
                </a:cubicBezTo>
                <a:cubicBezTo>
                  <a:pt x="1066" y="516"/>
                  <a:pt x="1072" y="525"/>
                  <a:pt x="1077" y="526"/>
                </a:cubicBezTo>
                <a:cubicBezTo>
                  <a:pt x="1082" y="528"/>
                  <a:pt x="1092" y="524"/>
                  <a:pt x="1096" y="519"/>
                </a:cubicBezTo>
                <a:cubicBezTo>
                  <a:pt x="1109" y="498"/>
                  <a:pt x="1115" y="476"/>
                  <a:pt x="1095" y="455"/>
                </a:cubicBezTo>
                <a:moveTo>
                  <a:pt x="3245" y="1628"/>
                </a:moveTo>
                <a:cubicBezTo>
                  <a:pt x="3246" y="1651"/>
                  <a:pt x="3202" y="1666"/>
                  <a:pt x="3237" y="1689"/>
                </a:cubicBezTo>
                <a:cubicBezTo>
                  <a:pt x="3243" y="1692"/>
                  <a:pt x="3268" y="1676"/>
                  <a:pt x="3275" y="1664"/>
                </a:cubicBezTo>
                <a:cubicBezTo>
                  <a:pt x="3287" y="1641"/>
                  <a:pt x="3270" y="1632"/>
                  <a:pt x="3245" y="1628"/>
                </a:cubicBezTo>
                <a:moveTo>
                  <a:pt x="367" y="2371"/>
                </a:moveTo>
                <a:cubicBezTo>
                  <a:pt x="366" y="2396"/>
                  <a:pt x="365" y="2412"/>
                  <a:pt x="365" y="2426"/>
                </a:cubicBezTo>
                <a:cubicBezTo>
                  <a:pt x="384" y="2430"/>
                  <a:pt x="402" y="2431"/>
                  <a:pt x="417" y="2437"/>
                </a:cubicBezTo>
                <a:cubicBezTo>
                  <a:pt x="432" y="2443"/>
                  <a:pt x="446" y="2453"/>
                  <a:pt x="461" y="2462"/>
                </a:cubicBezTo>
                <a:lnTo>
                  <a:pt x="461" y="2429"/>
                </a:lnTo>
                <a:cubicBezTo>
                  <a:pt x="418" y="2435"/>
                  <a:pt x="391" y="2414"/>
                  <a:pt x="367" y="2371"/>
                </a:cubicBezTo>
                <a:moveTo>
                  <a:pt x="3150" y="2556"/>
                </a:moveTo>
                <a:cubicBezTo>
                  <a:pt x="3185" y="2555"/>
                  <a:pt x="3209" y="2526"/>
                  <a:pt x="3212" y="2485"/>
                </a:cubicBezTo>
                <a:cubicBezTo>
                  <a:pt x="3193" y="2498"/>
                  <a:pt x="3171" y="2513"/>
                  <a:pt x="3147" y="2529"/>
                </a:cubicBezTo>
                <a:cubicBezTo>
                  <a:pt x="3148" y="2535"/>
                  <a:pt x="3149" y="2545"/>
                  <a:pt x="3150" y="2556"/>
                </a:cubicBezTo>
                <a:moveTo>
                  <a:pt x="414" y="2337"/>
                </a:moveTo>
                <a:cubicBezTo>
                  <a:pt x="412" y="2341"/>
                  <a:pt x="409" y="2345"/>
                  <a:pt x="406" y="2349"/>
                </a:cubicBezTo>
                <a:cubicBezTo>
                  <a:pt x="415" y="2362"/>
                  <a:pt x="423" y="2375"/>
                  <a:pt x="434" y="2386"/>
                </a:cubicBezTo>
                <a:cubicBezTo>
                  <a:pt x="437" y="2389"/>
                  <a:pt x="455" y="2384"/>
                  <a:pt x="457" y="2378"/>
                </a:cubicBezTo>
                <a:cubicBezTo>
                  <a:pt x="462" y="2369"/>
                  <a:pt x="464" y="2348"/>
                  <a:pt x="460" y="2347"/>
                </a:cubicBezTo>
                <a:cubicBezTo>
                  <a:pt x="446" y="2341"/>
                  <a:pt x="430" y="2340"/>
                  <a:pt x="414" y="2338"/>
                </a:cubicBezTo>
                <a:lnTo>
                  <a:pt x="414" y="2337"/>
                </a:lnTo>
                <a:moveTo>
                  <a:pt x="1635" y="2692"/>
                </a:moveTo>
                <a:cubicBezTo>
                  <a:pt x="1655" y="2700"/>
                  <a:pt x="1671" y="2706"/>
                  <a:pt x="1688" y="2713"/>
                </a:cubicBezTo>
                <a:cubicBezTo>
                  <a:pt x="1689" y="2695"/>
                  <a:pt x="1690" y="2681"/>
                  <a:pt x="1691" y="2666"/>
                </a:cubicBezTo>
                <a:cubicBezTo>
                  <a:pt x="1675" y="2662"/>
                  <a:pt x="1662" y="2658"/>
                  <a:pt x="1648" y="2654"/>
                </a:cubicBezTo>
                <a:cubicBezTo>
                  <a:pt x="1644" y="2667"/>
                  <a:pt x="1640" y="2679"/>
                  <a:pt x="1635" y="2692"/>
                </a:cubicBezTo>
                <a:moveTo>
                  <a:pt x="2505" y="807"/>
                </a:moveTo>
                <a:cubicBezTo>
                  <a:pt x="2523" y="821"/>
                  <a:pt x="2533" y="829"/>
                  <a:pt x="2543" y="837"/>
                </a:cubicBezTo>
                <a:cubicBezTo>
                  <a:pt x="2551" y="827"/>
                  <a:pt x="2564" y="816"/>
                  <a:pt x="2564" y="806"/>
                </a:cubicBezTo>
                <a:cubicBezTo>
                  <a:pt x="2564" y="797"/>
                  <a:pt x="2550" y="782"/>
                  <a:pt x="2541" y="780"/>
                </a:cubicBezTo>
                <a:cubicBezTo>
                  <a:pt x="2533" y="779"/>
                  <a:pt x="2522" y="794"/>
                  <a:pt x="2505" y="807"/>
                </a:cubicBezTo>
                <a:moveTo>
                  <a:pt x="1602" y="1614"/>
                </a:moveTo>
                <a:cubicBezTo>
                  <a:pt x="1586" y="1607"/>
                  <a:pt x="1579" y="1600"/>
                  <a:pt x="1573" y="1601"/>
                </a:cubicBezTo>
                <a:cubicBezTo>
                  <a:pt x="1557" y="1604"/>
                  <a:pt x="1541" y="1610"/>
                  <a:pt x="1526" y="1614"/>
                </a:cubicBezTo>
                <a:cubicBezTo>
                  <a:pt x="1528" y="1622"/>
                  <a:pt x="1530" y="1635"/>
                  <a:pt x="1533" y="1635"/>
                </a:cubicBezTo>
                <a:cubicBezTo>
                  <a:pt x="1548" y="1635"/>
                  <a:pt x="1564" y="1632"/>
                  <a:pt x="1580" y="1629"/>
                </a:cubicBezTo>
                <a:cubicBezTo>
                  <a:pt x="1585" y="1628"/>
                  <a:pt x="1590" y="1622"/>
                  <a:pt x="1602" y="1614"/>
                </a:cubicBezTo>
                <a:moveTo>
                  <a:pt x="2001" y="374"/>
                </a:moveTo>
                <a:cubicBezTo>
                  <a:pt x="2027" y="352"/>
                  <a:pt x="2050" y="333"/>
                  <a:pt x="2072" y="314"/>
                </a:cubicBezTo>
                <a:cubicBezTo>
                  <a:pt x="2071" y="312"/>
                  <a:pt x="2069" y="309"/>
                  <a:pt x="2068" y="306"/>
                </a:cubicBezTo>
                <a:cubicBezTo>
                  <a:pt x="2039" y="324"/>
                  <a:pt x="2011" y="342"/>
                  <a:pt x="1981" y="361"/>
                </a:cubicBezTo>
                <a:cubicBezTo>
                  <a:pt x="1982" y="362"/>
                  <a:pt x="1985" y="364"/>
                  <a:pt x="1988" y="366"/>
                </a:cubicBezTo>
                <a:cubicBezTo>
                  <a:pt x="1995" y="370"/>
                  <a:pt x="2002" y="375"/>
                  <a:pt x="2001" y="374"/>
                </a:cubicBezTo>
                <a:moveTo>
                  <a:pt x="1584" y="653"/>
                </a:moveTo>
                <a:cubicBezTo>
                  <a:pt x="1616" y="662"/>
                  <a:pt x="1631" y="652"/>
                  <a:pt x="1641" y="617"/>
                </a:cubicBezTo>
                <a:cubicBezTo>
                  <a:pt x="1605" y="599"/>
                  <a:pt x="1599" y="603"/>
                  <a:pt x="1584" y="653"/>
                </a:cubicBezTo>
                <a:moveTo>
                  <a:pt x="1825" y="2733"/>
                </a:moveTo>
                <a:cubicBezTo>
                  <a:pt x="1797" y="2770"/>
                  <a:pt x="1767" y="2790"/>
                  <a:pt x="1723" y="2780"/>
                </a:cubicBezTo>
                <a:cubicBezTo>
                  <a:pt x="1727" y="2795"/>
                  <a:pt x="1729" y="2805"/>
                  <a:pt x="1731" y="2813"/>
                </a:cubicBezTo>
                <a:cubicBezTo>
                  <a:pt x="1762" y="2797"/>
                  <a:pt x="1792" y="2782"/>
                  <a:pt x="1825" y="2766"/>
                </a:cubicBezTo>
                <a:lnTo>
                  <a:pt x="1825" y="2733"/>
                </a:lnTo>
                <a:moveTo>
                  <a:pt x="2181" y="3315"/>
                </a:moveTo>
                <a:cubicBezTo>
                  <a:pt x="2187" y="3342"/>
                  <a:pt x="2192" y="3367"/>
                  <a:pt x="2197" y="3393"/>
                </a:cubicBezTo>
                <a:cubicBezTo>
                  <a:pt x="2237" y="3359"/>
                  <a:pt x="2233" y="3336"/>
                  <a:pt x="2181" y="3315"/>
                </a:cubicBezTo>
                <a:moveTo>
                  <a:pt x="1935" y="2028"/>
                </a:moveTo>
                <a:cubicBezTo>
                  <a:pt x="1921" y="2048"/>
                  <a:pt x="1908" y="2066"/>
                  <a:pt x="1892" y="2088"/>
                </a:cubicBezTo>
                <a:cubicBezTo>
                  <a:pt x="1930" y="2091"/>
                  <a:pt x="1945" y="2061"/>
                  <a:pt x="1974" y="2050"/>
                </a:cubicBezTo>
                <a:cubicBezTo>
                  <a:pt x="1958" y="2041"/>
                  <a:pt x="1947" y="2035"/>
                  <a:pt x="1935" y="2028"/>
                </a:cubicBezTo>
                <a:moveTo>
                  <a:pt x="2918" y="2761"/>
                </a:moveTo>
                <a:lnTo>
                  <a:pt x="2918" y="2793"/>
                </a:lnTo>
                <a:cubicBezTo>
                  <a:pt x="2950" y="2782"/>
                  <a:pt x="2983" y="2770"/>
                  <a:pt x="3018" y="2757"/>
                </a:cubicBezTo>
                <a:cubicBezTo>
                  <a:pt x="3018" y="2756"/>
                  <a:pt x="3015" y="2748"/>
                  <a:pt x="3016" y="2750"/>
                </a:cubicBezTo>
                <a:cubicBezTo>
                  <a:pt x="2981" y="2754"/>
                  <a:pt x="2952" y="2757"/>
                  <a:pt x="2918" y="2761"/>
                </a:cubicBezTo>
                <a:moveTo>
                  <a:pt x="472" y="1261"/>
                </a:moveTo>
                <a:cubicBezTo>
                  <a:pt x="472" y="1257"/>
                  <a:pt x="471" y="1254"/>
                  <a:pt x="471" y="1250"/>
                </a:cubicBezTo>
                <a:cubicBezTo>
                  <a:pt x="450" y="1256"/>
                  <a:pt x="429" y="1261"/>
                  <a:pt x="414" y="1265"/>
                </a:cubicBezTo>
                <a:cubicBezTo>
                  <a:pt x="429" y="1278"/>
                  <a:pt x="444" y="1290"/>
                  <a:pt x="458" y="1302"/>
                </a:cubicBezTo>
                <a:cubicBezTo>
                  <a:pt x="455" y="1305"/>
                  <a:pt x="451" y="1309"/>
                  <a:pt x="447" y="1313"/>
                </a:cubicBezTo>
                <a:cubicBezTo>
                  <a:pt x="456" y="1295"/>
                  <a:pt x="464" y="1278"/>
                  <a:pt x="472" y="1261"/>
                </a:cubicBezTo>
                <a:moveTo>
                  <a:pt x="3143" y="2001"/>
                </a:moveTo>
                <a:cubicBezTo>
                  <a:pt x="3140" y="2003"/>
                  <a:pt x="3137" y="2005"/>
                  <a:pt x="3135" y="2007"/>
                </a:cubicBezTo>
                <a:lnTo>
                  <a:pt x="3135" y="2077"/>
                </a:lnTo>
                <a:cubicBezTo>
                  <a:pt x="3139" y="2078"/>
                  <a:pt x="3144" y="2079"/>
                  <a:pt x="3149" y="2080"/>
                </a:cubicBezTo>
                <a:cubicBezTo>
                  <a:pt x="3154" y="2062"/>
                  <a:pt x="3161" y="2044"/>
                  <a:pt x="3162" y="2026"/>
                </a:cubicBezTo>
                <a:cubicBezTo>
                  <a:pt x="3162" y="2018"/>
                  <a:pt x="3150" y="2009"/>
                  <a:pt x="3143" y="2000"/>
                </a:cubicBezTo>
                <a:lnTo>
                  <a:pt x="3143" y="2001"/>
                </a:lnTo>
                <a:moveTo>
                  <a:pt x="1618" y="1572"/>
                </a:moveTo>
                <a:cubicBezTo>
                  <a:pt x="1627" y="1584"/>
                  <a:pt x="1634" y="1594"/>
                  <a:pt x="1641" y="1604"/>
                </a:cubicBezTo>
                <a:cubicBezTo>
                  <a:pt x="1656" y="1599"/>
                  <a:pt x="1669" y="1595"/>
                  <a:pt x="1678" y="1592"/>
                </a:cubicBezTo>
                <a:cubicBezTo>
                  <a:pt x="1671" y="1577"/>
                  <a:pt x="1664" y="1564"/>
                  <a:pt x="1657" y="1549"/>
                </a:cubicBezTo>
                <a:cubicBezTo>
                  <a:pt x="1645" y="1556"/>
                  <a:pt x="1632" y="1563"/>
                  <a:pt x="1618" y="1572"/>
                </a:cubicBezTo>
                <a:moveTo>
                  <a:pt x="2826" y="1832"/>
                </a:moveTo>
                <a:cubicBezTo>
                  <a:pt x="2829" y="1867"/>
                  <a:pt x="2857" y="1850"/>
                  <a:pt x="2874" y="1862"/>
                </a:cubicBezTo>
                <a:cubicBezTo>
                  <a:pt x="2872" y="1839"/>
                  <a:pt x="2870" y="1821"/>
                  <a:pt x="2868" y="1801"/>
                </a:cubicBezTo>
                <a:cubicBezTo>
                  <a:pt x="2852" y="1813"/>
                  <a:pt x="2839" y="1822"/>
                  <a:pt x="2826" y="1832"/>
                </a:cubicBezTo>
                <a:moveTo>
                  <a:pt x="2336" y="748"/>
                </a:moveTo>
                <a:cubicBezTo>
                  <a:pt x="2327" y="757"/>
                  <a:pt x="2318" y="766"/>
                  <a:pt x="2308" y="775"/>
                </a:cubicBezTo>
                <a:cubicBezTo>
                  <a:pt x="2318" y="786"/>
                  <a:pt x="2328" y="797"/>
                  <a:pt x="2338" y="808"/>
                </a:cubicBezTo>
                <a:cubicBezTo>
                  <a:pt x="2349" y="800"/>
                  <a:pt x="2359" y="794"/>
                  <a:pt x="2369" y="787"/>
                </a:cubicBezTo>
                <a:cubicBezTo>
                  <a:pt x="2357" y="773"/>
                  <a:pt x="2347" y="761"/>
                  <a:pt x="2336" y="748"/>
                </a:cubicBezTo>
                <a:moveTo>
                  <a:pt x="1896" y="2435"/>
                </a:moveTo>
                <a:cubicBezTo>
                  <a:pt x="1872" y="2441"/>
                  <a:pt x="1851" y="2446"/>
                  <a:pt x="1829" y="2451"/>
                </a:cubicBezTo>
                <a:cubicBezTo>
                  <a:pt x="1855" y="2496"/>
                  <a:pt x="1888" y="2445"/>
                  <a:pt x="1916" y="2457"/>
                </a:cubicBezTo>
                <a:cubicBezTo>
                  <a:pt x="1909" y="2450"/>
                  <a:pt x="1902" y="2442"/>
                  <a:pt x="1896" y="2436"/>
                </a:cubicBezTo>
                <a:lnTo>
                  <a:pt x="1896" y="2435"/>
                </a:lnTo>
                <a:moveTo>
                  <a:pt x="2404" y="1285"/>
                </a:moveTo>
                <a:cubicBezTo>
                  <a:pt x="2437" y="1300"/>
                  <a:pt x="2466" y="1313"/>
                  <a:pt x="2497" y="1327"/>
                </a:cubicBezTo>
                <a:cubicBezTo>
                  <a:pt x="2499" y="1321"/>
                  <a:pt x="2502" y="1311"/>
                  <a:pt x="2504" y="1307"/>
                </a:cubicBezTo>
                <a:cubicBezTo>
                  <a:pt x="2474" y="1296"/>
                  <a:pt x="2447" y="1286"/>
                  <a:pt x="2416" y="1274"/>
                </a:cubicBezTo>
                <a:cubicBezTo>
                  <a:pt x="2414" y="1276"/>
                  <a:pt x="2408" y="1281"/>
                  <a:pt x="2404" y="1285"/>
                </a:cubicBezTo>
                <a:moveTo>
                  <a:pt x="2295" y="1322"/>
                </a:moveTo>
                <a:cubicBezTo>
                  <a:pt x="2309" y="1314"/>
                  <a:pt x="2321" y="1306"/>
                  <a:pt x="2335" y="1298"/>
                </a:cubicBezTo>
                <a:cubicBezTo>
                  <a:pt x="2323" y="1288"/>
                  <a:pt x="2312" y="1279"/>
                  <a:pt x="2302" y="1270"/>
                </a:cubicBezTo>
                <a:cubicBezTo>
                  <a:pt x="2289" y="1279"/>
                  <a:pt x="2278" y="1286"/>
                  <a:pt x="2265" y="1295"/>
                </a:cubicBezTo>
                <a:cubicBezTo>
                  <a:pt x="2276" y="1304"/>
                  <a:pt x="2284" y="1312"/>
                  <a:pt x="2295" y="1322"/>
                </a:cubicBezTo>
                <a:moveTo>
                  <a:pt x="3090" y="2203"/>
                </a:moveTo>
                <a:cubicBezTo>
                  <a:pt x="3101" y="2183"/>
                  <a:pt x="3124" y="2173"/>
                  <a:pt x="3108" y="2149"/>
                </a:cubicBezTo>
                <a:cubicBezTo>
                  <a:pt x="3105" y="2145"/>
                  <a:pt x="3087" y="2146"/>
                  <a:pt x="3082" y="2151"/>
                </a:cubicBezTo>
                <a:cubicBezTo>
                  <a:pt x="3062" y="2167"/>
                  <a:pt x="3068" y="2183"/>
                  <a:pt x="3090" y="2203"/>
                </a:cubicBezTo>
                <a:moveTo>
                  <a:pt x="1363" y="2235"/>
                </a:moveTo>
                <a:cubicBezTo>
                  <a:pt x="1364" y="2236"/>
                  <a:pt x="1365" y="2237"/>
                  <a:pt x="1366" y="2238"/>
                </a:cubicBezTo>
                <a:lnTo>
                  <a:pt x="1485" y="2238"/>
                </a:lnTo>
                <a:cubicBezTo>
                  <a:pt x="1485" y="2237"/>
                  <a:pt x="1485" y="2236"/>
                  <a:pt x="1486" y="2234"/>
                </a:cubicBezTo>
                <a:cubicBezTo>
                  <a:pt x="1469" y="2227"/>
                  <a:pt x="1452" y="2220"/>
                  <a:pt x="1436" y="2213"/>
                </a:cubicBezTo>
                <a:cubicBezTo>
                  <a:pt x="1412" y="2220"/>
                  <a:pt x="1387" y="2228"/>
                  <a:pt x="1363" y="2235"/>
                </a:cubicBezTo>
                <a:moveTo>
                  <a:pt x="3156" y="1082"/>
                </a:moveTo>
                <a:cubicBezTo>
                  <a:pt x="3158" y="1085"/>
                  <a:pt x="3161" y="1089"/>
                  <a:pt x="3164" y="1092"/>
                </a:cubicBezTo>
                <a:cubicBezTo>
                  <a:pt x="3178" y="1085"/>
                  <a:pt x="3194" y="1080"/>
                  <a:pt x="3207" y="1072"/>
                </a:cubicBezTo>
                <a:cubicBezTo>
                  <a:pt x="3212" y="1068"/>
                  <a:pt x="3213" y="1058"/>
                  <a:pt x="3216" y="1051"/>
                </a:cubicBezTo>
                <a:cubicBezTo>
                  <a:pt x="3208" y="1048"/>
                  <a:pt x="3196" y="1041"/>
                  <a:pt x="3191" y="1045"/>
                </a:cubicBezTo>
                <a:cubicBezTo>
                  <a:pt x="3178" y="1055"/>
                  <a:pt x="3167" y="1069"/>
                  <a:pt x="3156" y="1082"/>
                </a:cubicBezTo>
                <a:moveTo>
                  <a:pt x="2624" y="2558"/>
                </a:moveTo>
                <a:cubicBezTo>
                  <a:pt x="2628" y="2524"/>
                  <a:pt x="2631" y="2493"/>
                  <a:pt x="2635" y="2463"/>
                </a:cubicBezTo>
                <a:cubicBezTo>
                  <a:pt x="2624" y="2477"/>
                  <a:pt x="2622" y="2495"/>
                  <a:pt x="2615" y="2511"/>
                </a:cubicBezTo>
                <a:cubicBezTo>
                  <a:pt x="2608" y="2530"/>
                  <a:pt x="2597" y="2546"/>
                  <a:pt x="2586" y="2566"/>
                </a:cubicBezTo>
                <a:cubicBezTo>
                  <a:pt x="2601" y="2562"/>
                  <a:pt x="2613" y="2560"/>
                  <a:pt x="2624" y="2558"/>
                </a:cubicBezTo>
                <a:moveTo>
                  <a:pt x="649" y="2742"/>
                </a:moveTo>
                <a:cubicBezTo>
                  <a:pt x="657" y="2730"/>
                  <a:pt x="663" y="2719"/>
                  <a:pt x="671" y="2706"/>
                </a:cubicBezTo>
                <a:cubicBezTo>
                  <a:pt x="644" y="2702"/>
                  <a:pt x="619" y="2687"/>
                  <a:pt x="607" y="2725"/>
                </a:cubicBezTo>
                <a:cubicBezTo>
                  <a:pt x="620" y="2731"/>
                  <a:pt x="633" y="2736"/>
                  <a:pt x="649" y="2742"/>
                </a:cubicBezTo>
                <a:moveTo>
                  <a:pt x="3164" y="1610"/>
                </a:moveTo>
                <a:cubicBezTo>
                  <a:pt x="3177" y="1591"/>
                  <a:pt x="3186" y="1579"/>
                  <a:pt x="3193" y="1566"/>
                </a:cubicBezTo>
                <a:cubicBezTo>
                  <a:pt x="3194" y="1564"/>
                  <a:pt x="3180" y="1551"/>
                  <a:pt x="3179" y="1552"/>
                </a:cubicBezTo>
                <a:cubicBezTo>
                  <a:pt x="3167" y="1560"/>
                  <a:pt x="3155" y="1570"/>
                  <a:pt x="3147" y="1581"/>
                </a:cubicBezTo>
                <a:cubicBezTo>
                  <a:pt x="3145" y="1584"/>
                  <a:pt x="3155" y="1595"/>
                  <a:pt x="3164" y="1610"/>
                </a:cubicBezTo>
                <a:moveTo>
                  <a:pt x="1718" y="1193"/>
                </a:moveTo>
                <a:cubicBezTo>
                  <a:pt x="1721" y="1159"/>
                  <a:pt x="1712" y="1148"/>
                  <a:pt x="1681" y="1146"/>
                </a:cubicBezTo>
                <a:cubicBezTo>
                  <a:pt x="1677" y="1180"/>
                  <a:pt x="1685" y="1190"/>
                  <a:pt x="1718" y="1193"/>
                </a:cubicBezTo>
                <a:moveTo>
                  <a:pt x="2771" y="998"/>
                </a:moveTo>
                <a:cubicBezTo>
                  <a:pt x="2745" y="1014"/>
                  <a:pt x="2721" y="1030"/>
                  <a:pt x="2697" y="1046"/>
                </a:cubicBezTo>
                <a:cubicBezTo>
                  <a:pt x="2697" y="1047"/>
                  <a:pt x="2697" y="1049"/>
                  <a:pt x="2698" y="1051"/>
                </a:cubicBezTo>
                <a:cubicBezTo>
                  <a:pt x="2726" y="1043"/>
                  <a:pt x="2754" y="1035"/>
                  <a:pt x="2783" y="1027"/>
                </a:cubicBezTo>
                <a:cubicBezTo>
                  <a:pt x="2779" y="1016"/>
                  <a:pt x="2775" y="1007"/>
                  <a:pt x="2771" y="998"/>
                </a:cubicBezTo>
                <a:moveTo>
                  <a:pt x="2442" y="2352"/>
                </a:moveTo>
                <a:lnTo>
                  <a:pt x="2442" y="2368"/>
                </a:lnTo>
                <a:cubicBezTo>
                  <a:pt x="2476" y="2368"/>
                  <a:pt x="2509" y="2368"/>
                  <a:pt x="2542" y="2367"/>
                </a:cubicBezTo>
                <a:cubicBezTo>
                  <a:pt x="2546" y="2367"/>
                  <a:pt x="2550" y="2358"/>
                  <a:pt x="2555" y="2352"/>
                </a:cubicBezTo>
                <a:lnTo>
                  <a:pt x="2442" y="2352"/>
                </a:lnTo>
                <a:moveTo>
                  <a:pt x="2771" y="1907"/>
                </a:moveTo>
                <a:cubicBezTo>
                  <a:pt x="2776" y="1907"/>
                  <a:pt x="2781" y="1907"/>
                  <a:pt x="2786" y="1907"/>
                </a:cubicBezTo>
                <a:cubicBezTo>
                  <a:pt x="2788" y="1893"/>
                  <a:pt x="2792" y="1878"/>
                  <a:pt x="2790" y="1865"/>
                </a:cubicBezTo>
                <a:cubicBezTo>
                  <a:pt x="2789" y="1857"/>
                  <a:pt x="2777" y="1851"/>
                  <a:pt x="2769" y="1845"/>
                </a:cubicBezTo>
                <a:cubicBezTo>
                  <a:pt x="2766" y="1847"/>
                  <a:pt x="2762" y="1849"/>
                  <a:pt x="2758" y="1851"/>
                </a:cubicBezTo>
                <a:cubicBezTo>
                  <a:pt x="2763" y="1870"/>
                  <a:pt x="2767" y="1888"/>
                  <a:pt x="2771" y="1907"/>
                </a:cubicBezTo>
                <a:moveTo>
                  <a:pt x="2407" y="2583"/>
                </a:moveTo>
                <a:cubicBezTo>
                  <a:pt x="2385" y="2616"/>
                  <a:pt x="2365" y="2646"/>
                  <a:pt x="2344" y="2676"/>
                </a:cubicBezTo>
                <a:cubicBezTo>
                  <a:pt x="2352" y="2676"/>
                  <a:pt x="2361" y="2677"/>
                  <a:pt x="2366" y="2677"/>
                </a:cubicBezTo>
                <a:cubicBezTo>
                  <a:pt x="2383" y="2646"/>
                  <a:pt x="2399" y="2618"/>
                  <a:pt x="2415" y="2588"/>
                </a:cubicBezTo>
                <a:cubicBezTo>
                  <a:pt x="2414" y="2588"/>
                  <a:pt x="2409" y="2584"/>
                  <a:pt x="2407" y="2583"/>
                </a:cubicBezTo>
                <a:moveTo>
                  <a:pt x="1067" y="1999"/>
                </a:moveTo>
                <a:cubicBezTo>
                  <a:pt x="1045" y="1988"/>
                  <a:pt x="1028" y="1980"/>
                  <a:pt x="1009" y="1970"/>
                </a:cubicBezTo>
                <a:cubicBezTo>
                  <a:pt x="1006" y="1984"/>
                  <a:pt x="1004" y="1997"/>
                  <a:pt x="1001" y="2011"/>
                </a:cubicBezTo>
                <a:cubicBezTo>
                  <a:pt x="1023" y="2007"/>
                  <a:pt x="1043" y="2004"/>
                  <a:pt x="1067" y="1999"/>
                </a:cubicBezTo>
                <a:moveTo>
                  <a:pt x="642" y="2620"/>
                </a:moveTo>
                <a:lnTo>
                  <a:pt x="634" y="2636"/>
                </a:lnTo>
                <a:cubicBezTo>
                  <a:pt x="646" y="2644"/>
                  <a:pt x="658" y="2653"/>
                  <a:pt x="669" y="2661"/>
                </a:cubicBezTo>
                <a:cubicBezTo>
                  <a:pt x="674" y="2651"/>
                  <a:pt x="678" y="2640"/>
                  <a:pt x="682" y="2630"/>
                </a:cubicBezTo>
                <a:cubicBezTo>
                  <a:pt x="669" y="2627"/>
                  <a:pt x="655" y="2623"/>
                  <a:pt x="642" y="2620"/>
                </a:cubicBezTo>
                <a:moveTo>
                  <a:pt x="2901" y="860"/>
                </a:moveTo>
                <a:cubicBezTo>
                  <a:pt x="2921" y="867"/>
                  <a:pt x="2939" y="875"/>
                  <a:pt x="2960" y="883"/>
                </a:cubicBezTo>
                <a:cubicBezTo>
                  <a:pt x="2953" y="863"/>
                  <a:pt x="2947" y="846"/>
                  <a:pt x="2940" y="827"/>
                </a:cubicBezTo>
                <a:cubicBezTo>
                  <a:pt x="2926" y="838"/>
                  <a:pt x="2914" y="849"/>
                  <a:pt x="2901" y="860"/>
                </a:cubicBezTo>
                <a:moveTo>
                  <a:pt x="957" y="2874"/>
                </a:moveTo>
                <a:cubicBezTo>
                  <a:pt x="973" y="2882"/>
                  <a:pt x="986" y="2889"/>
                  <a:pt x="1002" y="2898"/>
                </a:cubicBezTo>
                <a:lnTo>
                  <a:pt x="1002" y="2839"/>
                </a:lnTo>
                <a:cubicBezTo>
                  <a:pt x="986" y="2852"/>
                  <a:pt x="972" y="2862"/>
                  <a:pt x="957" y="2874"/>
                </a:cubicBezTo>
                <a:moveTo>
                  <a:pt x="3233" y="1541"/>
                </a:moveTo>
                <a:cubicBezTo>
                  <a:pt x="3238" y="1514"/>
                  <a:pt x="3243" y="1490"/>
                  <a:pt x="3246" y="1474"/>
                </a:cubicBezTo>
                <a:cubicBezTo>
                  <a:pt x="3235" y="1484"/>
                  <a:pt x="3220" y="1497"/>
                  <a:pt x="3212" y="1504"/>
                </a:cubicBezTo>
                <a:cubicBezTo>
                  <a:pt x="3219" y="1516"/>
                  <a:pt x="3226" y="1528"/>
                  <a:pt x="3233" y="1541"/>
                </a:cubicBezTo>
                <a:moveTo>
                  <a:pt x="858" y="2578"/>
                </a:moveTo>
                <a:cubicBezTo>
                  <a:pt x="860" y="2577"/>
                  <a:pt x="862" y="2576"/>
                  <a:pt x="863" y="2575"/>
                </a:cubicBezTo>
                <a:cubicBezTo>
                  <a:pt x="855" y="2551"/>
                  <a:pt x="847" y="2527"/>
                  <a:pt x="838" y="2503"/>
                </a:cubicBezTo>
                <a:cubicBezTo>
                  <a:pt x="829" y="2509"/>
                  <a:pt x="820" y="2515"/>
                  <a:pt x="811" y="2522"/>
                </a:cubicBezTo>
                <a:cubicBezTo>
                  <a:pt x="827" y="2541"/>
                  <a:pt x="843" y="2559"/>
                  <a:pt x="858" y="2578"/>
                </a:cubicBezTo>
                <a:moveTo>
                  <a:pt x="1306" y="2231"/>
                </a:moveTo>
                <a:cubicBezTo>
                  <a:pt x="1299" y="2248"/>
                  <a:pt x="1293" y="2266"/>
                  <a:pt x="1286" y="2283"/>
                </a:cubicBezTo>
                <a:cubicBezTo>
                  <a:pt x="1293" y="2284"/>
                  <a:pt x="1302" y="2287"/>
                  <a:pt x="1306" y="2284"/>
                </a:cubicBezTo>
                <a:cubicBezTo>
                  <a:pt x="1325" y="2272"/>
                  <a:pt x="1329" y="2254"/>
                  <a:pt x="1306" y="2231"/>
                </a:cubicBezTo>
                <a:moveTo>
                  <a:pt x="2455" y="1509"/>
                </a:moveTo>
                <a:cubicBezTo>
                  <a:pt x="2446" y="1502"/>
                  <a:pt x="2440" y="1494"/>
                  <a:pt x="2436" y="1495"/>
                </a:cubicBezTo>
                <a:cubicBezTo>
                  <a:pt x="2410" y="1501"/>
                  <a:pt x="2385" y="1510"/>
                  <a:pt x="2360" y="1517"/>
                </a:cubicBezTo>
                <a:cubicBezTo>
                  <a:pt x="2361" y="1521"/>
                  <a:pt x="2362" y="1524"/>
                  <a:pt x="2364" y="1527"/>
                </a:cubicBezTo>
                <a:cubicBezTo>
                  <a:pt x="2391" y="1522"/>
                  <a:pt x="2418" y="1516"/>
                  <a:pt x="2455" y="1509"/>
                </a:cubicBezTo>
                <a:moveTo>
                  <a:pt x="2818" y="2039"/>
                </a:moveTo>
                <a:cubicBezTo>
                  <a:pt x="2824" y="2040"/>
                  <a:pt x="2831" y="2042"/>
                  <a:pt x="2838" y="2044"/>
                </a:cubicBezTo>
                <a:cubicBezTo>
                  <a:pt x="2842" y="2030"/>
                  <a:pt x="2848" y="2016"/>
                  <a:pt x="2849" y="2002"/>
                </a:cubicBezTo>
                <a:cubicBezTo>
                  <a:pt x="2849" y="2000"/>
                  <a:pt x="2832" y="1995"/>
                  <a:pt x="2823" y="1992"/>
                </a:cubicBezTo>
                <a:cubicBezTo>
                  <a:pt x="2821" y="2007"/>
                  <a:pt x="2819" y="2023"/>
                  <a:pt x="2818" y="2039"/>
                </a:cubicBezTo>
                <a:moveTo>
                  <a:pt x="1753" y="1806"/>
                </a:moveTo>
                <a:cubicBezTo>
                  <a:pt x="1764" y="1823"/>
                  <a:pt x="1774" y="1837"/>
                  <a:pt x="1784" y="1852"/>
                </a:cubicBezTo>
                <a:cubicBezTo>
                  <a:pt x="1787" y="1852"/>
                  <a:pt x="1791" y="1851"/>
                  <a:pt x="1794" y="1850"/>
                </a:cubicBezTo>
                <a:cubicBezTo>
                  <a:pt x="1791" y="1830"/>
                  <a:pt x="1788" y="1810"/>
                  <a:pt x="1783" y="1786"/>
                </a:cubicBezTo>
                <a:cubicBezTo>
                  <a:pt x="1771" y="1795"/>
                  <a:pt x="1762" y="1800"/>
                  <a:pt x="1753" y="1806"/>
                </a:cubicBezTo>
                <a:moveTo>
                  <a:pt x="1502" y="2133"/>
                </a:moveTo>
                <a:cubicBezTo>
                  <a:pt x="1517" y="2135"/>
                  <a:pt x="1526" y="2136"/>
                  <a:pt x="1537" y="2137"/>
                </a:cubicBezTo>
                <a:lnTo>
                  <a:pt x="1537" y="2082"/>
                </a:lnTo>
                <a:cubicBezTo>
                  <a:pt x="1500" y="2082"/>
                  <a:pt x="1514" y="2113"/>
                  <a:pt x="1502" y="2133"/>
                </a:cubicBezTo>
                <a:moveTo>
                  <a:pt x="1303" y="968"/>
                </a:moveTo>
                <a:cubicBezTo>
                  <a:pt x="1289" y="973"/>
                  <a:pt x="1276" y="978"/>
                  <a:pt x="1254" y="986"/>
                </a:cubicBezTo>
                <a:cubicBezTo>
                  <a:pt x="1272" y="999"/>
                  <a:pt x="1285" y="1008"/>
                  <a:pt x="1303" y="1021"/>
                </a:cubicBezTo>
                <a:lnTo>
                  <a:pt x="1303" y="968"/>
                </a:lnTo>
                <a:moveTo>
                  <a:pt x="2530" y="1544"/>
                </a:moveTo>
                <a:lnTo>
                  <a:pt x="2534" y="1554"/>
                </a:lnTo>
                <a:cubicBezTo>
                  <a:pt x="2555" y="1542"/>
                  <a:pt x="2577" y="1530"/>
                  <a:pt x="2600" y="1517"/>
                </a:cubicBezTo>
                <a:cubicBezTo>
                  <a:pt x="2585" y="1513"/>
                  <a:pt x="2572" y="1509"/>
                  <a:pt x="2559" y="1505"/>
                </a:cubicBezTo>
                <a:cubicBezTo>
                  <a:pt x="2549" y="1518"/>
                  <a:pt x="2540" y="1531"/>
                  <a:pt x="2530" y="1544"/>
                </a:cubicBezTo>
                <a:moveTo>
                  <a:pt x="2817" y="2394"/>
                </a:moveTo>
                <a:cubicBezTo>
                  <a:pt x="2782" y="2390"/>
                  <a:pt x="2761" y="2393"/>
                  <a:pt x="2756" y="2403"/>
                </a:cubicBezTo>
                <a:cubicBezTo>
                  <a:pt x="2770" y="2409"/>
                  <a:pt x="2783" y="2415"/>
                  <a:pt x="2797" y="2421"/>
                </a:cubicBezTo>
                <a:cubicBezTo>
                  <a:pt x="2803" y="2412"/>
                  <a:pt x="2809" y="2405"/>
                  <a:pt x="2817" y="2394"/>
                </a:cubicBezTo>
                <a:moveTo>
                  <a:pt x="220" y="1735"/>
                </a:moveTo>
                <a:cubicBezTo>
                  <a:pt x="249" y="1734"/>
                  <a:pt x="261" y="1720"/>
                  <a:pt x="263" y="1697"/>
                </a:cubicBezTo>
                <a:cubicBezTo>
                  <a:pt x="264" y="1693"/>
                  <a:pt x="258" y="1685"/>
                  <a:pt x="254" y="1683"/>
                </a:cubicBezTo>
                <a:cubicBezTo>
                  <a:pt x="249" y="1682"/>
                  <a:pt x="239" y="1685"/>
                  <a:pt x="237" y="1689"/>
                </a:cubicBezTo>
                <a:cubicBezTo>
                  <a:pt x="231" y="1702"/>
                  <a:pt x="227" y="1716"/>
                  <a:pt x="220" y="1735"/>
                </a:cubicBezTo>
                <a:moveTo>
                  <a:pt x="497" y="1448"/>
                </a:moveTo>
                <a:cubicBezTo>
                  <a:pt x="485" y="1440"/>
                  <a:pt x="476" y="1431"/>
                  <a:pt x="471" y="1433"/>
                </a:cubicBezTo>
                <a:cubicBezTo>
                  <a:pt x="463" y="1435"/>
                  <a:pt x="452" y="1444"/>
                  <a:pt x="451" y="1451"/>
                </a:cubicBezTo>
                <a:cubicBezTo>
                  <a:pt x="451" y="1458"/>
                  <a:pt x="461" y="1466"/>
                  <a:pt x="467" y="1474"/>
                </a:cubicBezTo>
                <a:cubicBezTo>
                  <a:pt x="475" y="1467"/>
                  <a:pt x="484" y="1460"/>
                  <a:pt x="497" y="1448"/>
                </a:cubicBezTo>
                <a:moveTo>
                  <a:pt x="908" y="1850"/>
                </a:moveTo>
                <a:cubicBezTo>
                  <a:pt x="929" y="1860"/>
                  <a:pt x="949" y="1869"/>
                  <a:pt x="972" y="1880"/>
                </a:cubicBezTo>
                <a:cubicBezTo>
                  <a:pt x="974" y="1868"/>
                  <a:pt x="976" y="1857"/>
                  <a:pt x="977" y="1846"/>
                </a:cubicBezTo>
                <a:cubicBezTo>
                  <a:pt x="951" y="1847"/>
                  <a:pt x="929" y="1849"/>
                  <a:pt x="908" y="1850"/>
                </a:cubicBezTo>
                <a:moveTo>
                  <a:pt x="3062" y="1508"/>
                </a:moveTo>
                <a:lnTo>
                  <a:pt x="3054" y="1509"/>
                </a:lnTo>
                <a:cubicBezTo>
                  <a:pt x="3051" y="1517"/>
                  <a:pt x="3047" y="1525"/>
                  <a:pt x="3044" y="1533"/>
                </a:cubicBezTo>
                <a:cubicBezTo>
                  <a:pt x="3041" y="1543"/>
                  <a:pt x="3040" y="1552"/>
                  <a:pt x="3038" y="1562"/>
                </a:cubicBezTo>
                <a:cubicBezTo>
                  <a:pt x="3042" y="1563"/>
                  <a:pt x="3048" y="1566"/>
                  <a:pt x="3049" y="1564"/>
                </a:cubicBezTo>
                <a:cubicBezTo>
                  <a:pt x="3057" y="1556"/>
                  <a:pt x="3066" y="1547"/>
                  <a:pt x="3069" y="1537"/>
                </a:cubicBezTo>
                <a:cubicBezTo>
                  <a:pt x="3072" y="1528"/>
                  <a:pt x="3065" y="1518"/>
                  <a:pt x="3062" y="1508"/>
                </a:cubicBezTo>
                <a:moveTo>
                  <a:pt x="707" y="2493"/>
                </a:moveTo>
                <a:cubicBezTo>
                  <a:pt x="691" y="2483"/>
                  <a:pt x="677" y="2475"/>
                  <a:pt x="662" y="2466"/>
                </a:cubicBezTo>
                <a:cubicBezTo>
                  <a:pt x="667" y="2489"/>
                  <a:pt x="671" y="2509"/>
                  <a:pt x="675" y="2531"/>
                </a:cubicBezTo>
                <a:cubicBezTo>
                  <a:pt x="686" y="2518"/>
                  <a:pt x="696" y="2506"/>
                  <a:pt x="707" y="2493"/>
                </a:cubicBezTo>
                <a:moveTo>
                  <a:pt x="400" y="1395"/>
                </a:moveTo>
                <a:cubicBezTo>
                  <a:pt x="423" y="1425"/>
                  <a:pt x="435" y="1384"/>
                  <a:pt x="455" y="1390"/>
                </a:cubicBezTo>
                <a:cubicBezTo>
                  <a:pt x="450" y="1376"/>
                  <a:pt x="446" y="1365"/>
                  <a:pt x="442" y="1356"/>
                </a:cubicBezTo>
                <a:cubicBezTo>
                  <a:pt x="427" y="1369"/>
                  <a:pt x="414" y="1382"/>
                  <a:pt x="400" y="1395"/>
                </a:cubicBezTo>
                <a:moveTo>
                  <a:pt x="1562" y="2220"/>
                </a:moveTo>
                <a:cubicBezTo>
                  <a:pt x="1545" y="2204"/>
                  <a:pt x="1534" y="2192"/>
                  <a:pt x="1522" y="2181"/>
                </a:cubicBezTo>
                <a:cubicBezTo>
                  <a:pt x="1518" y="2186"/>
                  <a:pt x="1510" y="2193"/>
                  <a:pt x="1511" y="2196"/>
                </a:cubicBezTo>
                <a:cubicBezTo>
                  <a:pt x="1518" y="2213"/>
                  <a:pt x="1527" y="2229"/>
                  <a:pt x="1562" y="2220"/>
                </a:cubicBezTo>
                <a:moveTo>
                  <a:pt x="809" y="1820"/>
                </a:moveTo>
                <a:cubicBezTo>
                  <a:pt x="807" y="1816"/>
                  <a:pt x="804" y="1812"/>
                  <a:pt x="801" y="1809"/>
                </a:cubicBezTo>
                <a:cubicBezTo>
                  <a:pt x="780" y="1804"/>
                  <a:pt x="766" y="1815"/>
                  <a:pt x="758" y="1835"/>
                </a:cubicBezTo>
                <a:cubicBezTo>
                  <a:pt x="757" y="1838"/>
                  <a:pt x="765" y="1845"/>
                  <a:pt x="768" y="1851"/>
                </a:cubicBezTo>
                <a:cubicBezTo>
                  <a:pt x="782" y="1841"/>
                  <a:pt x="796" y="1830"/>
                  <a:pt x="810" y="1820"/>
                </a:cubicBezTo>
                <a:lnTo>
                  <a:pt x="809" y="1820"/>
                </a:lnTo>
                <a:moveTo>
                  <a:pt x="3077" y="1596"/>
                </a:moveTo>
                <a:cubicBezTo>
                  <a:pt x="3088" y="1611"/>
                  <a:pt x="3098" y="1624"/>
                  <a:pt x="3107" y="1637"/>
                </a:cubicBezTo>
                <a:cubicBezTo>
                  <a:pt x="3111" y="1636"/>
                  <a:pt x="3114" y="1635"/>
                  <a:pt x="3117" y="1635"/>
                </a:cubicBezTo>
                <a:cubicBezTo>
                  <a:pt x="3112" y="1614"/>
                  <a:pt x="3108" y="1594"/>
                  <a:pt x="3103" y="1568"/>
                </a:cubicBezTo>
                <a:cubicBezTo>
                  <a:pt x="3092" y="1580"/>
                  <a:pt x="3085" y="1588"/>
                  <a:pt x="3077" y="1596"/>
                </a:cubicBezTo>
                <a:moveTo>
                  <a:pt x="3275" y="2327"/>
                </a:moveTo>
                <a:cubicBezTo>
                  <a:pt x="3286" y="2304"/>
                  <a:pt x="3286" y="2282"/>
                  <a:pt x="3271" y="2271"/>
                </a:cubicBezTo>
                <a:cubicBezTo>
                  <a:pt x="3267" y="2267"/>
                  <a:pt x="3258" y="2267"/>
                  <a:pt x="3252" y="2266"/>
                </a:cubicBezTo>
                <a:cubicBezTo>
                  <a:pt x="3252" y="2272"/>
                  <a:pt x="3252" y="2279"/>
                  <a:pt x="3254" y="2285"/>
                </a:cubicBezTo>
                <a:cubicBezTo>
                  <a:pt x="3260" y="2299"/>
                  <a:pt x="3268" y="2313"/>
                  <a:pt x="3275" y="2327"/>
                </a:cubicBezTo>
                <a:moveTo>
                  <a:pt x="2040" y="1719"/>
                </a:moveTo>
                <a:cubicBezTo>
                  <a:pt x="2087" y="1715"/>
                  <a:pt x="2091" y="1710"/>
                  <a:pt x="2082" y="1664"/>
                </a:cubicBezTo>
                <a:cubicBezTo>
                  <a:pt x="2067" y="1683"/>
                  <a:pt x="2055" y="1699"/>
                  <a:pt x="2040" y="1719"/>
                </a:cubicBezTo>
                <a:moveTo>
                  <a:pt x="2633" y="525"/>
                </a:moveTo>
                <a:cubicBezTo>
                  <a:pt x="2632" y="554"/>
                  <a:pt x="2639" y="568"/>
                  <a:pt x="2653" y="568"/>
                </a:cubicBezTo>
                <a:cubicBezTo>
                  <a:pt x="2655" y="552"/>
                  <a:pt x="2658" y="537"/>
                  <a:pt x="2661" y="519"/>
                </a:cubicBezTo>
                <a:cubicBezTo>
                  <a:pt x="2651" y="521"/>
                  <a:pt x="2643" y="523"/>
                  <a:pt x="2633" y="525"/>
                </a:cubicBezTo>
                <a:moveTo>
                  <a:pt x="2147" y="1025"/>
                </a:moveTo>
                <a:cubicBezTo>
                  <a:pt x="2152" y="1031"/>
                  <a:pt x="2157" y="1036"/>
                  <a:pt x="2162" y="1041"/>
                </a:cubicBezTo>
                <a:cubicBezTo>
                  <a:pt x="2173" y="1031"/>
                  <a:pt x="2184" y="1020"/>
                  <a:pt x="2195" y="1010"/>
                </a:cubicBezTo>
                <a:cubicBezTo>
                  <a:pt x="2189" y="1006"/>
                  <a:pt x="2179" y="997"/>
                  <a:pt x="2176" y="999"/>
                </a:cubicBezTo>
                <a:cubicBezTo>
                  <a:pt x="2165" y="1006"/>
                  <a:pt x="2157" y="1016"/>
                  <a:pt x="2147" y="1025"/>
                </a:cubicBezTo>
                <a:moveTo>
                  <a:pt x="2099" y="2862"/>
                </a:moveTo>
                <a:cubicBezTo>
                  <a:pt x="2106" y="2877"/>
                  <a:pt x="2111" y="2888"/>
                  <a:pt x="2117" y="2899"/>
                </a:cubicBezTo>
                <a:lnTo>
                  <a:pt x="2149" y="2857"/>
                </a:lnTo>
                <a:cubicBezTo>
                  <a:pt x="2147" y="2855"/>
                  <a:pt x="2145" y="2854"/>
                  <a:pt x="2143" y="2852"/>
                </a:cubicBezTo>
                <a:cubicBezTo>
                  <a:pt x="2131" y="2855"/>
                  <a:pt x="2118" y="2858"/>
                  <a:pt x="2099" y="2862"/>
                </a:cubicBezTo>
                <a:moveTo>
                  <a:pt x="655" y="746"/>
                </a:moveTo>
                <a:cubicBezTo>
                  <a:pt x="631" y="776"/>
                  <a:pt x="662" y="786"/>
                  <a:pt x="672" y="807"/>
                </a:cubicBezTo>
                <a:cubicBezTo>
                  <a:pt x="692" y="777"/>
                  <a:pt x="672" y="764"/>
                  <a:pt x="655" y="746"/>
                </a:cubicBezTo>
                <a:moveTo>
                  <a:pt x="1299" y="1286"/>
                </a:moveTo>
                <a:cubicBezTo>
                  <a:pt x="1295" y="1285"/>
                  <a:pt x="1292" y="1284"/>
                  <a:pt x="1288" y="1283"/>
                </a:cubicBezTo>
                <a:cubicBezTo>
                  <a:pt x="1266" y="1296"/>
                  <a:pt x="1258" y="1313"/>
                  <a:pt x="1281" y="1344"/>
                </a:cubicBezTo>
                <a:cubicBezTo>
                  <a:pt x="1288" y="1321"/>
                  <a:pt x="1294" y="1304"/>
                  <a:pt x="1299" y="1286"/>
                </a:cubicBezTo>
                <a:moveTo>
                  <a:pt x="551" y="2185"/>
                </a:moveTo>
                <a:cubicBezTo>
                  <a:pt x="544" y="2160"/>
                  <a:pt x="538" y="2140"/>
                  <a:pt x="532" y="2123"/>
                </a:cubicBezTo>
                <a:cubicBezTo>
                  <a:pt x="527" y="2138"/>
                  <a:pt x="520" y="2156"/>
                  <a:pt x="513" y="2175"/>
                </a:cubicBezTo>
                <a:cubicBezTo>
                  <a:pt x="524" y="2178"/>
                  <a:pt x="536" y="2181"/>
                  <a:pt x="551" y="2185"/>
                </a:cubicBezTo>
                <a:moveTo>
                  <a:pt x="1492" y="708"/>
                </a:moveTo>
                <a:cubicBezTo>
                  <a:pt x="1486" y="712"/>
                  <a:pt x="1481" y="717"/>
                  <a:pt x="1476" y="722"/>
                </a:cubicBezTo>
                <a:cubicBezTo>
                  <a:pt x="1485" y="732"/>
                  <a:pt x="1495" y="742"/>
                  <a:pt x="1504" y="752"/>
                </a:cubicBezTo>
                <a:cubicBezTo>
                  <a:pt x="1509" y="748"/>
                  <a:pt x="1518" y="740"/>
                  <a:pt x="1518" y="739"/>
                </a:cubicBezTo>
                <a:cubicBezTo>
                  <a:pt x="1510" y="728"/>
                  <a:pt x="1501" y="718"/>
                  <a:pt x="1492" y="708"/>
                </a:cubicBezTo>
                <a:moveTo>
                  <a:pt x="2216" y="1365"/>
                </a:moveTo>
                <a:cubicBezTo>
                  <a:pt x="2220" y="1369"/>
                  <a:pt x="2224" y="1373"/>
                  <a:pt x="2228" y="1376"/>
                </a:cubicBezTo>
                <a:cubicBezTo>
                  <a:pt x="2238" y="1368"/>
                  <a:pt x="2248" y="1359"/>
                  <a:pt x="2257" y="1351"/>
                </a:cubicBezTo>
                <a:cubicBezTo>
                  <a:pt x="2252" y="1345"/>
                  <a:pt x="2246" y="1339"/>
                  <a:pt x="2241" y="1333"/>
                </a:cubicBezTo>
                <a:lnTo>
                  <a:pt x="2216" y="1365"/>
                </a:lnTo>
                <a:moveTo>
                  <a:pt x="1947" y="2679"/>
                </a:moveTo>
                <a:cubicBezTo>
                  <a:pt x="1935" y="2667"/>
                  <a:pt x="1924" y="2655"/>
                  <a:pt x="1914" y="2644"/>
                </a:cubicBezTo>
                <a:cubicBezTo>
                  <a:pt x="1901" y="2654"/>
                  <a:pt x="1891" y="2662"/>
                  <a:pt x="1882" y="2671"/>
                </a:cubicBezTo>
                <a:cubicBezTo>
                  <a:pt x="1905" y="2674"/>
                  <a:pt x="1925" y="2677"/>
                  <a:pt x="1947" y="2680"/>
                </a:cubicBezTo>
                <a:lnTo>
                  <a:pt x="1947" y="2679"/>
                </a:lnTo>
                <a:moveTo>
                  <a:pt x="2892" y="1644"/>
                </a:moveTo>
                <a:cubicBezTo>
                  <a:pt x="2902" y="1667"/>
                  <a:pt x="2908" y="1681"/>
                  <a:pt x="2918" y="1702"/>
                </a:cubicBezTo>
                <a:cubicBezTo>
                  <a:pt x="2938" y="1668"/>
                  <a:pt x="2924" y="1656"/>
                  <a:pt x="2892" y="1644"/>
                </a:cubicBezTo>
                <a:moveTo>
                  <a:pt x="483" y="780"/>
                </a:moveTo>
                <a:cubicBezTo>
                  <a:pt x="446" y="800"/>
                  <a:pt x="463" y="826"/>
                  <a:pt x="456" y="850"/>
                </a:cubicBezTo>
                <a:cubicBezTo>
                  <a:pt x="463" y="847"/>
                  <a:pt x="466" y="847"/>
                  <a:pt x="466" y="846"/>
                </a:cubicBezTo>
                <a:cubicBezTo>
                  <a:pt x="471" y="827"/>
                  <a:pt x="476" y="807"/>
                  <a:pt x="483" y="780"/>
                </a:cubicBezTo>
                <a:moveTo>
                  <a:pt x="2128" y="1680"/>
                </a:moveTo>
                <a:cubicBezTo>
                  <a:pt x="2147" y="1669"/>
                  <a:pt x="2162" y="1660"/>
                  <a:pt x="2179" y="1650"/>
                </a:cubicBezTo>
                <a:cubicBezTo>
                  <a:pt x="2145" y="1631"/>
                  <a:pt x="2139" y="1635"/>
                  <a:pt x="2128" y="1680"/>
                </a:cubicBezTo>
                <a:moveTo>
                  <a:pt x="2795" y="909"/>
                </a:moveTo>
                <a:cubicBezTo>
                  <a:pt x="2810" y="898"/>
                  <a:pt x="2822" y="889"/>
                  <a:pt x="2839" y="876"/>
                </a:cubicBezTo>
                <a:cubicBezTo>
                  <a:pt x="2818" y="873"/>
                  <a:pt x="2803" y="870"/>
                  <a:pt x="2784" y="867"/>
                </a:cubicBezTo>
                <a:cubicBezTo>
                  <a:pt x="2788" y="883"/>
                  <a:pt x="2791" y="894"/>
                  <a:pt x="2795" y="909"/>
                </a:cubicBezTo>
                <a:moveTo>
                  <a:pt x="3096" y="2564"/>
                </a:moveTo>
                <a:cubicBezTo>
                  <a:pt x="3087" y="2578"/>
                  <a:pt x="3078" y="2593"/>
                  <a:pt x="3069" y="2607"/>
                </a:cubicBezTo>
                <a:cubicBezTo>
                  <a:pt x="3101" y="2607"/>
                  <a:pt x="3111" y="2593"/>
                  <a:pt x="3096" y="2564"/>
                </a:cubicBezTo>
                <a:moveTo>
                  <a:pt x="1543" y="1216"/>
                </a:moveTo>
                <a:cubicBezTo>
                  <a:pt x="1555" y="1205"/>
                  <a:pt x="1565" y="1195"/>
                  <a:pt x="1579" y="1182"/>
                </a:cubicBezTo>
                <a:cubicBezTo>
                  <a:pt x="1555" y="1184"/>
                  <a:pt x="1536" y="1186"/>
                  <a:pt x="1513" y="1187"/>
                </a:cubicBezTo>
                <a:cubicBezTo>
                  <a:pt x="1524" y="1198"/>
                  <a:pt x="1533" y="1207"/>
                  <a:pt x="1543" y="1216"/>
                </a:cubicBezTo>
                <a:moveTo>
                  <a:pt x="2083" y="2258"/>
                </a:moveTo>
                <a:cubicBezTo>
                  <a:pt x="2099" y="2284"/>
                  <a:pt x="2115" y="2286"/>
                  <a:pt x="2135" y="2258"/>
                </a:cubicBezTo>
                <a:lnTo>
                  <a:pt x="2083" y="2258"/>
                </a:lnTo>
                <a:moveTo>
                  <a:pt x="1796" y="1601"/>
                </a:moveTo>
                <a:cubicBezTo>
                  <a:pt x="1781" y="1609"/>
                  <a:pt x="1775" y="1613"/>
                  <a:pt x="1775" y="1613"/>
                </a:cubicBezTo>
                <a:cubicBezTo>
                  <a:pt x="1786" y="1630"/>
                  <a:pt x="1796" y="1647"/>
                  <a:pt x="1808" y="1665"/>
                </a:cubicBezTo>
                <a:cubicBezTo>
                  <a:pt x="1833" y="1635"/>
                  <a:pt x="1786" y="1629"/>
                  <a:pt x="1795" y="1601"/>
                </a:cubicBezTo>
                <a:lnTo>
                  <a:pt x="1796" y="160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4395429" y="540000"/>
            <a:ext cx="34218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type="subTitle" idx="1"/>
          </p:nvPr>
        </p:nvSpPr>
        <p:spPr>
          <a:xfrm>
            <a:off x="4395400" y="1720425"/>
            <a:ext cx="3421800" cy="1289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21"/>
          <p:cNvSpPr txBox="1"/>
          <p:nvPr/>
        </p:nvSpPr>
        <p:spPr>
          <a:xfrm>
            <a:off x="4543075" y="3638375"/>
            <a:ext cx="32739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This presentation template was created by </a:t>
            </a:r>
            <a:r>
              <a:rPr lang="en-GB" sz="1000" b="1" u="sng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includes icons by </a:t>
            </a:r>
            <a:r>
              <a:rPr lang="en-GB" sz="10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infographics &amp; images by </a:t>
            </a:r>
            <a:r>
              <a:rPr lang="en-GB" sz="10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4"/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0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pSp>
        <p:nvGrpSpPr>
          <p:cNvPr id="238" name="Google Shape;238;p21"/>
          <p:cNvGrpSpPr/>
          <p:nvPr/>
        </p:nvGrpSpPr>
        <p:grpSpPr>
          <a:xfrm flipH="1">
            <a:off x="-14525" y="-11349"/>
            <a:ext cx="9173048" cy="5132799"/>
            <a:chOff x="-14525" y="-11349"/>
            <a:chExt cx="9173048" cy="5132799"/>
          </a:xfrm>
        </p:grpSpPr>
        <p:pic>
          <p:nvPicPr>
            <p:cNvPr id="239" name="Google Shape;239;p21"/>
            <p:cNvPicPr preferRelativeResize="0"/>
            <p:nvPr/>
          </p:nvPicPr>
          <p:blipFill rotWithShape="1">
            <a:blip r:embed="rId5"/>
            <a:srcRect l="49944" t="88491" r="8350"/>
            <a:stretch>
              <a:fillRect/>
            </a:stretch>
          </p:blipFill>
          <p:spPr>
            <a:xfrm rot="-5400000">
              <a:off x="7337449" y="754027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240" name="Google Shape;240;p21"/>
            <p:cNvPicPr preferRelativeResize="0"/>
            <p:nvPr/>
          </p:nvPicPr>
          <p:blipFill rotWithShape="1">
            <a:blip r:embed="rId5"/>
            <a:srcRect l="8894" r="30271" b="88491"/>
            <a:stretch>
              <a:fillRect/>
            </a:stretch>
          </p:blipFill>
          <p:spPr>
            <a:xfrm rot="-5400000">
              <a:off x="-1372951" y="27073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grpSp>
        <p:nvGrpSpPr>
          <p:cNvPr id="241" name="Google Shape;241;p21"/>
          <p:cNvGrpSpPr/>
          <p:nvPr/>
        </p:nvGrpSpPr>
        <p:grpSpPr>
          <a:xfrm rot="-3641443" flipH="1">
            <a:off x="8151377" y="318528"/>
            <a:ext cx="846043" cy="831506"/>
            <a:chOff x="2534325" y="685190"/>
            <a:chExt cx="628560" cy="617760"/>
          </a:xfrm>
        </p:grpSpPr>
        <p:sp>
          <p:nvSpPr>
            <p:cNvPr id="242" name="Google Shape;242;p21"/>
            <p:cNvSpPr/>
            <p:nvPr/>
          </p:nvSpPr>
          <p:spPr>
            <a:xfrm>
              <a:off x="2534325" y="818750"/>
              <a:ext cx="389160" cy="484200"/>
            </a:xfrm>
            <a:custGeom>
              <a:avLst/>
              <a:gdLst/>
              <a:ahLst/>
              <a:cxnLst/>
              <a:rect l="l" t="t" r="r" b="b"/>
              <a:pathLst>
                <a:path w="1081" h="1345" extrusionOk="0">
                  <a:moveTo>
                    <a:pt x="704" y="1345"/>
                  </a:moveTo>
                  <a:cubicBezTo>
                    <a:pt x="624" y="1304"/>
                    <a:pt x="629" y="1250"/>
                    <a:pt x="663" y="1180"/>
                  </a:cubicBezTo>
                  <a:cubicBezTo>
                    <a:pt x="667" y="1170"/>
                    <a:pt x="665" y="1157"/>
                    <a:pt x="666" y="1145"/>
                  </a:cubicBezTo>
                  <a:cubicBezTo>
                    <a:pt x="652" y="1145"/>
                    <a:pt x="636" y="1142"/>
                    <a:pt x="625" y="1148"/>
                  </a:cubicBezTo>
                  <a:cubicBezTo>
                    <a:pt x="604" y="1159"/>
                    <a:pt x="587" y="1175"/>
                    <a:pt x="568" y="1189"/>
                  </a:cubicBezTo>
                  <a:cubicBezTo>
                    <a:pt x="595" y="1229"/>
                    <a:pt x="592" y="1260"/>
                    <a:pt x="555" y="1300"/>
                  </a:cubicBezTo>
                  <a:cubicBezTo>
                    <a:pt x="530" y="1327"/>
                    <a:pt x="497" y="1334"/>
                    <a:pt x="467" y="1319"/>
                  </a:cubicBezTo>
                  <a:cubicBezTo>
                    <a:pt x="434" y="1301"/>
                    <a:pt x="421" y="1261"/>
                    <a:pt x="433" y="1216"/>
                  </a:cubicBezTo>
                  <a:cubicBezTo>
                    <a:pt x="442" y="1183"/>
                    <a:pt x="456" y="1173"/>
                    <a:pt x="491" y="1175"/>
                  </a:cubicBezTo>
                  <a:cubicBezTo>
                    <a:pt x="488" y="1142"/>
                    <a:pt x="484" y="1109"/>
                    <a:pt x="480" y="1075"/>
                  </a:cubicBezTo>
                  <a:cubicBezTo>
                    <a:pt x="465" y="1079"/>
                    <a:pt x="449" y="1084"/>
                    <a:pt x="434" y="1088"/>
                  </a:cubicBezTo>
                  <a:cubicBezTo>
                    <a:pt x="463" y="1138"/>
                    <a:pt x="426" y="1205"/>
                    <a:pt x="358" y="1225"/>
                  </a:cubicBezTo>
                  <a:cubicBezTo>
                    <a:pt x="331" y="1234"/>
                    <a:pt x="305" y="1215"/>
                    <a:pt x="299" y="1185"/>
                  </a:cubicBezTo>
                  <a:cubicBezTo>
                    <a:pt x="285" y="1106"/>
                    <a:pt x="331" y="1062"/>
                    <a:pt x="417" y="1076"/>
                  </a:cubicBezTo>
                  <a:cubicBezTo>
                    <a:pt x="413" y="1068"/>
                    <a:pt x="409" y="1062"/>
                    <a:pt x="407" y="1055"/>
                  </a:cubicBezTo>
                  <a:cubicBezTo>
                    <a:pt x="392" y="1017"/>
                    <a:pt x="397" y="1011"/>
                    <a:pt x="438" y="1008"/>
                  </a:cubicBezTo>
                  <a:cubicBezTo>
                    <a:pt x="451" y="1007"/>
                    <a:pt x="464" y="1002"/>
                    <a:pt x="480" y="997"/>
                  </a:cubicBezTo>
                  <a:cubicBezTo>
                    <a:pt x="484" y="1003"/>
                    <a:pt x="488" y="1011"/>
                    <a:pt x="496" y="1024"/>
                  </a:cubicBezTo>
                  <a:cubicBezTo>
                    <a:pt x="503" y="1015"/>
                    <a:pt x="509" y="1007"/>
                    <a:pt x="518" y="995"/>
                  </a:cubicBezTo>
                  <a:cubicBezTo>
                    <a:pt x="460" y="975"/>
                    <a:pt x="450" y="924"/>
                    <a:pt x="444" y="871"/>
                  </a:cubicBezTo>
                  <a:cubicBezTo>
                    <a:pt x="301" y="916"/>
                    <a:pt x="280" y="911"/>
                    <a:pt x="266" y="833"/>
                  </a:cubicBezTo>
                  <a:cubicBezTo>
                    <a:pt x="251" y="836"/>
                    <a:pt x="236" y="838"/>
                    <a:pt x="220" y="840"/>
                  </a:cubicBezTo>
                  <a:cubicBezTo>
                    <a:pt x="219" y="852"/>
                    <a:pt x="217" y="864"/>
                    <a:pt x="216" y="876"/>
                  </a:cubicBezTo>
                  <a:cubicBezTo>
                    <a:pt x="243" y="889"/>
                    <a:pt x="264" y="907"/>
                    <a:pt x="261" y="940"/>
                  </a:cubicBezTo>
                  <a:cubicBezTo>
                    <a:pt x="259" y="972"/>
                    <a:pt x="239" y="994"/>
                    <a:pt x="213" y="1009"/>
                  </a:cubicBezTo>
                  <a:cubicBezTo>
                    <a:pt x="179" y="1027"/>
                    <a:pt x="151" y="1011"/>
                    <a:pt x="150" y="973"/>
                  </a:cubicBezTo>
                  <a:cubicBezTo>
                    <a:pt x="150" y="954"/>
                    <a:pt x="154" y="935"/>
                    <a:pt x="156" y="914"/>
                  </a:cubicBezTo>
                  <a:cubicBezTo>
                    <a:pt x="137" y="906"/>
                    <a:pt x="122" y="904"/>
                    <a:pt x="107" y="925"/>
                  </a:cubicBezTo>
                  <a:cubicBezTo>
                    <a:pt x="92" y="945"/>
                    <a:pt x="68" y="946"/>
                    <a:pt x="45" y="937"/>
                  </a:cubicBezTo>
                  <a:cubicBezTo>
                    <a:pt x="23" y="927"/>
                    <a:pt x="7" y="912"/>
                    <a:pt x="6" y="886"/>
                  </a:cubicBezTo>
                  <a:cubicBezTo>
                    <a:pt x="5" y="835"/>
                    <a:pt x="28" y="813"/>
                    <a:pt x="81" y="809"/>
                  </a:cubicBezTo>
                  <a:cubicBezTo>
                    <a:pt x="90" y="774"/>
                    <a:pt x="95" y="740"/>
                    <a:pt x="106" y="709"/>
                  </a:cubicBezTo>
                  <a:cubicBezTo>
                    <a:pt x="119" y="673"/>
                    <a:pt x="151" y="664"/>
                    <a:pt x="182" y="683"/>
                  </a:cubicBezTo>
                  <a:cubicBezTo>
                    <a:pt x="205" y="697"/>
                    <a:pt x="228" y="711"/>
                    <a:pt x="250" y="726"/>
                  </a:cubicBezTo>
                  <a:cubicBezTo>
                    <a:pt x="263" y="735"/>
                    <a:pt x="274" y="747"/>
                    <a:pt x="285" y="758"/>
                  </a:cubicBezTo>
                  <a:cubicBezTo>
                    <a:pt x="333" y="708"/>
                    <a:pt x="356" y="700"/>
                    <a:pt x="428" y="703"/>
                  </a:cubicBezTo>
                  <a:cubicBezTo>
                    <a:pt x="411" y="688"/>
                    <a:pt x="397" y="675"/>
                    <a:pt x="383" y="662"/>
                  </a:cubicBezTo>
                  <a:cubicBezTo>
                    <a:pt x="370" y="649"/>
                    <a:pt x="358" y="635"/>
                    <a:pt x="342" y="617"/>
                  </a:cubicBezTo>
                  <a:cubicBezTo>
                    <a:pt x="336" y="624"/>
                    <a:pt x="332" y="633"/>
                    <a:pt x="325" y="638"/>
                  </a:cubicBezTo>
                  <a:cubicBezTo>
                    <a:pt x="306" y="653"/>
                    <a:pt x="285" y="655"/>
                    <a:pt x="264" y="641"/>
                  </a:cubicBezTo>
                  <a:cubicBezTo>
                    <a:pt x="246" y="628"/>
                    <a:pt x="246" y="610"/>
                    <a:pt x="251" y="589"/>
                  </a:cubicBezTo>
                  <a:cubicBezTo>
                    <a:pt x="255" y="574"/>
                    <a:pt x="255" y="558"/>
                    <a:pt x="256" y="543"/>
                  </a:cubicBezTo>
                  <a:cubicBezTo>
                    <a:pt x="252" y="543"/>
                    <a:pt x="248" y="542"/>
                    <a:pt x="245" y="541"/>
                  </a:cubicBezTo>
                  <a:cubicBezTo>
                    <a:pt x="241" y="552"/>
                    <a:pt x="238" y="563"/>
                    <a:pt x="234" y="573"/>
                  </a:cubicBezTo>
                  <a:cubicBezTo>
                    <a:pt x="224" y="601"/>
                    <a:pt x="207" y="622"/>
                    <a:pt x="177" y="630"/>
                  </a:cubicBezTo>
                  <a:cubicBezTo>
                    <a:pt x="139" y="641"/>
                    <a:pt x="100" y="612"/>
                    <a:pt x="107" y="573"/>
                  </a:cubicBezTo>
                  <a:cubicBezTo>
                    <a:pt x="116" y="525"/>
                    <a:pt x="133" y="477"/>
                    <a:pt x="94" y="431"/>
                  </a:cubicBezTo>
                  <a:cubicBezTo>
                    <a:pt x="87" y="431"/>
                    <a:pt x="80" y="432"/>
                    <a:pt x="73" y="433"/>
                  </a:cubicBezTo>
                  <a:cubicBezTo>
                    <a:pt x="44" y="436"/>
                    <a:pt x="18" y="430"/>
                    <a:pt x="5" y="400"/>
                  </a:cubicBezTo>
                  <a:cubicBezTo>
                    <a:pt x="-7" y="370"/>
                    <a:pt x="3" y="342"/>
                    <a:pt x="25" y="323"/>
                  </a:cubicBezTo>
                  <a:cubicBezTo>
                    <a:pt x="43" y="307"/>
                    <a:pt x="71" y="302"/>
                    <a:pt x="89" y="286"/>
                  </a:cubicBezTo>
                  <a:cubicBezTo>
                    <a:pt x="122" y="256"/>
                    <a:pt x="153" y="267"/>
                    <a:pt x="177" y="283"/>
                  </a:cubicBezTo>
                  <a:cubicBezTo>
                    <a:pt x="194" y="252"/>
                    <a:pt x="211" y="223"/>
                    <a:pt x="225" y="193"/>
                  </a:cubicBezTo>
                  <a:cubicBezTo>
                    <a:pt x="229" y="184"/>
                    <a:pt x="226" y="172"/>
                    <a:pt x="226" y="161"/>
                  </a:cubicBezTo>
                  <a:cubicBezTo>
                    <a:pt x="225" y="144"/>
                    <a:pt x="220" y="127"/>
                    <a:pt x="223" y="110"/>
                  </a:cubicBezTo>
                  <a:cubicBezTo>
                    <a:pt x="227" y="83"/>
                    <a:pt x="255" y="64"/>
                    <a:pt x="281" y="72"/>
                  </a:cubicBezTo>
                  <a:cubicBezTo>
                    <a:pt x="304" y="79"/>
                    <a:pt x="326" y="90"/>
                    <a:pt x="348" y="101"/>
                  </a:cubicBezTo>
                  <a:cubicBezTo>
                    <a:pt x="353" y="103"/>
                    <a:pt x="356" y="113"/>
                    <a:pt x="357" y="120"/>
                  </a:cubicBezTo>
                  <a:cubicBezTo>
                    <a:pt x="359" y="135"/>
                    <a:pt x="359" y="150"/>
                    <a:pt x="360" y="165"/>
                  </a:cubicBezTo>
                  <a:cubicBezTo>
                    <a:pt x="383" y="168"/>
                    <a:pt x="405" y="170"/>
                    <a:pt x="428" y="173"/>
                  </a:cubicBezTo>
                  <a:cubicBezTo>
                    <a:pt x="433" y="134"/>
                    <a:pt x="425" y="82"/>
                    <a:pt x="474" y="74"/>
                  </a:cubicBezTo>
                  <a:cubicBezTo>
                    <a:pt x="509" y="68"/>
                    <a:pt x="535" y="105"/>
                    <a:pt x="551" y="139"/>
                  </a:cubicBezTo>
                  <a:cubicBezTo>
                    <a:pt x="559" y="135"/>
                    <a:pt x="567" y="130"/>
                    <a:pt x="574" y="126"/>
                  </a:cubicBezTo>
                  <a:cubicBezTo>
                    <a:pt x="558" y="58"/>
                    <a:pt x="570" y="17"/>
                    <a:pt x="612" y="3"/>
                  </a:cubicBezTo>
                  <a:cubicBezTo>
                    <a:pt x="641" y="-8"/>
                    <a:pt x="681" y="13"/>
                    <a:pt x="696" y="47"/>
                  </a:cubicBezTo>
                  <a:cubicBezTo>
                    <a:pt x="715" y="88"/>
                    <a:pt x="697" y="129"/>
                    <a:pt x="645" y="160"/>
                  </a:cubicBezTo>
                  <a:cubicBezTo>
                    <a:pt x="651" y="167"/>
                    <a:pt x="656" y="174"/>
                    <a:pt x="662" y="182"/>
                  </a:cubicBezTo>
                  <a:cubicBezTo>
                    <a:pt x="681" y="172"/>
                    <a:pt x="698" y="164"/>
                    <a:pt x="715" y="155"/>
                  </a:cubicBezTo>
                  <a:cubicBezTo>
                    <a:pt x="700" y="80"/>
                    <a:pt x="755" y="22"/>
                    <a:pt x="819" y="61"/>
                  </a:cubicBezTo>
                  <a:cubicBezTo>
                    <a:pt x="823" y="53"/>
                    <a:pt x="825" y="45"/>
                    <a:pt x="829" y="37"/>
                  </a:cubicBezTo>
                  <a:cubicBezTo>
                    <a:pt x="846" y="4"/>
                    <a:pt x="882" y="-7"/>
                    <a:pt x="907" y="19"/>
                  </a:cubicBezTo>
                  <a:cubicBezTo>
                    <a:pt x="931" y="45"/>
                    <a:pt x="951" y="77"/>
                    <a:pt x="966" y="109"/>
                  </a:cubicBezTo>
                  <a:cubicBezTo>
                    <a:pt x="979" y="139"/>
                    <a:pt x="964" y="166"/>
                    <a:pt x="938" y="182"/>
                  </a:cubicBezTo>
                  <a:cubicBezTo>
                    <a:pt x="953" y="203"/>
                    <a:pt x="966" y="222"/>
                    <a:pt x="981" y="242"/>
                  </a:cubicBezTo>
                  <a:cubicBezTo>
                    <a:pt x="1030" y="231"/>
                    <a:pt x="1095" y="292"/>
                    <a:pt x="1078" y="350"/>
                  </a:cubicBezTo>
                  <a:cubicBezTo>
                    <a:pt x="1058" y="418"/>
                    <a:pt x="1050" y="495"/>
                    <a:pt x="985" y="547"/>
                  </a:cubicBezTo>
                  <a:cubicBezTo>
                    <a:pt x="1014" y="563"/>
                    <a:pt x="1046" y="582"/>
                    <a:pt x="1028" y="618"/>
                  </a:cubicBezTo>
                  <a:cubicBezTo>
                    <a:pt x="1016" y="643"/>
                    <a:pt x="990" y="661"/>
                    <a:pt x="970" y="681"/>
                  </a:cubicBezTo>
                  <a:cubicBezTo>
                    <a:pt x="971" y="698"/>
                    <a:pt x="979" y="724"/>
                    <a:pt x="972" y="743"/>
                  </a:cubicBezTo>
                  <a:cubicBezTo>
                    <a:pt x="961" y="772"/>
                    <a:pt x="943" y="802"/>
                    <a:pt x="919" y="822"/>
                  </a:cubicBezTo>
                  <a:cubicBezTo>
                    <a:pt x="886" y="849"/>
                    <a:pt x="837" y="827"/>
                    <a:pt x="832" y="781"/>
                  </a:cubicBezTo>
                  <a:cubicBezTo>
                    <a:pt x="828" y="746"/>
                    <a:pt x="833" y="709"/>
                    <a:pt x="839" y="673"/>
                  </a:cubicBezTo>
                  <a:cubicBezTo>
                    <a:pt x="840" y="665"/>
                    <a:pt x="858" y="659"/>
                    <a:pt x="873" y="648"/>
                  </a:cubicBezTo>
                  <a:cubicBezTo>
                    <a:pt x="816" y="659"/>
                    <a:pt x="829" y="620"/>
                    <a:pt x="827" y="592"/>
                  </a:cubicBezTo>
                  <a:cubicBezTo>
                    <a:pt x="814" y="588"/>
                    <a:pt x="802" y="584"/>
                    <a:pt x="790" y="579"/>
                  </a:cubicBezTo>
                  <a:cubicBezTo>
                    <a:pt x="779" y="593"/>
                    <a:pt x="769" y="607"/>
                    <a:pt x="756" y="623"/>
                  </a:cubicBezTo>
                  <a:cubicBezTo>
                    <a:pt x="788" y="642"/>
                    <a:pt x="823" y="661"/>
                    <a:pt x="820" y="706"/>
                  </a:cubicBezTo>
                  <a:cubicBezTo>
                    <a:pt x="817" y="748"/>
                    <a:pt x="783" y="768"/>
                    <a:pt x="750" y="790"/>
                  </a:cubicBezTo>
                  <a:cubicBezTo>
                    <a:pt x="781" y="818"/>
                    <a:pt x="816" y="844"/>
                    <a:pt x="801" y="893"/>
                  </a:cubicBezTo>
                  <a:cubicBezTo>
                    <a:pt x="826" y="903"/>
                    <a:pt x="849" y="913"/>
                    <a:pt x="872" y="923"/>
                  </a:cubicBezTo>
                  <a:cubicBezTo>
                    <a:pt x="874" y="908"/>
                    <a:pt x="870" y="889"/>
                    <a:pt x="878" y="877"/>
                  </a:cubicBezTo>
                  <a:cubicBezTo>
                    <a:pt x="886" y="866"/>
                    <a:pt x="906" y="860"/>
                    <a:pt x="921" y="859"/>
                  </a:cubicBezTo>
                  <a:cubicBezTo>
                    <a:pt x="948" y="857"/>
                    <a:pt x="966" y="877"/>
                    <a:pt x="966" y="903"/>
                  </a:cubicBezTo>
                  <a:cubicBezTo>
                    <a:pt x="966" y="935"/>
                    <a:pt x="950" y="947"/>
                    <a:pt x="899" y="949"/>
                  </a:cubicBezTo>
                  <a:cubicBezTo>
                    <a:pt x="913" y="982"/>
                    <a:pt x="905" y="1010"/>
                    <a:pt x="886" y="1037"/>
                  </a:cubicBezTo>
                  <a:cubicBezTo>
                    <a:pt x="864" y="1068"/>
                    <a:pt x="834" y="1078"/>
                    <a:pt x="801" y="1067"/>
                  </a:cubicBezTo>
                  <a:cubicBezTo>
                    <a:pt x="765" y="1056"/>
                    <a:pt x="741" y="1026"/>
                    <a:pt x="745" y="989"/>
                  </a:cubicBezTo>
                  <a:cubicBezTo>
                    <a:pt x="749" y="955"/>
                    <a:pt x="737" y="949"/>
                    <a:pt x="707" y="956"/>
                  </a:cubicBezTo>
                  <a:cubicBezTo>
                    <a:pt x="695" y="959"/>
                    <a:pt x="682" y="956"/>
                    <a:pt x="669" y="955"/>
                  </a:cubicBezTo>
                  <a:cubicBezTo>
                    <a:pt x="657" y="954"/>
                    <a:pt x="646" y="950"/>
                    <a:pt x="634" y="948"/>
                  </a:cubicBezTo>
                  <a:cubicBezTo>
                    <a:pt x="625" y="961"/>
                    <a:pt x="616" y="973"/>
                    <a:pt x="606" y="987"/>
                  </a:cubicBezTo>
                  <a:cubicBezTo>
                    <a:pt x="615" y="997"/>
                    <a:pt x="625" y="1008"/>
                    <a:pt x="637" y="1020"/>
                  </a:cubicBezTo>
                  <a:cubicBezTo>
                    <a:pt x="648" y="1013"/>
                    <a:pt x="657" y="1003"/>
                    <a:pt x="669" y="1000"/>
                  </a:cubicBezTo>
                  <a:cubicBezTo>
                    <a:pt x="688" y="996"/>
                    <a:pt x="713" y="988"/>
                    <a:pt x="725" y="997"/>
                  </a:cubicBezTo>
                  <a:cubicBezTo>
                    <a:pt x="737" y="1005"/>
                    <a:pt x="744" y="1033"/>
                    <a:pt x="741" y="1050"/>
                  </a:cubicBezTo>
                  <a:cubicBezTo>
                    <a:pt x="735" y="1082"/>
                    <a:pt x="720" y="1111"/>
                    <a:pt x="709" y="1142"/>
                  </a:cubicBezTo>
                  <a:cubicBezTo>
                    <a:pt x="723" y="1144"/>
                    <a:pt x="739" y="1147"/>
                    <a:pt x="755" y="1149"/>
                  </a:cubicBezTo>
                  <a:cubicBezTo>
                    <a:pt x="758" y="1147"/>
                    <a:pt x="761" y="1146"/>
                    <a:pt x="761" y="1145"/>
                  </a:cubicBezTo>
                  <a:cubicBezTo>
                    <a:pt x="767" y="1116"/>
                    <a:pt x="777" y="1088"/>
                    <a:pt x="811" y="1085"/>
                  </a:cubicBezTo>
                  <a:cubicBezTo>
                    <a:pt x="840" y="1083"/>
                    <a:pt x="888" y="1124"/>
                    <a:pt x="892" y="1150"/>
                  </a:cubicBezTo>
                  <a:cubicBezTo>
                    <a:pt x="897" y="1182"/>
                    <a:pt x="877" y="1216"/>
                    <a:pt x="848" y="1230"/>
                  </a:cubicBezTo>
                  <a:cubicBezTo>
                    <a:pt x="839" y="1234"/>
                    <a:pt x="828" y="1243"/>
                    <a:pt x="825" y="1252"/>
                  </a:cubicBezTo>
                  <a:cubicBezTo>
                    <a:pt x="813" y="1296"/>
                    <a:pt x="787" y="1329"/>
                    <a:pt x="743" y="1345"/>
                  </a:cubicBezTo>
                  <a:lnTo>
                    <a:pt x="704" y="1345"/>
                  </a:lnTo>
                  <a:moveTo>
                    <a:pt x="298" y="398"/>
                  </a:moveTo>
                  <a:cubicBezTo>
                    <a:pt x="326" y="402"/>
                    <a:pt x="352" y="402"/>
                    <a:pt x="374" y="411"/>
                  </a:cubicBezTo>
                  <a:cubicBezTo>
                    <a:pt x="397" y="419"/>
                    <a:pt x="423" y="434"/>
                    <a:pt x="434" y="453"/>
                  </a:cubicBezTo>
                  <a:cubicBezTo>
                    <a:pt x="448" y="479"/>
                    <a:pt x="422" y="498"/>
                    <a:pt x="403" y="514"/>
                  </a:cubicBezTo>
                  <a:cubicBezTo>
                    <a:pt x="401" y="516"/>
                    <a:pt x="401" y="518"/>
                    <a:pt x="401" y="517"/>
                  </a:cubicBezTo>
                  <a:cubicBezTo>
                    <a:pt x="435" y="542"/>
                    <a:pt x="469" y="566"/>
                    <a:pt x="502" y="590"/>
                  </a:cubicBezTo>
                  <a:cubicBezTo>
                    <a:pt x="561" y="544"/>
                    <a:pt x="594" y="545"/>
                    <a:pt x="649" y="595"/>
                  </a:cubicBezTo>
                  <a:cubicBezTo>
                    <a:pt x="654" y="589"/>
                    <a:pt x="658" y="584"/>
                    <a:pt x="659" y="584"/>
                  </a:cubicBezTo>
                  <a:cubicBezTo>
                    <a:pt x="634" y="565"/>
                    <a:pt x="610" y="547"/>
                    <a:pt x="584" y="527"/>
                  </a:cubicBezTo>
                  <a:cubicBezTo>
                    <a:pt x="545" y="549"/>
                    <a:pt x="495" y="545"/>
                    <a:pt x="465" y="513"/>
                  </a:cubicBezTo>
                  <a:cubicBezTo>
                    <a:pt x="435" y="480"/>
                    <a:pt x="441" y="451"/>
                    <a:pt x="482" y="435"/>
                  </a:cubicBezTo>
                  <a:cubicBezTo>
                    <a:pt x="489" y="431"/>
                    <a:pt x="497" y="428"/>
                    <a:pt x="508" y="424"/>
                  </a:cubicBezTo>
                  <a:cubicBezTo>
                    <a:pt x="457" y="396"/>
                    <a:pt x="458" y="350"/>
                    <a:pt x="462" y="300"/>
                  </a:cubicBezTo>
                  <a:cubicBezTo>
                    <a:pt x="447" y="313"/>
                    <a:pt x="435" y="323"/>
                    <a:pt x="423" y="333"/>
                  </a:cubicBezTo>
                  <a:cubicBezTo>
                    <a:pt x="426" y="333"/>
                    <a:pt x="429" y="333"/>
                    <a:pt x="433" y="333"/>
                  </a:cubicBezTo>
                  <a:cubicBezTo>
                    <a:pt x="436" y="350"/>
                    <a:pt x="448" y="374"/>
                    <a:pt x="442" y="383"/>
                  </a:cubicBezTo>
                  <a:cubicBezTo>
                    <a:pt x="433" y="395"/>
                    <a:pt x="409" y="400"/>
                    <a:pt x="391" y="400"/>
                  </a:cubicBezTo>
                  <a:cubicBezTo>
                    <a:pt x="375" y="400"/>
                    <a:pt x="359" y="390"/>
                    <a:pt x="342" y="385"/>
                  </a:cubicBezTo>
                  <a:cubicBezTo>
                    <a:pt x="328" y="381"/>
                    <a:pt x="313" y="378"/>
                    <a:pt x="296" y="374"/>
                  </a:cubicBezTo>
                  <a:cubicBezTo>
                    <a:pt x="297" y="384"/>
                    <a:pt x="297" y="391"/>
                    <a:pt x="298" y="398"/>
                  </a:cubicBezTo>
                  <a:moveTo>
                    <a:pt x="398" y="745"/>
                  </a:moveTo>
                  <a:cubicBezTo>
                    <a:pt x="358" y="746"/>
                    <a:pt x="319" y="775"/>
                    <a:pt x="313" y="807"/>
                  </a:cubicBezTo>
                  <a:cubicBezTo>
                    <a:pt x="310" y="823"/>
                    <a:pt x="309" y="844"/>
                    <a:pt x="317" y="855"/>
                  </a:cubicBezTo>
                  <a:cubicBezTo>
                    <a:pt x="323" y="862"/>
                    <a:pt x="348" y="861"/>
                    <a:pt x="361" y="857"/>
                  </a:cubicBezTo>
                  <a:cubicBezTo>
                    <a:pt x="388" y="848"/>
                    <a:pt x="414" y="836"/>
                    <a:pt x="437" y="821"/>
                  </a:cubicBezTo>
                  <a:cubicBezTo>
                    <a:pt x="469" y="800"/>
                    <a:pt x="465" y="767"/>
                    <a:pt x="429" y="752"/>
                  </a:cubicBezTo>
                  <a:cubicBezTo>
                    <a:pt x="417" y="748"/>
                    <a:pt x="404" y="747"/>
                    <a:pt x="398" y="745"/>
                  </a:cubicBezTo>
                  <a:moveTo>
                    <a:pt x="670" y="785"/>
                  </a:moveTo>
                  <a:cubicBezTo>
                    <a:pt x="662" y="751"/>
                    <a:pt x="656" y="721"/>
                    <a:pt x="650" y="697"/>
                  </a:cubicBezTo>
                  <a:cubicBezTo>
                    <a:pt x="634" y="703"/>
                    <a:pt x="613" y="711"/>
                    <a:pt x="594" y="718"/>
                  </a:cubicBezTo>
                  <a:cubicBezTo>
                    <a:pt x="586" y="736"/>
                    <a:pt x="582" y="764"/>
                    <a:pt x="567" y="774"/>
                  </a:cubicBezTo>
                  <a:cubicBezTo>
                    <a:pt x="552" y="784"/>
                    <a:pt x="525" y="776"/>
                    <a:pt x="502" y="776"/>
                  </a:cubicBezTo>
                  <a:cubicBezTo>
                    <a:pt x="502" y="782"/>
                    <a:pt x="503" y="792"/>
                    <a:pt x="504" y="802"/>
                  </a:cubicBezTo>
                  <a:cubicBezTo>
                    <a:pt x="506" y="800"/>
                    <a:pt x="508" y="798"/>
                    <a:pt x="511" y="796"/>
                  </a:cubicBezTo>
                  <a:cubicBezTo>
                    <a:pt x="537" y="815"/>
                    <a:pt x="564" y="833"/>
                    <a:pt x="592" y="852"/>
                  </a:cubicBezTo>
                  <a:cubicBezTo>
                    <a:pt x="599" y="807"/>
                    <a:pt x="633" y="791"/>
                    <a:pt x="670" y="785"/>
                  </a:cubicBezTo>
                  <a:moveTo>
                    <a:pt x="786" y="1232"/>
                  </a:moveTo>
                  <a:cubicBezTo>
                    <a:pt x="788" y="1212"/>
                    <a:pt x="768" y="1194"/>
                    <a:pt x="741" y="1190"/>
                  </a:cubicBezTo>
                  <a:cubicBezTo>
                    <a:pt x="723" y="1188"/>
                    <a:pt x="668" y="1225"/>
                    <a:pt x="666" y="1242"/>
                  </a:cubicBezTo>
                  <a:cubicBezTo>
                    <a:pt x="663" y="1258"/>
                    <a:pt x="702" y="1302"/>
                    <a:pt x="720" y="1304"/>
                  </a:cubicBezTo>
                  <a:cubicBezTo>
                    <a:pt x="750" y="1307"/>
                    <a:pt x="782" y="1272"/>
                    <a:pt x="786" y="1232"/>
                  </a:cubicBezTo>
                  <a:moveTo>
                    <a:pt x="686" y="923"/>
                  </a:moveTo>
                  <a:cubicBezTo>
                    <a:pt x="710" y="913"/>
                    <a:pt x="732" y="907"/>
                    <a:pt x="748" y="895"/>
                  </a:cubicBezTo>
                  <a:cubicBezTo>
                    <a:pt x="756" y="888"/>
                    <a:pt x="760" y="866"/>
                    <a:pt x="755" y="857"/>
                  </a:cubicBezTo>
                  <a:cubicBezTo>
                    <a:pt x="733" y="817"/>
                    <a:pt x="673" y="812"/>
                    <a:pt x="644" y="847"/>
                  </a:cubicBezTo>
                  <a:cubicBezTo>
                    <a:pt x="635" y="858"/>
                    <a:pt x="628" y="882"/>
                    <a:pt x="634" y="889"/>
                  </a:cubicBezTo>
                  <a:cubicBezTo>
                    <a:pt x="646" y="904"/>
                    <a:pt x="667" y="912"/>
                    <a:pt x="686" y="924"/>
                  </a:cubicBezTo>
                  <a:lnTo>
                    <a:pt x="686" y="923"/>
                  </a:lnTo>
                  <a:moveTo>
                    <a:pt x="612" y="429"/>
                  </a:moveTo>
                  <a:cubicBezTo>
                    <a:pt x="620" y="459"/>
                    <a:pt x="624" y="487"/>
                    <a:pt x="634" y="513"/>
                  </a:cubicBezTo>
                  <a:cubicBezTo>
                    <a:pt x="637" y="521"/>
                    <a:pt x="652" y="531"/>
                    <a:pt x="661" y="530"/>
                  </a:cubicBezTo>
                  <a:cubicBezTo>
                    <a:pt x="669" y="530"/>
                    <a:pt x="681" y="518"/>
                    <a:pt x="685" y="509"/>
                  </a:cubicBezTo>
                  <a:cubicBezTo>
                    <a:pt x="698" y="478"/>
                    <a:pt x="691" y="447"/>
                    <a:pt x="674" y="419"/>
                  </a:cubicBezTo>
                  <a:cubicBezTo>
                    <a:pt x="664" y="403"/>
                    <a:pt x="647" y="390"/>
                    <a:pt x="633" y="376"/>
                  </a:cubicBezTo>
                  <a:cubicBezTo>
                    <a:pt x="626" y="394"/>
                    <a:pt x="619" y="412"/>
                    <a:pt x="612" y="429"/>
                  </a:cubicBezTo>
                  <a:moveTo>
                    <a:pt x="519" y="1137"/>
                  </a:moveTo>
                  <a:cubicBezTo>
                    <a:pt x="531" y="1142"/>
                    <a:pt x="539" y="1148"/>
                    <a:pt x="547" y="1147"/>
                  </a:cubicBezTo>
                  <a:cubicBezTo>
                    <a:pt x="589" y="1146"/>
                    <a:pt x="623" y="1088"/>
                    <a:pt x="604" y="1051"/>
                  </a:cubicBezTo>
                  <a:cubicBezTo>
                    <a:pt x="594" y="1031"/>
                    <a:pt x="577" y="1014"/>
                    <a:pt x="556" y="1028"/>
                  </a:cubicBezTo>
                  <a:cubicBezTo>
                    <a:pt x="541" y="1038"/>
                    <a:pt x="522" y="1072"/>
                    <a:pt x="527" y="1078"/>
                  </a:cubicBezTo>
                  <a:cubicBezTo>
                    <a:pt x="546" y="1101"/>
                    <a:pt x="535" y="1116"/>
                    <a:pt x="519" y="1137"/>
                  </a:cubicBezTo>
                  <a:moveTo>
                    <a:pt x="380" y="570"/>
                  </a:moveTo>
                  <a:cubicBezTo>
                    <a:pt x="386" y="631"/>
                    <a:pt x="437" y="653"/>
                    <a:pt x="474" y="685"/>
                  </a:cubicBezTo>
                  <a:cubicBezTo>
                    <a:pt x="480" y="691"/>
                    <a:pt x="499" y="683"/>
                    <a:pt x="511" y="679"/>
                  </a:cubicBezTo>
                  <a:cubicBezTo>
                    <a:pt x="515" y="677"/>
                    <a:pt x="517" y="659"/>
                    <a:pt x="513" y="657"/>
                  </a:cubicBezTo>
                  <a:cubicBezTo>
                    <a:pt x="473" y="626"/>
                    <a:pt x="432" y="596"/>
                    <a:pt x="391" y="567"/>
                  </a:cubicBezTo>
                  <a:cubicBezTo>
                    <a:pt x="390" y="566"/>
                    <a:pt x="385" y="569"/>
                    <a:pt x="380" y="570"/>
                  </a:cubicBezTo>
                  <a:moveTo>
                    <a:pt x="392" y="464"/>
                  </a:moveTo>
                  <a:cubicBezTo>
                    <a:pt x="332" y="429"/>
                    <a:pt x="281" y="440"/>
                    <a:pt x="250" y="494"/>
                  </a:cubicBezTo>
                  <a:cubicBezTo>
                    <a:pt x="294" y="527"/>
                    <a:pt x="346" y="516"/>
                    <a:pt x="392" y="464"/>
                  </a:cubicBezTo>
                  <a:moveTo>
                    <a:pt x="497" y="895"/>
                  </a:moveTo>
                  <a:cubicBezTo>
                    <a:pt x="504" y="914"/>
                    <a:pt x="506" y="933"/>
                    <a:pt x="516" y="942"/>
                  </a:cubicBezTo>
                  <a:cubicBezTo>
                    <a:pt x="528" y="952"/>
                    <a:pt x="548" y="958"/>
                    <a:pt x="564" y="957"/>
                  </a:cubicBezTo>
                  <a:cubicBezTo>
                    <a:pt x="573" y="957"/>
                    <a:pt x="587" y="940"/>
                    <a:pt x="587" y="930"/>
                  </a:cubicBezTo>
                  <a:cubicBezTo>
                    <a:pt x="589" y="909"/>
                    <a:pt x="528" y="854"/>
                    <a:pt x="497" y="847"/>
                  </a:cubicBezTo>
                  <a:cubicBezTo>
                    <a:pt x="532" y="868"/>
                    <a:pt x="526" y="884"/>
                    <a:pt x="497" y="895"/>
                  </a:cubicBezTo>
                  <a:moveTo>
                    <a:pt x="744" y="660"/>
                  </a:moveTo>
                  <a:cubicBezTo>
                    <a:pt x="718" y="665"/>
                    <a:pt x="693" y="690"/>
                    <a:pt x="692" y="713"/>
                  </a:cubicBezTo>
                  <a:cubicBezTo>
                    <a:pt x="691" y="733"/>
                    <a:pt x="698" y="750"/>
                    <a:pt x="721" y="753"/>
                  </a:cubicBezTo>
                  <a:cubicBezTo>
                    <a:pt x="741" y="755"/>
                    <a:pt x="782" y="720"/>
                    <a:pt x="776" y="703"/>
                  </a:cubicBezTo>
                  <a:cubicBezTo>
                    <a:pt x="770" y="687"/>
                    <a:pt x="755" y="674"/>
                    <a:pt x="743" y="660"/>
                  </a:cubicBezTo>
                  <a:lnTo>
                    <a:pt x="744" y="660"/>
                  </a:lnTo>
                  <a:moveTo>
                    <a:pt x="516" y="272"/>
                  </a:moveTo>
                  <a:cubicBezTo>
                    <a:pt x="497" y="302"/>
                    <a:pt x="494" y="334"/>
                    <a:pt x="507" y="365"/>
                  </a:cubicBezTo>
                  <a:cubicBezTo>
                    <a:pt x="511" y="375"/>
                    <a:pt x="527" y="383"/>
                    <a:pt x="539" y="385"/>
                  </a:cubicBezTo>
                  <a:cubicBezTo>
                    <a:pt x="545" y="385"/>
                    <a:pt x="558" y="371"/>
                    <a:pt x="561" y="362"/>
                  </a:cubicBezTo>
                  <a:cubicBezTo>
                    <a:pt x="570" y="331"/>
                    <a:pt x="548" y="289"/>
                    <a:pt x="516" y="272"/>
                  </a:cubicBezTo>
                  <a:moveTo>
                    <a:pt x="164" y="329"/>
                  </a:moveTo>
                  <a:cubicBezTo>
                    <a:pt x="126" y="311"/>
                    <a:pt x="61" y="331"/>
                    <a:pt x="46" y="361"/>
                  </a:cubicBezTo>
                  <a:cubicBezTo>
                    <a:pt x="36" y="381"/>
                    <a:pt x="44" y="396"/>
                    <a:pt x="64" y="393"/>
                  </a:cubicBezTo>
                  <a:cubicBezTo>
                    <a:pt x="104" y="385"/>
                    <a:pt x="139" y="368"/>
                    <a:pt x="164" y="329"/>
                  </a:cubicBezTo>
                  <a:moveTo>
                    <a:pt x="892" y="286"/>
                  </a:moveTo>
                  <a:cubicBezTo>
                    <a:pt x="892" y="286"/>
                    <a:pt x="891" y="286"/>
                    <a:pt x="890" y="286"/>
                  </a:cubicBezTo>
                  <a:cubicBezTo>
                    <a:pt x="891" y="305"/>
                    <a:pt x="891" y="323"/>
                    <a:pt x="894" y="341"/>
                  </a:cubicBezTo>
                  <a:cubicBezTo>
                    <a:pt x="898" y="357"/>
                    <a:pt x="909" y="366"/>
                    <a:pt x="924" y="351"/>
                  </a:cubicBezTo>
                  <a:cubicBezTo>
                    <a:pt x="944" y="333"/>
                    <a:pt x="943" y="255"/>
                    <a:pt x="924" y="235"/>
                  </a:cubicBezTo>
                  <a:cubicBezTo>
                    <a:pt x="918" y="229"/>
                    <a:pt x="909" y="226"/>
                    <a:pt x="901" y="227"/>
                  </a:cubicBezTo>
                  <a:cubicBezTo>
                    <a:pt x="898" y="227"/>
                    <a:pt x="893" y="238"/>
                    <a:pt x="893" y="244"/>
                  </a:cubicBezTo>
                  <a:cubicBezTo>
                    <a:pt x="891" y="258"/>
                    <a:pt x="892" y="272"/>
                    <a:pt x="892" y="286"/>
                  </a:cubicBezTo>
                  <a:moveTo>
                    <a:pt x="252" y="391"/>
                  </a:moveTo>
                  <a:cubicBezTo>
                    <a:pt x="197" y="364"/>
                    <a:pt x="154" y="384"/>
                    <a:pt x="139" y="443"/>
                  </a:cubicBezTo>
                  <a:cubicBezTo>
                    <a:pt x="171" y="461"/>
                    <a:pt x="216" y="441"/>
                    <a:pt x="252" y="391"/>
                  </a:cubicBezTo>
                  <a:moveTo>
                    <a:pt x="782" y="980"/>
                  </a:moveTo>
                  <a:cubicBezTo>
                    <a:pt x="786" y="1014"/>
                    <a:pt x="799" y="1028"/>
                    <a:pt x="822" y="1031"/>
                  </a:cubicBezTo>
                  <a:cubicBezTo>
                    <a:pt x="839" y="1033"/>
                    <a:pt x="872" y="999"/>
                    <a:pt x="863" y="986"/>
                  </a:cubicBezTo>
                  <a:cubicBezTo>
                    <a:pt x="852" y="968"/>
                    <a:pt x="832" y="952"/>
                    <a:pt x="813" y="946"/>
                  </a:cubicBezTo>
                  <a:cubicBezTo>
                    <a:pt x="806" y="944"/>
                    <a:pt x="790" y="971"/>
                    <a:pt x="782" y="980"/>
                  </a:cubicBezTo>
                  <a:moveTo>
                    <a:pt x="946" y="710"/>
                  </a:moveTo>
                  <a:cubicBezTo>
                    <a:pt x="916" y="710"/>
                    <a:pt x="891" y="703"/>
                    <a:pt x="881" y="712"/>
                  </a:cubicBezTo>
                  <a:cubicBezTo>
                    <a:pt x="870" y="723"/>
                    <a:pt x="870" y="747"/>
                    <a:pt x="869" y="766"/>
                  </a:cubicBezTo>
                  <a:cubicBezTo>
                    <a:pt x="868" y="774"/>
                    <a:pt x="876" y="786"/>
                    <a:pt x="883" y="789"/>
                  </a:cubicBezTo>
                  <a:cubicBezTo>
                    <a:pt x="889" y="791"/>
                    <a:pt x="903" y="786"/>
                    <a:pt x="907" y="780"/>
                  </a:cubicBezTo>
                  <a:cubicBezTo>
                    <a:pt x="920" y="761"/>
                    <a:pt x="930" y="740"/>
                    <a:pt x="946" y="710"/>
                  </a:cubicBezTo>
                  <a:moveTo>
                    <a:pt x="879" y="599"/>
                  </a:moveTo>
                  <a:cubicBezTo>
                    <a:pt x="920" y="646"/>
                    <a:pt x="966" y="647"/>
                    <a:pt x="990" y="604"/>
                  </a:cubicBezTo>
                  <a:cubicBezTo>
                    <a:pt x="956" y="576"/>
                    <a:pt x="915" y="574"/>
                    <a:pt x="879" y="599"/>
                  </a:cubicBezTo>
                  <a:moveTo>
                    <a:pt x="446" y="248"/>
                  </a:moveTo>
                  <a:cubicBezTo>
                    <a:pt x="423" y="232"/>
                    <a:pt x="410" y="216"/>
                    <a:pt x="395" y="213"/>
                  </a:cubicBezTo>
                  <a:cubicBezTo>
                    <a:pt x="368" y="208"/>
                    <a:pt x="365" y="235"/>
                    <a:pt x="368" y="250"/>
                  </a:cubicBezTo>
                  <a:cubicBezTo>
                    <a:pt x="371" y="266"/>
                    <a:pt x="387" y="280"/>
                    <a:pt x="397" y="294"/>
                  </a:cubicBezTo>
                  <a:cubicBezTo>
                    <a:pt x="411" y="281"/>
                    <a:pt x="424" y="269"/>
                    <a:pt x="447" y="248"/>
                  </a:cubicBezTo>
                  <a:lnTo>
                    <a:pt x="446" y="248"/>
                  </a:lnTo>
                  <a:moveTo>
                    <a:pt x="544" y="1230"/>
                  </a:moveTo>
                  <a:cubicBezTo>
                    <a:pt x="505" y="1214"/>
                    <a:pt x="475" y="1216"/>
                    <a:pt x="470" y="1236"/>
                  </a:cubicBezTo>
                  <a:cubicBezTo>
                    <a:pt x="466" y="1256"/>
                    <a:pt x="467" y="1276"/>
                    <a:pt x="491" y="1285"/>
                  </a:cubicBezTo>
                  <a:cubicBezTo>
                    <a:pt x="513" y="1293"/>
                    <a:pt x="534" y="1271"/>
                    <a:pt x="544" y="1230"/>
                  </a:cubicBezTo>
                  <a:moveTo>
                    <a:pt x="293" y="213"/>
                  </a:moveTo>
                  <a:cubicBezTo>
                    <a:pt x="296" y="212"/>
                    <a:pt x="300" y="211"/>
                    <a:pt x="303" y="210"/>
                  </a:cubicBezTo>
                  <a:cubicBezTo>
                    <a:pt x="306" y="190"/>
                    <a:pt x="315" y="167"/>
                    <a:pt x="310" y="149"/>
                  </a:cubicBezTo>
                  <a:cubicBezTo>
                    <a:pt x="307" y="135"/>
                    <a:pt x="286" y="125"/>
                    <a:pt x="273" y="113"/>
                  </a:cubicBezTo>
                  <a:cubicBezTo>
                    <a:pt x="269" y="126"/>
                    <a:pt x="261" y="140"/>
                    <a:pt x="264" y="151"/>
                  </a:cubicBezTo>
                  <a:cubicBezTo>
                    <a:pt x="270" y="172"/>
                    <a:pt x="283" y="192"/>
                    <a:pt x="293" y="212"/>
                  </a:cubicBezTo>
                  <a:lnTo>
                    <a:pt x="293" y="213"/>
                  </a:lnTo>
                  <a:moveTo>
                    <a:pt x="789" y="94"/>
                  </a:moveTo>
                  <a:cubicBezTo>
                    <a:pt x="754" y="128"/>
                    <a:pt x="745" y="151"/>
                    <a:pt x="765" y="164"/>
                  </a:cubicBezTo>
                  <a:cubicBezTo>
                    <a:pt x="775" y="171"/>
                    <a:pt x="802" y="170"/>
                    <a:pt x="809" y="162"/>
                  </a:cubicBezTo>
                  <a:cubicBezTo>
                    <a:pt x="832" y="134"/>
                    <a:pt x="806" y="116"/>
                    <a:pt x="789" y="94"/>
                  </a:cubicBezTo>
                  <a:moveTo>
                    <a:pt x="828" y="355"/>
                  </a:moveTo>
                  <a:cubicBezTo>
                    <a:pt x="845" y="326"/>
                    <a:pt x="845" y="288"/>
                    <a:pt x="826" y="263"/>
                  </a:cubicBezTo>
                  <a:cubicBezTo>
                    <a:pt x="819" y="254"/>
                    <a:pt x="805" y="247"/>
                    <a:pt x="794" y="247"/>
                  </a:cubicBezTo>
                  <a:cubicBezTo>
                    <a:pt x="786" y="247"/>
                    <a:pt x="778" y="260"/>
                    <a:pt x="769" y="267"/>
                  </a:cubicBezTo>
                  <a:cubicBezTo>
                    <a:pt x="804" y="260"/>
                    <a:pt x="811" y="265"/>
                    <a:pt x="808" y="298"/>
                  </a:cubicBezTo>
                  <a:cubicBezTo>
                    <a:pt x="807" y="318"/>
                    <a:pt x="799" y="342"/>
                    <a:pt x="828" y="355"/>
                  </a:cubicBezTo>
                  <a:moveTo>
                    <a:pt x="346" y="1194"/>
                  </a:moveTo>
                  <a:cubicBezTo>
                    <a:pt x="366" y="1175"/>
                    <a:pt x="383" y="1161"/>
                    <a:pt x="397" y="1143"/>
                  </a:cubicBezTo>
                  <a:cubicBezTo>
                    <a:pt x="410" y="1126"/>
                    <a:pt x="399" y="1115"/>
                    <a:pt x="380" y="1113"/>
                  </a:cubicBezTo>
                  <a:cubicBezTo>
                    <a:pt x="346" y="1110"/>
                    <a:pt x="331" y="1139"/>
                    <a:pt x="346" y="1194"/>
                  </a:cubicBezTo>
                  <a:moveTo>
                    <a:pt x="625" y="41"/>
                  </a:moveTo>
                  <a:cubicBezTo>
                    <a:pt x="616" y="67"/>
                    <a:pt x="585" y="90"/>
                    <a:pt x="623" y="112"/>
                  </a:cubicBezTo>
                  <a:cubicBezTo>
                    <a:pt x="629" y="116"/>
                    <a:pt x="650" y="104"/>
                    <a:pt x="657" y="94"/>
                  </a:cubicBezTo>
                  <a:cubicBezTo>
                    <a:pt x="671" y="73"/>
                    <a:pt x="660" y="56"/>
                    <a:pt x="626" y="42"/>
                  </a:cubicBezTo>
                  <a:lnTo>
                    <a:pt x="625" y="41"/>
                  </a:lnTo>
                  <a:moveTo>
                    <a:pt x="985" y="424"/>
                  </a:moveTo>
                  <a:cubicBezTo>
                    <a:pt x="981" y="424"/>
                    <a:pt x="977" y="423"/>
                    <a:pt x="972" y="422"/>
                  </a:cubicBezTo>
                  <a:cubicBezTo>
                    <a:pt x="959" y="440"/>
                    <a:pt x="945" y="458"/>
                    <a:pt x="933" y="477"/>
                  </a:cubicBezTo>
                  <a:cubicBezTo>
                    <a:pt x="932" y="479"/>
                    <a:pt x="951" y="496"/>
                    <a:pt x="952" y="495"/>
                  </a:cubicBezTo>
                  <a:cubicBezTo>
                    <a:pt x="968" y="482"/>
                    <a:pt x="984" y="468"/>
                    <a:pt x="997" y="451"/>
                  </a:cubicBezTo>
                  <a:cubicBezTo>
                    <a:pt x="1000" y="447"/>
                    <a:pt x="989" y="433"/>
                    <a:pt x="985" y="424"/>
                  </a:cubicBezTo>
                  <a:moveTo>
                    <a:pt x="136" y="807"/>
                  </a:moveTo>
                  <a:cubicBezTo>
                    <a:pt x="170" y="800"/>
                    <a:pt x="184" y="771"/>
                    <a:pt x="171" y="731"/>
                  </a:cubicBezTo>
                  <a:cubicBezTo>
                    <a:pt x="126" y="736"/>
                    <a:pt x="115" y="759"/>
                    <a:pt x="136" y="807"/>
                  </a:cubicBezTo>
                  <a:moveTo>
                    <a:pt x="688" y="341"/>
                  </a:moveTo>
                  <a:cubicBezTo>
                    <a:pt x="682" y="319"/>
                    <a:pt x="675" y="297"/>
                    <a:pt x="670" y="279"/>
                  </a:cubicBezTo>
                  <a:cubicBezTo>
                    <a:pt x="645" y="289"/>
                    <a:pt x="623" y="299"/>
                    <a:pt x="599" y="309"/>
                  </a:cubicBezTo>
                  <a:cubicBezTo>
                    <a:pt x="600" y="312"/>
                    <a:pt x="601" y="319"/>
                    <a:pt x="603" y="330"/>
                  </a:cubicBezTo>
                  <a:cubicBezTo>
                    <a:pt x="636" y="303"/>
                    <a:pt x="655" y="334"/>
                    <a:pt x="688" y="341"/>
                  </a:cubicBezTo>
                  <a:moveTo>
                    <a:pt x="460" y="156"/>
                  </a:moveTo>
                  <a:cubicBezTo>
                    <a:pt x="473" y="173"/>
                    <a:pt x="483" y="187"/>
                    <a:pt x="494" y="201"/>
                  </a:cubicBezTo>
                  <a:cubicBezTo>
                    <a:pt x="501" y="191"/>
                    <a:pt x="515" y="178"/>
                    <a:pt x="512" y="172"/>
                  </a:cubicBezTo>
                  <a:cubicBezTo>
                    <a:pt x="507" y="155"/>
                    <a:pt x="494" y="141"/>
                    <a:pt x="483" y="126"/>
                  </a:cubicBezTo>
                  <a:cubicBezTo>
                    <a:pt x="477" y="134"/>
                    <a:pt x="471" y="142"/>
                    <a:pt x="460" y="156"/>
                  </a:cubicBezTo>
                  <a:moveTo>
                    <a:pt x="184" y="507"/>
                  </a:moveTo>
                  <a:cubicBezTo>
                    <a:pt x="178" y="519"/>
                    <a:pt x="174" y="528"/>
                    <a:pt x="169" y="536"/>
                  </a:cubicBezTo>
                  <a:cubicBezTo>
                    <a:pt x="164" y="545"/>
                    <a:pt x="157" y="553"/>
                    <a:pt x="153" y="563"/>
                  </a:cubicBezTo>
                  <a:cubicBezTo>
                    <a:pt x="150" y="569"/>
                    <a:pt x="150" y="577"/>
                    <a:pt x="149" y="585"/>
                  </a:cubicBezTo>
                  <a:cubicBezTo>
                    <a:pt x="158" y="586"/>
                    <a:pt x="169" y="590"/>
                    <a:pt x="175" y="586"/>
                  </a:cubicBezTo>
                  <a:cubicBezTo>
                    <a:pt x="199" y="575"/>
                    <a:pt x="204" y="541"/>
                    <a:pt x="184" y="507"/>
                  </a:cubicBezTo>
                  <a:moveTo>
                    <a:pt x="814" y="543"/>
                  </a:moveTo>
                  <a:cubicBezTo>
                    <a:pt x="820" y="544"/>
                    <a:pt x="825" y="544"/>
                    <a:pt x="831" y="545"/>
                  </a:cubicBezTo>
                  <a:cubicBezTo>
                    <a:pt x="834" y="526"/>
                    <a:pt x="840" y="506"/>
                    <a:pt x="839" y="487"/>
                  </a:cubicBezTo>
                  <a:cubicBezTo>
                    <a:pt x="837" y="476"/>
                    <a:pt x="823" y="467"/>
                    <a:pt x="815" y="457"/>
                  </a:cubicBezTo>
                  <a:cubicBezTo>
                    <a:pt x="812" y="459"/>
                    <a:pt x="809" y="460"/>
                    <a:pt x="806" y="462"/>
                  </a:cubicBezTo>
                  <a:cubicBezTo>
                    <a:pt x="809" y="489"/>
                    <a:pt x="811" y="516"/>
                    <a:pt x="814" y="543"/>
                  </a:cubicBezTo>
                  <a:moveTo>
                    <a:pt x="905" y="76"/>
                  </a:moveTo>
                  <a:cubicBezTo>
                    <a:pt x="897" y="86"/>
                    <a:pt x="887" y="92"/>
                    <a:pt x="886" y="99"/>
                  </a:cubicBezTo>
                  <a:cubicBezTo>
                    <a:pt x="885" y="111"/>
                    <a:pt x="886" y="126"/>
                    <a:pt x="891" y="136"/>
                  </a:cubicBezTo>
                  <a:cubicBezTo>
                    <a:pt x="894" y="142"/>
                    <a:pt x="910" y="141"/>
                    <a:pt x="920" y="143"/>
                  </a:cubicBezTo>
                  <a:cubicBezTo>
                    <a:pt x="921" y="131"/>
                    <a:pt x="925" y="119"/>
                    <a:pt x="923" y="108"/>
                  </a:cubicBezTo>
                  <a:cubicBezTo>
                    <a:pt x="921" y="97"/>
                    <a:pt x="912" y="87"/>
                    <a:pt x="906" y="76"/>
                  </a:cubicBezTo>
                  <a:lnTo>
                    <a:pt x="905" y="76"/>
                  </a:lnTo>
                  <a:moveTo>
                    <a:pt x="235" y="251"/>
                  </a:moveTo>
                  <a:cubicBezTo>
                    <a:pt x="232" y="253"/>
                    <a:pt x="229" y="255"/>
                    <a:pt x="226" y="257"/>
                  </a:cubicBezTo>
                  <a:cubicBezTo>
                    <a:pt x="229" y="273"/>
                    <a:pt x="230" y="289"/>
                    <a:pt x="236" y="303"/>
                  </a:cubicBezTo>
                  <a:cubicBezTo>
                    <a:pt x="240" y="311"/>
                    <a:pt x="252" y="315"/>
                    <a:pt x="261" y="322"/>
                  </a:cubicBezTo>
                  <a:cubicBezTo>
                    <a:pt x="264" y="309"/>
                    <a:pt x="273" y="294"/>
                    <a:pt x="269" y="286"/>
                  </a:cubicBezTo>
                  <a:cubicBezTo>
                    <a:pt x="263" y="272"/>
                    <a:pt x="247" y="262"/>
                    <a:pt x="235" y="251"/>
                  </a:cubicBezTo>
                  <a:moveTo>
                    <a:pt x="1027" y="372"/>
                  </a:moveTo>
                  <a:cubicBezTo>
                    <a:pt x="1031" y="371"/>
                    <a:pt x="1035" y="370"/>
                    <a:pt x="1039" y="368"/>
                  </a:cubicBezTo>
                  <a:cubicBezTo>
                    <a:pt x="1034" y="345"/>
                    <a:pt x="1029" y="322"/>
                    <a:pt x="1025" y="298"/>
                  </a:cubicBezTo>
                  <a:lnTo>
                    <a:pt x="1013" y="301"/>
                  </a:lnTo>
                  <a:cubicBezTo>
                    <a:pt x="1009" y="326"/>
                    <a:pt x="985" y="355"/>
                    <a:pt x="1027" y="372"/>
                  </a:cubicBezTo>
                  <a:moveTo>
                    <a:pt x="594" y="183"/>
                  </a:moveTo>
                  <a:cubicBezTo>
                    <a:pt x="600" y="214"/>
                    <a:pt x="604" y="237"/>
                    <a:pt x="610" y="266"/>
                  </a:cubicBezTo>
                  <a:cubicBezTo>
                    <a:pt x="642" y="232"/>
                    <a:pt x="638" y="209"/>
                    <a:pt x="594" y="183"/>
                  </a:cubicBezTo>
                  <a:moveTo>
                    <a:pt x="494" y="471"/>
                  </a:moveTo>
                  <a:lnTo>
                    <a:pt x="493" y="487"/>
                  </a:lnTo>
                  <a:cubicBezTo>
                    <a:pt x="506" y="492"/>
                    <a:pt x="519" y="500"/>
                    <a:pt x="533" y="502"/>
                  </a:cubicBezTo>
                  <a:cubicBezTo>
                    <a:pt x="541" y="503"/>
                    <a:pt x="549" y="495"/>
                    <a:pt x="557" y="491"/>
                  </a:cubicBezTo>
                  <a:cubicBezTo>
                    <a:pt x="552" y="484"/>
                    <a:pt x="548" y="473"/>
                    <a:pt x="541" y="472"/>
                  </a:cubicBezTo>
                  <a:cubicBezTo>
                    <a:pt x="526" y="469"/>
                    <a:pt x="510" y="471"/>
                    <a:pt x="494" y="471"/>
                  </a:cubicBezTo>
                  <a:moveTo>
                    <a:pt x="69" y="843"/>
                  </a:moveTo>
                  <a:cubicBezTo>
                    <a:pt x="57" y="861"/>
                    <a:pt x="46" y="869"/>
                    <a:pt x="47" y="877"/>
                  </a:cubicBezTo>
                  <a:cubicBezTo>
                    <a:pt x="48" y="886"/>
                    <a:pt x="59" y="893"/>
                    <a:pt x="66" y="902"/>
                  </a:cubicBezTo>
                  <a:cubicBezTo>
                    <a:pt x="72" y="893"/>
                    <a:pt x="82" y="886"/>
                    <a:pt x="84" y="877"/>
                  </a:cubicBezTo>
                  <a:cubicBezTo>
                    <a:pt x="86" y="870"/>
                    <a:pt x="78" y="861"/>
                    <a:pt x="69" y="843"/>
                  </a:cubicBezTo>
                  <a:moveTo>
                    <a:pt x="593" y="604"/>
                  </a:moveTo>
                  <a:cubicBezTo>
                    <a:pt x="588" y="637"/>
                    <a:pt x="594" y="660"/>
                    <a:pt x="609" y="671"/>
                  </a:cubicBezTo>
                  <a:cubicBezTo>
                    <a:pt x="628" y="644"/>
                    <a:pt x="625" y="628"/>
                    <a:pt x="593" y="604"/>
                  </a:cubicBezTo>
                  <a:moveTo>
                    <a:pt x="831" y="1190"/>
                  </a:moveTo>
                  <a:cubicBezTo>
                    <a:pt x="835" y="1190"/>
                    <a:pt x="840" y="1189"/>
                    <a:pt x="845" y="1189"/>
                  </a:cubicBezTo>
                  <a:cubicBezTo>
                    <a:pt x="845" y="1175"/>
                    <a:pt x="849" y="1159"/>
                    <a:pt x="843" y="1148"/>
                  </a:cubicBezTo>
                  <a:cubicBezTo>
                    <a:pt x="840" y="1142"/>
                    <a:pt x="821" y="1143"/>
                    <a:pt x="809" y="1141"/>
                  </a:cubicBezTo>
                  <a:cubicBezTo>
                    <a:pt x="808" y="1145"/>
                    <a:pt x="807" y="1148"/>
                    <a:pt x="805" y="1151"/>
                  </a:cubicBezTo>
                  <a:cubicBezTo>
                    <a:pt x="814" y="1164"/>
                    <a:pt x="822" y="1177"/>
                    <a:pt x="831" y="1190"/>
                  </a:cubicBezTo>
                  <a:moveTo>
                    <a:pt x="732" y="414"/>
                  </a:moveTo>
                  <a:cubicBezTo>
                    <a:pt x="737" y="413"/>
                    <a:pt x="742" y="412"/>
                    <a:pt x="747" y="411"/>
                  </a:cubicBezTo>
                  <a:cubicBezTo>
                    <a:pt x="743" y="389"/>
                    <a:pt x="738" y="367"/>
                    <a:pt x="733" y="345"/>
                  </a:cubicBezTo>
                  <a:cubicBezTo>
                    <a:pt x="729" y="346"/>
                    <a:pt x="725" y="347"/>
                    <a:pt x="720" y="348"/>
                  </a:cubicBezTo>
                  <a:cubicBezTo>
                    <a:pt x="724" y="370"/>
                    <a:pt x="728" y="392"/>
                    <a:pt x="732" y="414"/>
                  </a:cubicBezTo>
                  <a:moveTo>
                    <a:pt x="559" y="171"/>
                  </a:moveTo>
                  <a:cubicBezTo>
                    <a:pt x="552" y="191"/>
                    <a:pt x="544" y="210"/>
                    <a:pt x="536" y="231"/>
                  </a:cubicBezTo>
                  <a:cubicBezTo>
                    <a:pt x="543" y="234"/>
                    <a:pt x="551" y="237"/>
                    <a:pt x="559" y="241"/>
                  </a:cubicBezTo>
                  <a:lnTo>
                    <a:pt x="559" y="171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3090885" y="877790"/>
              <a:ext cx="72000" cy="81720"/>
            </a:xfrm>
            <a:custGeom>
              <a:avLst/>
              <a:gdLst/>
              <a:ahLst/>
              <a:cxnLst/>
              <a:rect l="l" t="t" r="r" b="b"/>
              <a:pathLst>
                <a:path w="200" h="227" extrusionOk="0">
                  <a:moveTo>
                    <a:pt x="200" y="159"/>
                  </a:moveTo>
                  <a:cubicBezTo>
                    <a:pt x="168" y="223"/>
                    <a:pt x="120" y="242"/>
                    <a:pt x="60" y="216"/>
                  </a:cubicBezTo>
                  <a:cubicBezTo>
                    <a:pt x="10" y="193"/>
                    <a:pt x="-15" y="114"/>
                    <a:pt x="11" y="54"/>
                  </a:cubicBezTo>
                  <a:cubicBezTo>
                    <a:pt x="23" y="27"/>
                    <a:pt x="28" y="-6"/>
                    <a:pt x="73" y="1"/>
                  </a:cubicBezTo>
                  <a:cubicBezTo>
                    <a:pt x="119" y="7"/>
                    <a:pt x="138" y="20"/>
                    <a:pt x="156" y="63"/>
                  </a:cubicBezTo>
                  <a:cubicBezTo>
                    <a:pt x="167" y="90"/>
                    <a:pt x="185" y="114"/>
                    <a:pt x="200" y="139"/>
                  </a:cubicBezTo>
                  <a:lnTo>
                    <a:pt x="200" y="159"/>
                  </a:lnTo>
                  <a:moveTo>
                    <a:pt x="121" y="184"/>
                  </a:moveTo>
                  <a:cubicBezTo>
                    <a:pt x="127" y="179"/>
                    <a:pt x="146" y="170"/>
                    <a:pt x="151" y="156"/>
                  </a:cubicBezTo>
                  <a:cubicBezTo>
                    <a:pt x="156" y="145"/>
                    <a:pt x="145" y="127"/>
                    <a:pt x="138" y="113"/>
                  </a:cubicBezTo>
                  <a:cubicBezTo>
                    <a:pt x="132" y="99"/>
                    <a:pt x="123" y="86"/>
                    <a:pt x="114" y="74"/>
                  </a:cubicBezTo>
                  <a:cubicBezTo>
                    <a:pt x="107" y="64"/>
                    <a:pt x="98" y="53"/>
                    <a:pt x="88" y="49"/>
                  </a:cubicBezTo>
                  <a:cubicBezTo>
                    <a:pt x="79" y="47"/>
                    <a:pt x="63" y="51"/>
                    <a:pt x="57" y="58"/>
                  </a:cubicBezTo>
                  <a:cubicBezTo>
                    <a:pt x="36" y="84"/>
                    <a:pt x="38" y="114"/>
                    <a:pt x="49" y="144"/>
                  </a:cubicBezTo>
                  <a:cubicBezTo>
                    <a:pt x="59" y="172"/>
                    <a:pt x="80" y="184"/>
                    <a:pt x="121" y="184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2919165" y="826310"/>
              <a:ext cx="132480" cy="223920"/>
            </a:xfrm>
            <a:custGeom>
              <a:avLst/>
              <a:gdLst/>
              <a:ahLst/>
              <a:cxnLst/>
              <a:rect l="l" t="t" r="r" b="b"/>
              <a:pathLst>
                <a:path w="368" h="622" extrusionOk="0">
                  <a:moveTo>
                    <a:pt x="48" y="436"/>
                  </a:moveTo>
                  <a:cubicBezTo>
                    <a:pt x="47" y="407"/>
                    <a:pt x="44" y="385"/>
                    <a:pt x="49" y="365"/>
                  </a:cubicBezTo>
                  <a:cubicBezTo>
                    <a:pt x="51" y="355"/>
                    <a:pt x="67" y="348"/>
                    <a:pt x="78" y="339"/>
                  </a:cubicBezTo>
                  <a:cubicBezTo>
                    <a:pt x="29" y="301"/>
                    <a:pt x="82" y="266"/>
                    <a:pt x="89" y="234"/>
                  </a:cubicBezTo>
                  <a:cubicBezTo>
                    <a:pt x="62" y="214"/>
                    <a:pt x="35" y="198"/>
                    <a:pt x="12" y="178"/>
                  </a:cubicBezTo>
                  <a:cubicBezTo>
                    <a:pt x="3" y="170"/>
                    <a:pt x="0" y="151"/>
                    <a:pt x="2" y="139"/>
                  </a:cubicBezTo>
                  <a:cubicBezTo>
                    <a:pt x="15" y="73"/>
                    <a:pt x="67" y="97"/>
                    <a:pt x="112" y="96"/>
                  </a:cubicBezTo>
                  <a:cubicBezTo>
                    <a:pt x="108" y="90"/>
                    <a:pt x="106" y="86"/>
                    <a:pt x="103" y="84"/>
                  </a:cubicBezTo>
                  <a:cubicBezTo>
                    <a:pt x="73" y="65"/>
                    <a:pt x="72" y="47"/>
                    <a:pt x="100" y="24"/>
                  </a:cubicBezTo>
                  <a:cubicBezTo>
                    <a:pt x="160" y="-25"/>
                    <a:pt x="231" y="4"/>
                    <a:pt x="250" y="85"/>
                  </a:cubicBezTo>
                  <a:cubicBezTo>
                    <a:pt x="276" y="85"/>
                    <a:pt x="304" y="81"/>
                    <a:pt x="329" y="86"/>
                  </a:cubicBezTo>
                  <a:cubicBezTo>
                    <a:pt x="362" y="93"/>
                    <a:pt x="373" y="118"/>
                    <a:pt x="367" y="151"/>
                  </a:cubicBezTo>
                  <a:cubicBezTo>
                    <a:pt x="356" y="205"/>
                    <a:pt x="312" y="245"/>
                    <a:pt x="246" y="258"/>
                  </a:cubicBezTo>
                  <a:cubicBezTo>
                    <a:pt x="252" y="291"/>
                    <a:pt x="222" y="324"/>
                    <a:pt x="157" y="356"/>
                  </a:cubicBezTo>
                  <a:cubicBezTo>
                    <a:pt x="182" y="380"/>
                    <a:pt x="192" y="407"/>
                    <a:pt x="177" y="440"/>
                  </a:cubicBezTo>
                  <a:cubicBezTo>
                    <a:pt x="175" y="445"/>
                    <a:pt x="179" y="452"/>
                    <a:pt x="181" y="458"/>
                  </a:cubicBezTo>
                  <a:cubicBezTo>
                    <a:pt x="185" y="466"/>
                    <a:pt x="191" y="473"/>
                    <a:pt x="193" y="481"/>
                  </a:cubicBezTo>
                  <a:cubicBezTo>
                    <a:pt x="207" y="535"/>
                    <a:pt x="112" y="634"/>
                    <a:pt x="57" y="621"/>
                  </a:cubicBezTo>
                  <a:cubicBezTo>
                    <a:pt x="30" y="614"/>
                    <a:pt x="11" y="597"/>
                    <a:pt x="4" y="570"/>
                  </a:cubicBezTo>
                  <a:cubicBezTo>
                    <a:pt x="-10" y="522"/>
                    <a:pt x="15" y="458"/>
                    <a:pt x="48" y="436"/>
                  </a:cubicBezTo>
                  <a:moveTo>
                    <a:pt x="83" y="583"/>
                  </a:moveTo>
                  <a:cubicBezTo>
                    <a:pt x="87" y="581"/>
                    <a:pt x="98" y="579"/>
                    <a:pt x="103" y="572"/>
                  </a:cubicBezTo>
                  <a:cubicBezTo>
                    <a:pt x="119" y="549"/>
                    <a:pt x="134" y="525"/>
                    <a:pt x="147" y="501"/>
                  </a:cubicBezTo>
                  <a:cubicBezTo>
                    <a:pt x="149" y="496"/>
                    <a:pt x="144" y="482"/>
                    <a:pt x="138" y="477"/>
                  </a:cubicBezTo>
                  <a:cubicBezTo>
                    <a:pt x="109" y="452"/>
                    <a:pt x="68" y="465"/>
                    <a:pt x="47" y="504"/>
                  </a:cubicBezTo>
                  <a:cubicBezTo>
                    <a:pt x="28" y="542"/>
                    <a:pt x="43" y="582"/>
                    <a:pt x="83" y="583"/>
                  </a:cubicBezTo>
                  <a:moveTo>
                    <a:pt x="297" y="121"/>
                  </a:moveTo>
                  <a:cubicBezTo>
                    <a:pt x="255" y="121"/>
                    <a:pt x="235" y="148"/>
                    <a:pt x="220" y="183"/>
                  </a:cubicBezTo>
                  <a:cubicBezTo>
                    <a:pt x="211" y="204"/>
                    <a:pt x="220" y="218"/>
                    <a:pt x="243" y="217"/>
                  </a:cubicBezTo>
                  <a:cubicBezTo>
                    <a:pt x="271" y="216"/>
                    <a:pt x="313" y="184"/>
                    <a:pt x="323" y="158"/>
                  </a:cubicBezTo>
                  <a:cubicBezTo>
                    <a:pt x="332" y="132"/>
                    <a:pt x="323" y="120"/>
                    <a:pt x="297" y="121"/>
                  </a:cubicBezTo>
                  <a:moveTo>
                    <a:pt x="46" y="157"/>
                  </a:moveTo>
                  <a:cubicBezTo>
                    <a:pt x="81" y="193"/>
                    <a:pt x="132" y="195"/>
                    <a:pt x="159" y="158"/>
                  </a:cubicBezTo>
                  <a:cubicBezTo>
                    <a:pt x="125" y="149"/>
                    <a:pt x="94" y="140"/>
                    <a:pt x="62" y="131"/>
                  </a:cubicBezTo>
                  <a:cubicBezTo>
                    <a:pt x="56" y="142"/>
                    <a:pt x="51" y="150"/>
                    <a:pt x="46" y="158"/>
                  </a:cubicBezTo>
                  <a:lnTo>
                    <a:pt x="46" y="157"/>
                  </a:lnTo>
                  <a:moveTo>
                    <a:pt x="205" y="290"/>
                  </a:moveTo>
                  <a:cubicBezTo>
                    <a:pt x="155" y="260"/>
                    <a:pt x="121" y="265"/>
                    <a:pt x="102" y="304"/>
                  </a:cubicBezTo>
                  <a:cubicBezTo>
                    <a:pt x="139" y="327"/>
                    <a:pt x="169" y="306"/>
                    <a:pt x="205" y="290"/>
                  </a:cubicBezTo>
                  <a:moveTo>
                    <a:pt x="173" y="99"/>
                  </a:moveTo>
                  <a:cubicBezTo>
                    <a:pt x="187" y="87"/>
                    <a:pt x="195" y="80"/>
                    <a:pt x="202" y="73"/>
                  </a:cubicBezTo>
                  <a:cubicBezTo>
                    <a:pt x="190" y="62"/>
                    <a:pt x="179" y="50"/>
                    <a:pt x="165" y="43"/>
                  </a:cubicBezTo>
                  <a:cubicBezTo>
                    <a:pt x="162" y="41"/>
                    <a:pt x="143" y="59"/>
                    <a:pt x="144" y="61"/>
                  </a:cubicBezTo>
                  <a:cubicBezTo>
                    <a:pt x="151" y="73"/>
                    <a:pt x="161" y="84"/>
                    <a:pt x="173" y="99"/>
                  </a:cubicBezTo>
                  <a:moveTo>
                    <a:pt x="141" y="417"/>
                  </a:moveTo>
                  <a:cubicBezTo>
                    <a:pt x="142" y="412"/>
                    <a:pt x="144" y="407"/>
                    <a:pt x="145" y="403"/>
                  </a:cubicBezTo>
                  <a:cubicBezTo>
                    <a:pt x="132" y="398"/>
                    <a:pt x="119" y="388"/>
                    <a:pt x="106" y="389"/>
                  </a:cubicBezTo>
                  <a:cubicBezTo>
                    <a:pt x="96" y="390"/>
                    <a:pt x="87" y="404"/>
                    <a:pt x="71" y="417"/>
                  </a:cubicBezTo>
                  <a:lnTo>
                    <a:pt x="141" y="417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2822325" y="685190"/>
              <a:ext cx="115200" cy="85680"/>
            </a:xfrm>
            <a:custGeom>
              <a:avLst/>
              <a:gdLst/>
              <a:ahLst/>
              <a:cxnLst/>
              <a:rect l="l" t="t" r="r" b="b"/>
              <a:pathLst>
                <a:path w="320" h="238" extrusionOk="0">
                  <a:moveTo>
                    <a:pt x="168" y="165"/>
                  </a:moveTo>
                  <a:cubicBezTo>
                    <a:pt x="157" y="175"/>
                    <a:pt x="148" y="184"/>
                    <a:pt x="138" y="192"/>
                  </a:cubicBezTo>
                  <a:cubicBezTo>
                    <a:pt x="93" y="227"/>
                    <a:pt x="38" y="214"/>
                    <a:pt x="13" y="162"/>
                  </a:cubicBezTo>
                  <a:cubicBezTo>
                    <a:pt x="-8" y="116"/>
                    <a:pt x="-1" y="71"/>
                    <a:pt x="24" y="29"/>
                  </a:cubicBezTo>
                  <a:cubicBezTo>
                    <a:pt x="39" y="4"/>
                    <a:pt x="64" y="-7"/>
                    <a:pt x="91" y="6"/>
                  </a:cubicBezTo>
                  <a:cubicBezTo>
                    <a:pt x="119" y="19"/>
                    <a:pt x="145" y="39"/>
                    <a:pt x="171" y="56"/>
                  </a:cubicBezTo>
                  <a:cubicBezTo>
                    <a:pt x="184" y="34"/>
                    <a:pt x="226" y="25"/>
                    <a:pt x="260" y="42"/>
                  </a:cubicBezTo>
                  <a:cubicBezTo>
                    <a:pt x="308" y="67"/>
                    <a:pt x="334" y="138"/>
                    <a:pt x="313" y="188"/>
                  </a:cubicBezTo>
                  <a:cubicBezTo>
                    <a:pt x="298" y="224"/>
                    <a:pt x="271" y="241"/>
                    <a:pt x="235" y="238"/>
                  </a:cubicBezTo>
                  <a:cubicBezTo>
                    <a:pt x="202" y="235"/>
                    <a:pt x="182" y="216"/>
                    <a:pt x="171" y="178"/>
                  </a:cubicBezTo>
                  <a:cubicBezTo>
                    <a:pt x="170" y="175"/>
                    <a:pt x="169" y="171"/>
                    <a:pt x="168" y="165"/>
                  </a:cubicBezTo>
                  <a:moveTo>
                    <a:pt x="41" y="100"/>
                  </a:moveTo>
                  <a:cubicBezTo>
                    <a:pt x="40" y="140"/>
                    <a:pt x="60" y="170"/>
                    <a:pt x="86" y="171"/>
                  </a:cubicBezTo>
                  <a:cubicBezTo>
                    <a:pt x="107" y="172"/>
                    <a:pt x="137" y="141"/>
                    <a:pt x="137" y="117"/>
                  </a:cubicBezTo>
                  <a:cubicBezTo>
                    <a:pt x="138" y="84"/>
                    <a:pt x="104" y="46"/>
                    <a:pt x="75" y="48"/>
                  </a:cubicBezTo>
                  <a:cubicBezTo>
                    <a:pt x="39" y="51"/>
                    <a:pt x="49" y="84"/>
                    <a:pt x="41" y="100"/>
                  </a:cubicBezTo>
                  <a:moveTo>
                    <a:pt x="202" y="125"/>
                  </a:moveTo>
                  <a:cubicBezTo>
                    <a:pt x="204" y="126"/>
                    <a:pt x="206" y="127"/>
                    <a:pt x="208" y="128"/>
                  </a:cubicBezTo>
                  <a:cubicBezTo>
                    <a:pt x="208" y="141"/>
                    <a:pt x="206" y="155"/>
                    <a:pt x="211" y="166"/>
                  </a:cubicBezTo>
                  <a:cubicBezTo>
                    <a:pt x="216" y="178"/>
                    <a:pt x="227" y="193"/>
                    <a:pt x="238" y="196"/>
                  </a:cubicBezTo>
                  <a:cubicBezTo>
                    <a:pt x="248" y="198"/>
                    <a:pt x="268" y="186"/>
                    <a:pt x="271" y="177"/>
                  </a:cubicBezTo>
                  <a:cubicBezTo>
                    <a:pt x="276" y="159"/>
                    <a:pt x="279" y="135"/>
                    <a:pt x="271" y="120"/>
                  </a:cubicBezTo>
                  <a:cubicBezTo>
                    <a:pt x="262" y="102"/>
                    <a:pt x="240" y="91"/>
                    <a:pt x="224" y="77"/>
                  </a:cubicBezTo>
                  <a:cubicBezTo>
                    <a:pt x="217" y="93"/>
                    <a:pt x="209" y="109"/>
                    <a:pt x="202" y="125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2878485" y="783830"/>
              <a:ext cx="64080" cy="69480"/>
            </a:xfrm>
            <a:custGeom>
              <a:avLst/>
              <a:gdLst/>
              <a:ahLst/>
              <a:cxnLst/>
              <a:rect l="l" t="t" r="r" b="b"/>
              <a:pathLst>
                <a:path w="178" h="193" extrusionOk="0">
                  <a:moveTo>
                    <a:pt x="1" y="101"/>
                  </a:moveTo>
                  <a:cubicBezTo>
                    <a:pt x="1" y="41"/>
                    <a:pt x="43" y="0"/>
                    <a:pt x="105" y="0"/>
                  </a:cubicBezTo>
                  <a:cubicBezTo>
                    <a:pt x="145" y="0"/>
                    <a:pt x="178" y="35"/>
                    <a:pt x="178" y="79"/>
                  </a:cubicBezTo>
                  <a:cubicBezTo>
                    <a:pt x="179" y="142"/>
                    <a:pt x="134" y="190"/>
                    <a:pt x="78" y="193"/>
                  </a:cubicBezTo>
                  <a:cubicBezTo>
                    <a:pt x="34" y="195"/>
                    <a:pt x="-7" y="166"/>
                    <a:pt x="1" y="101"/>
                  </a:cubicBezTo>
                  <a:moveTo>
                    <a:pt x="40" y="112"/>
                  </a:moveTo>
                  <a:cubicBezTo>
                    <a:pt x="39" y="137"/>
                    <a:pt x="48" y="152"/>
                    <a:pt x="74" y="153"/>
                  </a:cubicBezTo>
                  <a:cubicBezTo>
                    <a:pt x="106" y="153"/>
                    <a:pt x="138" y="119"/>
                    <a:pt x="137" y="83"/>
                  </a:cubicBezTo>
                  <a:cubicBezTo>
                    <a:pt x="137" y="62"/>
                    <a:pt x="127" y="44"/>
                    <a:pt x="104" y="43"/>
                  </a:cubicBezTo>
                  <a:cubicBezTo>
                    <a:pt x="73" y="41"/>
                    <a:pt x="42" y="77"/>
                    <a:pt x="40" y="112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4475" rIns="90000" bIns="24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2996565" y="960590"/>
              <a:ext cx="68400" cy="66600"/>
            </a:xfrm>
            <a:custGeom>
              <a:avLst/>
              <a:gdLst/>
              <a:ahLst/>
              <a:cxnLst/>
              <a:rect l="l" t="t" r="r" b="b"/>
              <a:pathLst>
                <a:path w="190" h="185" extrusionOk="0">
                  <a:moveTo>
                    <a:pt x="0" y="113"/>
                  </a:moveTo>
                  <a:cubicBezTo>
                    <a:pt x="-1" y="51"/>
                    <a:pt x="45" y="1"/>
                    <a:pt x="102" y="0"/>
                  </a:cubicBezTo>
                  <a:cubicBezTo>
                    <a:pt x="142" y="0"/>
                    <a:pt x="190" y="41"/>
                    <a:pt x="190" y="76"/>
                  </a:cubicBezTo>
                  <a:cubicBezTo>
                    <a:pt x="191" y="130"/>
                    <a:pt x="129" y="185"/>
                    <a:pt x="69" y="185"/>
                  </a:cubicBezTo>
                  <a:cubicBezTo>
                    <a:pt x="24" y="185"/>
                    <a:pt x="0" y="160"/>
                    <a:pt x="0" y="114"/>
                  </a:cubicBezTo>
                  <a:lnTo>
                    <a:pt x="0" y="113"/>
                  </a:lnTo>
                  <a:moveTo>
                    <a:pt x="70" y="144"/>
                  </a:moveTo>
                  <a:cubicBezTo>
                    <a:pt x="103" y="145"/>
                    <a:pt x="154" y="105"/>
                    <a:pt x="147" y="80"/>
                  </a:cubicBezTo>
                  <a:cubicBezTo>
                    <a:pt x="142" y="65"/>
                    <a:pt x="119" y="49"/>
                    <a:pt x="102" y="47"/>
                  </a:cubicBezTo>
                  <a:cubicBezTo>
                    <a:pt x="71" y="41"/>
                    <a:pt x="40" y="75"/>
                    <a:pt x="39" y="109"/>
                  </a:cubicBezTo>
                  <a:cubicBezTo>
                    <a:pt x="39" y="130"/>
                    <a:pt x="45" y="145"/>
                    <a:pt x="70" y="144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1600" rIns="90000" bIns="21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2865165" y="1209350"/>
              <a:ext cx="66240" cy="64800"/>
            </a:xfrm>
            <a:custGeom>
              <a:avLst/>
              <a:gdLst/>
              <a:ahLst/>
              <a:cxnLst/>
              <a:rect l="l" t="t" r="r" b="b"/>
              <a:pathLst>
                <a:path w="184" h="180" extrusionOk="0">
                  <a:moveTo>
                    <a:pt x="184" y="81"/>
                  </a:moveTo>
                  <a:cubicBezTo>
                    <a:pt x="176" y="129"/>
                    <a:pt x="148" y="155"/>
                    <a:pt x="109" y="172"/>
                  </a:cubicBezTo>
                  <a:cubicBezTo>
                    <a:pt x="78" y="186"/>
                    <a:pt x="48" y="182"/>
                    <a:pt x="22" y="158"/>
                  </a:cubicBezTo>
                  <a:cubicBezTo>
                    <a:pt x="-2" y="136"/>
                    <a:pt x="-5" y="110"/>
                    <a:pt x="6" y="81"/>
                  </a:cubicBezTo>
                  <a:cubicBezTo>
                    <a:pt x="20" y="46"/>
                    <a:pt x="33" y="11"/>
                    <a:pt x="75" y="1"/>
                  </a:cubicBezTo>
                  <a:cubicBezTo>
                    <a:pt x="81" y="0"/>
                    <a:pt x="89" y="-1"/>
                    <a:pt x="94" y="2"/>
                  </a:cubicBezTo>
                  <a:cubicBezTo>
                    <a:pt x="122" y="19"/>
                    <a:pt x="150" y="35"/>
                    <a:pt x="175" y="54"/>
                  </a:cubicBezTo>
                  <a:cubicBezTo>
                    <a:pt x="182" y="59"/>
                    <a:pt x="182" y="74"/>
                    <a:pt x="184" y="80"/>
                  </a:cubicBezTo>
                  <a:lnTo>
                    <a:pt x="184" y="81"/>
                  </a:lnTo>
                  <a:moveTo>
                    <a:pt x="65" y="137"/>
                  </a:moveTo>
                  <a:cubicBezTo>
                    <a:pt x="104" y="136"/>
                    <a:pt x="138" y="106"/>
                    <a:pt x="139" y="82"/>
                  </a:cubicBezTo>
                  <a:cubicBezTo>
                    <a:pt x="139" y="56"/>
                    <a:pt x="120" y="42"/>
                    <a:pt x="83" y="41"/>
                  </a:cubicBezTo>
                  <a:cubicBezTo>
                    <a:pt x="66" y="41"/>
                    <a:pt x="37" y="82"/>
                    <a:pt x="42" y="107"/>
                  </a:cubicBezTo>
                  <a:cubicBezTo>
                    <a:pt x="44" y="120"/>
                    <a:pt x="60" y="131"/>
                    <a:pt x="65" y="137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2900085" y="1106750"/>
              <a:ext cx="63360" cy="56880"/>
            </a:xfrm>
            <a:custGeom>
              <a:avLst/>
              <a:gdLst/>
              <a:ahLst/>
              <a:cxnLst/>
              <a:rect l="l" t="t" r="r" b="b"/>
              <a:pathLst>
                <a:path w="176" h="158" extrusionOk="0">
                  <a:moveTo>
                    <a:pt x="0" y="70"/>
                  </a:moveTo>
                  <a:cubicBezTo>
                    <a:pt x="0" y="21"/>
                    <a:pt x="16" y="7"/>
                    <a:pt x="68" y="10"/>
                  </a:cubicBezTo>
                  <a:cubicBezTo>
                    <a:pt x="77" y="11"/>
                    <a:pt x="86" y="5"/>
                    <a:pt x="96" y="3"/>
                  </a:cubicBezTo>
                  <a:cubicBezTo>
                    <a:pt x="145" y="-10"/>
                    <a:pt x="184" y="25"/>
                    <a:pt x="175" y="75"/>
                  </a:cubicBezTo>
                  <a:cubicBezTo>
                    <a:pt x="165" y="135"/>
                    <a:pt x="119" y="168"/>
                    <a:pt x="61" y="155"/>
                  </a:cubicBezTo>
                  <a:cubicBezTo>
                    <a:pt x="23" y="147"/>
                    <a:pt x="1" y="116"/>
                    <a:pt x="0" y="70"/>
                  </a:cubicBezTo>
                  <a:moveTo>
                    <a:pt x="100" y="36"/>
                  </a:moveTo>
                  <a:cubicBezTo>
                    <a:pt x="98" y="38"/>
                    <a:pt x="96" y="41"/>
                    <a:pt x="93" y="43"/>
                  </a:cubicBezTo>
                  <a:cubicBezTo>
                    <a:pt x="70" y="41"/>
                    <a:pt x="45" y="38"/>
                    <a:pt x="41" y="70"/>
                  </a:cubicBezTo>
                  <a:cubicBezTo>
                    <a:pt x="37" y="95"/>
                    <a:pt x="54" y="115"/>
                    <a:pt x="78" y="116"/>
                  </a:cubicBezTo>
                  <a:cubicBezTo>
                    <a:pt x="109" y="118"/>
                    <a:pt x="136" y="96"/>
                    <a:pt x="133" y="66"/>
                  </a:cubicBezTo>
                  <a:cubicBezTo>
                    <a:pt x="132" y="55"/>
                    <a:pt x="111" y="46"/>
                    <a:pt x="100" y="36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1875" rIns="90000" bIns="11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3028965" y="909110"/>
              <a:ext cx="49680" cy="44280"/>
            </a:xfrm>
            <a:custGeom>
              <a:avLst/>
              <a:gdLst/>
              <a:ahLst/>
              <a:cxnLst/>
              <a:rect l="l" t="t" r="r" b="b"/>
              <a:pathLst>
                <a:path w="138" h="123" extrusionOk="0">
                  <a:moveTo>
                    <a:pt x="58" y="0"/>
                  </a:moveTo>
                  <a:cubicBezTo>
                    <a:pt x="104" y="0"/>
                    <a:pt x="138" y="25"/>
                    <a:pt x="138" y="57"/>
                  </a:cubicBezTo>
                  <a:cubicBezTo>
                    <a:pt x="138" y="91"/>
                    <a:pt x="103" y="122"/>
                    <a:pt x="66" y="123"/>
                  </a:cubicBezTo>
                  <a:cubicBezTo>
                    <a:pt x="31" y="123"/>
                    <a:pt x="-1" y="95"/>
                    <a:pt x="0" y="64"/>
                  </a:cubicBezTo>
                  <a:cubicBezTo>
                    <a:pt x="2" y="23"/>
                    <a:pt x="23" y="0"/>
                    <a:pt x="58" y="0"/>
                  </a:cubicBezTo>
                  <a:moveTo>
                    <a:pt x="98" y="60"/>
                  </a:moveTo>
                  <a:cubicBezTo>
                    <a:pt x="97" y="55"/>
                    <a:pt x="97" y="50"/>
                    <a:pt x="96" y="45"/>
                  </a:cubicBezTo>
                  <a:cubicBezTo>
                    <a:pt x="78" y="47"/>
                    <a:pt x="60" y="48"/>
                    <a:pt x="42" y="49"/>
                  </a:cubicBezTo>
                  <a:cubicBezTo>
                    <a:pt x="45" y="59"/>
                    <a:pt x="46" y="74"/>
                    <a:pt x="52" y="78"/>
                  </a:cubicBezTo>
                  <a:cubicBezTo>
                    <a:pt x="74" y="90"/>
                    <a:pt x="88" y="77"/>
                    <a:pt x="98" y="60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2961285" y="1040870"/>
              <a:ext cx="49320" cy="38880"/>
            </a:xfrm>
            <a:custGeom>
              <a:avLst/>
              <a:gdLst/>
              <a:ahLst/>
              <a:cxnLst/>
              <a:rect l="l" t="t" r="r" b="b"/>
              <a:pathLst>
                <a:path w="137" h="108" extrusionOk="0">
                  <a:moveTo>
                    <a:pt x="137" y="58"/>
                  </a:moveTo>
                  <a:cubicBezTo>
                    <a:pt x="135" y="97"/>
                    <a:pt x="78" y="123"/>
                    <a:pt x="41" y="100"/>
                  </a:cubicBezTo>
                  <a:cubicBezTo>
                    <a:pt x="26" y="90"/>
                    <a:pt x="14" y="75"/>
                    <a:pt x="2" y="62"/>
                  </a:cubicBezTo>
                  <a:cubicBezTo>
                    <a:pt x="-1" y="59"/>
                    <a:pt x="0" y="52"/>
                    <a:pt x="0" y="46"/>
                  </a:cubicBezTo>
                  <a:cubicBezTo>
                    <a:pt x="3" y="24"/>
                    <a:pt x="50" y="-3"/>
                    <a:pt x="82" y="0"/>
                  </a:cubicBezTo>
                  <a:cubicBezTo>
                    <a:pt x="113" y="3"/>
                    <a:pt x="138" y="29"/>
                    <a:pt x="137" y="58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2897925" y="1062470"/>
              <a:ext cx="36720" cy="32040"/>
            </a:xfrm>
            <a:custGeom>
              <a:avLst/>
              <a:gdLst/>
              <a:ahLst/>
              <a:cxnLst/>
              <a:rect l="l" t="t" r="r" b="b"/>
              <a:pathLst>
                <a:path w="102" h="89" extrusionOk="0">
                  <a:moveTo>
                    <a:pt x="48" y="89"/>
                  </a:moveTo>
                  <a:cubicBezTo>
                    <a:pt x="19" y="90"/>
                    <a:pt x="1" y="73"/>
                    <a:pt x="0" y="44"/>
                  </a:cubicBezTo>
                  <a:cubicBezTo>
                    <a:pt x="0" y="23"/>
                    <a:pt x="33" y="-1"/>
                    <a:pt x="64" y="0"/>
                  </a:cubicBezTo>
                  <a:cubicBezTo>
                    <a:pt x="86" y="1"/>
                    <a:pt x="101" y="12"/>
                    <a:pt x="102" y="35"/>
                  </a:cubicBezTo>
                  <a:cubicBezTo>
                    <a:pt x="104" y="60"/>
                    <a:pt x="75" y="88"/>
                    <a:pt x="48" y="89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2"/>
          <p:cNvPicPr preferRelativeResize="0"/>
          <p:nvPr/>
        </p:nvPicPr>
        <p:blipFill rotWithShape="1">
          <a:blip r:embed="rId2"/>
          <a:srcRect l="49944" t="88491" r="8350"/>
          <a:stretch>
            <a:fillRect/>
          </a:stretch>
        </p:blipFill>
        <p:spPr>
          <a:xfrm>
            <a:off x="8440849" y="-516198"/>
            <a:ext cx="2586450" cy="10556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  <p:pic>
        <p:nvPicPr>
          <p:cNvPr id="255" name="Google Shape;255;p22"/>
          <p:cNvPicPr preferRelativeResize="0"/>
          <p:nvPr/>
        </p:nvPicPr>
        <p:blipFill rotWithShape="1">
          <a:blip r:embed="rId2"/>
          <a:srcRect l="8894" r="30271" b="88491"/>
          <a:stretch>
            <a:fillRect/>
          </a:stretch>
        </p:blipFill>
        <p:spPr>
          <a:xfrm rot="-5400000">
            <a:off x="-1358426" y="5227926"/>
            <a:ext cx="3772549" cy="105569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</p:pic>
      <p:grpSp>
        <p:nvGrpSpPr>
          <p:cNvPr id="256" name="Google Shape;256;p22"/>
          <p:cNvGrpSpPr/>
          <p:nvPr/>
        </p:nvGrpSpPr>
        <p:grpSpPr>
          <a:xfrm rot="2700000">
            <a:off x="-582614" y="-168481"/>
            <a:ext cx="1690860" cy="2559983"/>
            <a:chOff x="5773245" y="571430"/>
            <a:chExt cx="2657520" cy="4143240"/>
          </a:xfrm>
        </p:grpSpPr>
        <p:sp>
          <p:nvSpPr>
            <p:cNvPr id="257" name="Google Shape;257;p22"/>
            <p:cNvSpPr/>
            <p:nvPr/>
          </p:nvSpPr>
          <p:spPr>
            <a:xfrm>
              <a:off x="6986805" y="130115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5773245" y="571430"/>
              <a:ext cx="2657520" cy="4143240"/>
            </a:xfrm>
            <a:custGeom>
              <a:avLst/>
              <a:gdLst/>
              <a:ahLst/>
              <a:cxnLst/>
              <a:rect l="l" t="t" r="r" b="b"/>
              <a:pathLst>
                <a:path w="7382" h="11509" extrusionOk="0">
                  <a:moveTo>
                    <a:pt x="7381" y="7543"/>
                  </a:moveTo>
                  <a:cubicBezTo>
                    <a:pt x="7375" y="7508"/>
                    <a:pt x="7362" y="7474"/>
                    <a:pt x="7356" y="7439"/>
                  </a:cubicBezTo>
                  <a:cubicBezTo>
                    <a:pt x="7328" y="7288"/>
                    <a:pt x="7233" y="7188"/>
                    <a:pt x="7090" y="7163"/>
                  </a:cubicBezTo>
                  <a:cubicBezTo>
                    <a:pt x="7056" y="7157"/>
                    <a:pt x="7021" y="7157"/>
                    <a:pt x="6986" y="7153"/>
                  </a:cubicBezTo>
                  <a:cubicBezTo>
                    <a:pt x="6908" y="7145"/>
                    <a:pt x="6838" y="7120"/>
                    <a:pt x="6779" y="7066"/>
                  </a:cubicBezTo>
                  <a:cubicBezTo>
                    <a:pt x="6746" y="7036"/>
                    <a:pt x="6731" y="7000"/>
                    <a:pt x="6738" y="6955"/>
                  </a:cubicBezTo>
                  <a:cubicBezTo>
                    <a:pt x="6741" y="6938"/>
                    <a:pt x="6744" y="6921"/>
                    <a:pt x="6747" y="6904"/>
                  </a:cubicBezTo>
                  <a:cubicBezTo>
                    <a:pt x="6762" y="6824"/>
                    <a:pt x="6731" y="6756"/>
                    <a:pt x="6657" y="6725"/>
                  </a:cubicBezTo>
                  <a:cubicBezTo>
                    <a:pt x="6594" y="6699"/>
                    <a:pt x="6528" y="6678"/>
                    <a:pt x="6461" y="6665"/>
                  </a:cubicBezTo>
                  <a:cubicBezTo>
                    <a:pt x="6373" y="6647"/>
                    <a:pt x="6311" y="6606"/>
                    <a:pt x="6278" y="6521"/>
                  </a:cubicBezTo>
                  <a:cubicBezTo>
                    <a:pt x="6267" y="6492"/>
                    <a:pt x="6250" y="6465"/>
                    <a:pt x="6234" y="6438"/>
                  </a:cubicBezTo>
                  <a:cubicBezTo>
                    <a:pt x="6222" y="6415"/>
                    <a:pt x="6201" y="6407"/>
                    <a:pt x="6176" y="6413"/>
                  </a:cubicBezTo>
                  <a:cubicBezTo>
                    <a:pt x="6137" y="6422"/>
                    <a:pt x="6098" y="6432"/>
                    <a:pt x="6059" y="6442"/>
                  </a:cubicBezTo>
                  <a:cubicBezTo>
                    <a:pt x="6017" y="6453"/>
                    <a:pt x="5985" y="6441"/>
                    <a:pt x="5963" y="6403"/>
                  </a:cubicBezTo>
                  <a:cubicBezTo>
                    <a:pt x="5942" y="6367"/>
                    <a:pt x="5913" y="6344"/>
                    <a:pt x="5872" y="6334"/>
                  </a:cubicBezTo>
                  <a:cubicBezTo>
                    <a:pt x="5836" y="6325"/>
                    <a:pt x="5799" y="6311"/>
                    <a:pt x="5762" y="6306"/>
                  </a:cubicBezTo>
                  <a:cubicBezTo>
                    <a:pt x="5721" y="6300"/>
                    <a:pt x="5677" y="6293"/>
                    <a:pt x="5640" y="6303"/>
                  </a:cubicBezTo>
                  <a:cubicBezTo>
                    <a:pt x="5571" y="6322"/>
                    <a:pt x="5505" y="6352"/>
                    <a:pt x="5439" y="6379"/>
                  </a:cubicBezTo>
                  <a:cubicBezTo>
                    <a:pt x="5322" y="6428"/>
                    <a:pt x="5203" y="6473"/>
                    <a:pt x="5089" y="6529"/>
                  </a:cubicBezTo>
                  <a:cubicBezTo>
                    <a:pt x="5005" y="6570"/>
                    <a:pt x="4931" y="6573"/>
                    <a:pt x="4855" y="6517"/>
                  </a:cubicBezTo>
                  <a:cubicBezTo>
                    <a:pt x="4816" y="6488"/>
                    <a:pt x="4771" y="6483"/>
                    <a:pt x="4724" y="6496"/>
                  </a:cubicBezTo>
                  <a:cubicBezTo>
                    <a:pt x="4659" y="6512"/>
                    <a:pt x="4602" y="6544"/>
                    <a:pt x="4555" y="6590"/>
                  </a:cubicBezTo>
                  <a:cubicBezTo>
                    <a:pt x="4490" y="6654"/>
                    <a:pt x="4426" y="6719"/>
                    <a:pt x="4365" y="6787"/>
                  </a:cubicBezTo>
                  <a:cubicBezTo>
                    <a:pt x="4314" y="6843"/>
                    <a:pt x="4262" y="6891"/>
                    <a:pt x="4180" y="6887"/>
                  </a:cubicBezTo>
                  <a:cubicBezTo>
                    <a:pt x="4176" y="6886"/>
                    <a:pt x="4172" y="6888"/>
                    <a:pt x="4168" y="6889"/>
                  </a:cubicBezTo>
                  <a:cubicBezTo>
                    <a:pt x="4073" y="6914"/>
                    <a:pt x="4014" y="6983"/>
                    <a:pt x="3967" y="7061"/>
                  </a:cubicBezTo>
                  <a:cubicBezTo>
                    <a:pt x="3902" y="7170"/>
                    <a:pt x="3860" y="7289"/>
                    <a:pt x="3832" y="7413"/>
                  </a:cubicBezTo>
                  <a:cubicBezTo>
                    <a:pt x="3793" y="7587"/>
                    <a:pt x="3754" y="7761"/>
                    <a:pt x="3722" y="7937"/>
                  </a:cubicBezTo>
                  <a:cubicBezTo>
                    <a:pt x="3709" y="8011"/>
                    <a:pt x="3694" y="8077"/>
                    <a:pt x="3624" y="8122"/>
                  </a:cubicBezTo>
                  <a:cubicBezTo>
                    <a:pt x="3516" y="8191"/>
                    <a:pt x="3428" y="8283"/>
                    <a:pt x="3352" y="8387"/>
                  </a:cubicBezTo>
                  <a:cubicBezTo>
                    <a:pt x="3348" y="8393"/>
                    <a:pt x="3342" y="8398"/>
                    <a:pt x="3332" y="8410"/>
                  </a:cubicBezTo>
                  <a:cubicBezTo>
                    <a:pt x="3341" y="8342"/>
                    <a:pt x="3349" y="8283"/>
                    <a:pt x="3356" y="8224"/>
                  </a:cubicBezTo>
                  <a:cubicBezTo>
                    <a:pt x="3370" y="8098"/>
                    <a:pt x="3373" y="7973"/>
                    <a:pt x="3369" y="7846"/>
                  </a:cubicBezTo>
                  <a:cubicBezTo>
                    <a:pt x="3364" y="7688"/>
                    <a:pt x="3365" y="7529"/>
                    <a:pt x="3371" y="7370"/>
                  </a:cubicBezTo>
                  <a:cubicBezTo>
                    <a:pt x="3378" y="7196"/>
                    <a:pt x="3413" y="7023"/>
                    <a:pt x="3404" y="6847"/>
                  </a:cubicBezTo>
                  <a:cubicBezTo>
                    <a:pt x="3404" y="6835"/>
                    <a:pt x="3406" y="6823"/>
                    <a:pt x="3410" y="6812"/>
                  </a:cubicBezTo>
                  <a:cubicBezTo>
                    <a:pt x="3426" y="6762"/>
                    <a:pt x="3442" y="6712"/>
                    <a:pt x="3458" y="6663"/>
                  </a:cubicBezTo>
                  <a:cubicBezTo>
                    <a:pt x="3462" y="6653"/>
                    <a:pt x="3464" y="6642"/>
                    <a:pt x="3470" y="6633"/>
                  </a:cubicBezTo>
                  <a:cubicBezTo>
                    <a:pt x="3493" y="6592"/>
                    <a:pt x="3518" y="6554"/>
                    <a:pt x="3540" y="6513"/>
                  </a:cubicBezTo>
                  <a:cubicBezTo>
                    <a:pt x="3588" y="6426"/>
                    <a:pt x="3627" y="6335"/>
                    <a:pt x="3681" y="6252"/>
                  </a:cubicBezTo>
                  <a:cubicBezTo>
                    <a:pt x="3729" y="6179"/>
                    <a:pt x="3791" y="6114"/>
                    <a:pt x="3848" y="6048"/>
                  </a:cubicBezTo>
                  <a:cubicBezTo>
                    <a:pt x="3877" y="6014"/>
                    <a:pt x="3907" y="5981"/>
                    <a:pt x="3941" y="5953"/>
                  </a:cubicBezTo>
                  <a:cubicBezTo>
                    <a:pt x="3958" y="5938"/>
                    <a:pt x="3985" y="5928"/>
                    <a:pt x="4007" y="5928"/>
                  </a:cubicBezTo>
                  <a:cubicBezTo>
                    <a:pt x="4060" y="5928"/>
                    <a:pt x="4114" y="5930"/>
                    <a:pt x="4165" y="5942"/>
                  </a:cubicBezTo>
                  <a:cubicBezTo>
                    <a:pt x="4245" y="5960"/>
                    <a:pt x="4315" y="5937"/>
                    <a:pt x="4385" y="5905"/>
                  </a:cubicBezTo>
                  <a:cubicBezTo>
                    <a:pt x="4446" y="5877"/>
                    <a:pt x="4508" y="5845"/>
                    <a:pt x="4573" y="5831"/>
                  </a:cubicBezTo>
                  <a:cubicBezTo>
                    <a:pt x="4750" y="5792"/>
                    <a:pt x="4849" y="5602"/>
                    <a:pt x="4876" y="5454"/>
                  </a:cubicBezTo>
                  <a:cubicBezTo>
                    <a:pt x="4884" y="5408"/>
                    <a:pt x="4885" y="5362"/>
                    <a:pt x="4912" y="5318"/>
                  </a:cubicBezTo>
                  <a:cubicBezTo>
                    <a:pt x="4936" y="5277"/>
                    <a:pt x="4965" y="5234"/>
                    <a:pt x="4949" y="5177"/>
                  </a:cubicBezTo>
                  <a:cubicBezTo>
                    <a:pt x="4942" y="5153"/>
                    <a:pt x="4951" y="5123"/>
                    <a:pt x="4958" y="5097"/>
                  </a:cubicBezTo>
                  <a:cubicBezTo>
                    <a:pt x="4964" y="5077"/>
                    <a:pt x="4978" y="5061"/>
                    <a:pt x="4988" y="5043"/>
                  </a:cubicBezTo>
                  <a:cubicBezTo>
                    <a:pt x="5037" y="4956"/>
                    <a:pt x="5024" y="4840"/>
                    <a:pt x="4932" y="4795"/>
                  </a:cubicBezTo>
                  <a:cubicBezTo>
                    <a:pt x="4923" y="4790"/>
                    <a:pt x="4915" y="4773"/>
                    <a:pt x="4915" y="4761"/>
                  </a:cubicBezTo>
                  <a:cubicBezTo>
                    <a:pt x="4915" y="4712"/>
                    <a:pt x="4916" y="4663"/>
                    <a:pt x="4921" y="4615"/>
                  </a:cubicBezTo>
                  <a:cubicBezTo>
                    <a:pt x="4931" y="4511"/>
                    <a:pt x="4915" y="4479"/>
                    <a:pt x="4821" y="4437"/>
                  </a:cubicBezTo>
                  <a:cubicBezTo>
                    <a:pt x="4789" y="4422"/>
                    <a:pt x="4776" y="4400"/>
                    <a:pt x="4777" y="4365"/>
                  </a:cubicBezTo>
                  <a:cubicBezTo>
                    <a:pt x="4779" y="4261"/>
                    <a:pt x="4806" y="4163"/>
                    <a:pt x="4844" y="4067"/>
                  </a:cubicBezTo>
                  <a:cubicBezTo>
                    <a:pt x="4868" y="4008"/>
                    <a:pt x="4892" y="3949"/>
                    <a:pt x="4915" y="3888"/>
                  </a:cubicBezTo>
                  <a:cubicBezTo>
                    <a:pt x="4919" y="3876"/>
                    <a:pt x="4919" y="3857"/>
                    <a:pt x="4912" y="3847"/>
                  </a:cubicBezTo>
                  <a:cubicBezTo>
                    <a:pt x="4907" y="3840"/>
                    <a:pt x="4886" y="3842"/>
                    <a:pt x="4874" y="3844"/>
                  </a:cubicBezTo>
                  <a:cubicBezTo>
                    <a:pt x="4860" y="3846"/>
                    <a:pt x="4847" y="3852"/>
                    <a:pt x="4834" y="3858"/>
                  </a:cubicBezTo>
                  <a:cubicBezTo>
                    <a:pt x="4743" y="3904"/>
                    <a:pt x="4656" y="3957"/>
                    <a:pt x="4589" y="4034"/>
                  </a:cubicBezTo>
                  <a:cubicBezTo>
                    <a:pt x="4489" y="4146"/>
                    <a:pt x="4394" y="4262"/>
                    <a:pt x="4297" y="4377"/>
                  </a:cubicBezTo>
                  <a:cubicBezTo>
                    <a:pt x="4280" y="4398"/>
                    <a:pt x="4266" y="4423"/>
                    <a:pt x="4246" y="4441"/>
                  </a:cubicBezTo>
                  <a:cubicBezTo>
                    <a:pt x="4233" y="4452"/>
                    <a:pt x="4211" y="4463"/>
                    <a:pt x="4195" y="4461"/>
                  </a:cubicBezTo>
                  <a:cubicBezTo>
                    <a:pt x="4155" y="4456"/>
                    <a:pt x="4119" y="4465"/>
                    <a:pt x="4086" y="4486"/>
                  </a:cubicBezTo>
                  <a:cubicBezTo>
                    <a:pt x="3979" y="4553"/>
                    <a:pt x="3890" y="4636"/>
                    <a:pt x="3848" y="4762"/>
                  </a:cubicBezTo>
                  <a:cubicBezTo>
                    <a:pt x="3831" y="4815"/>
                    <a:pt x="3804" y="4865"/>
                    <a:pt x="3776" y="4914"/>
                  </a:cubicBezTo>
                  <a:cubicBezTo>
                    <a:pt x="3760" y="4942"/>
                    <a:pt x="3733" y="4963"/>
                    <a:pt x="3711" y="4987"/>
                  </a:cubicBezTo>
                  <a:cubicBezTo>
                    <a:pt x="3709" y="4985"/>
                    <a:pt x="3707" y="4983"/>
                    <a:pt x="3705" y="4981"/>
                  </a:cubicBezTo>
                  <a:cubicBezTo>
                    <a:pt x="3713" y="4964"/>
                    <a:pt x="3721" y="4948"/>
                    <a:pt x="3729" y="4932"/>
                  </a:cubicBezTo>
                  <a:cubicBezTo>
                    <a:pt x="3747" y="4889"/>
                    <a:pt x="3758" y="4846"/>
                    <a:pt x="3746" y="4798"/>
                  </a:cubicBezTo>
                  <a:cubicBezTo>
                    <a:pt x="3734" y="4749"/>
                    <a:pt x="3693" y="4720"/>
                    <a:pt x="3642" y="4726"/>
                  </a:cubicBezTo>
                  <a:cubicBezTo>
                    <a:pt x="3608" y="4731"/>
                    <a:pt x="3577" y="4743"/>
                    <a:pt x="3554" y="4771"/>
                  </a:cubicBezTo>
                  <a:cubicBezTo>
                    <a:pt x="3532" y="4798"/>
                    <a:pt x="3510" y="4826"/>
                    <a:pt x="3486" y="4856"/>
                  </a:cubicBezTo>
                  <a:cubicBezTo>
                    <a:pt x="3482" y="4856"/>
                    <a:pt x="3475" y="4855"/>
                    <a:pt x="3467" y="4855"/>
                  </a:cubicBezTo>
                  <a:cubicBezTo>
                    <a:pt x="3398" y="4851"/>
                    <a:pt x="3375" y="4870"/>
                    <a:pt x="3365" y="4939"/>
                  </a:cubicBezTo>
                  <a:cubicBezTo>
                    <a:pt x="3362" y="4956"/>
                    <a:pt x="3362" y="4973"/>
                    <a:pt x="3359" y="4990"/>
                  </a:cubicBezTo>
                  <a:cubicBezTo>
                    <a:pt x="3357" y="4998"/>
                    <a:pt x="3348" y="5004"/>
                    <a:pt x="3342" y="5011"/>
                  </a:cubicBezTo>
                  <a:cubicBezTo>
                    <a:pt x="3338" y="5009"/>
                    <a:pt x="3333" y="5006"/>
                    <a:pt x="3329" y="5004"/>
                  </a:cubicBezTo>
                  <a:cubicBezTo>
                    <a:pt x="3346" y="4851"/>
                    <a:pt x="3364" y="4698"/>
                    <a:pt x="3381" y="4544"/>
                  </a:cubicBezTo>
                  <a:cubicBezTo>
                    <a:pt x="3385" y="4544"/>
                    <a:pt x="3388" y="4544"/>
                    <a:pt x="3392" y="4544"/>
                  </a:cubicBezTo>
                  <a:cubicBezTo>
                    <a:pt x="3382" y="4603"/>
                    <a:pt x="3388" y="4657"/>
                    <a:pt x="3451" y="4681"/>
                  </a:cubicBezTo>
                  <a:cubicBezTo>
                    <a:pt x="3534" y="4713"/>
                    <a:pt x="3596" y="4681"/>
                    <a:pt x="3636" y="4613"/>
                  </a:cubicBezTo>
                  <a:cubicBezTo>
                    <a:pt x="3662" y="4625"/>
                    <a:pt x="3683" y="4641"/>
                    <a:pt x="3707" y="4646"/>
                  </a:cubicBezTo>
                  <a:cubicBezTo>
                    <a:pt x="3775" y="4659"/>
                    <a:pt x="3826" y="4635"/>
                    <a:pt x="3855" y="4572"/>
                  </a:cubicBezTo>
                  <a:cubicBezTo>
                    <a:pt x="3882" y="4510"/>
                    <a:pt x="3901" y="4443"/>
                    <a:pt x="3919" y="4377"/>
                  </a:cubicBezTo>
                  <a:cubicBezTo>
                    <a:pt x="3930" y="4335"/>
                    <a:pt x="3898" y="4296"/>
                    <a:pt x="3854" y="4293"/>
                  </a:cubicBezTo>
                  <a:cubicBezTo>
                    <a:pt x="3828" y="4291"/>
                    <a:pt x="3801" y="4298"/>
                    <a:pt x="3780" y="4300"/>
                  </a:cubicBezTo>
                  <a:cubicBezTo>
                    <a:pt x="3793" y="4290"/>
                    <a:pt x="3810" y="4277"/>
                    <a:pt x="3828" y="4264"/>
                  </a:cubicBezTo>
                  <a:cubicBezTo>
                    <a:pt x="3857" y="4241"/>
                    <a:pt x="3884" y="4214"/>
                    <a:pt x="3917" y="4199"/>
                  </a:cubicBezTo>
                  <a:cubicBezTo>
                    <a:pt x="3955" y="4180"/>
                    <a:pt x="3995" y="4159"/>
                    <a:pt x="4042" y="4188"/>
                  </a:cubicBezTo>
                  <a:cubicBezTo>
                    <a:pt x="4060" y="4198"/>
                    <a:pt x="4092" y="4199"/>
                    <a:pt x="4112" y="4190"/>
                  </a:cubicBezTo>
                  <a:cubicBezTo>
                    <a:pt x="4155" y="4170"/>
                    <a:pt x="4187" y="4134"/>
                    <a:pt x="4188" y="4084"/>
                  </a:cubicBezTo>
                  <a:cubicBezTo>
                    <a:pt x="4189" y="4033"/>
                    <a:pt x="4165" y="3991"/>
                    <a:pt x="4121" y="3964"/>
                  </a:cubicBezTo>
                  <a:cubicBezTo>
                    <a:pt x="4096" y="3949"/>
                    <a:pt x="4064" y="3940"/>
                    <a:pt x="4041" y="3959"/>
                  </a:cubicBezTo>
                  <a:cubicBezTo>
                    <a:pt x="3998" y="3994"/>
                    <a:pt x="3969" y="4039"/>
                    <a:pt x="3978" y="4098"/>
                  </a:cubicBezTo>
                  <a:cubicBezTo>
                    <a:pt x="3982" y="4125"/>
                    <a:pt x="3973" y="4136"/>
                    <a:pt x="3949" y="4143"/>
                  </a:cubicBezTo>
                  <a:cubicBezTo>
                    <a:pt x="3928" y="4149"/>
                    <a:pt x="3907" y="4157"/>
                    <a:pt x="3884" y="4164"/>
                  </a:cubicBezTo>
                  <a:cubicBezTo>
                    <a:pt x="3914" y="4102"/>
                    <a:pt x="3944" y="4039"/>
                    <a:pt x="3919" y="3967"/>
                  </a:cubicBezTo>
                  <a:cubicBezTo>
                    <a:pt x="3956" y="3957"/>
                    <a:pt x="3985" y="3935"/>
                    <a:pt x="3993" y="3899"/>
                  </a:cubicBezTo>
                  <a:cubicBezTo>
                    <a:pt x="4000" y="3867"/>
                    <a:pt x="3994" y="3833"/>
                    <a:pt x="3994" y="3800"/>
                  </a:cubicBezTo>
                  <a:cubicBezTo>
                    <a:pt x="4055" y="3804"/>
                    <a:pt x="4109" y="3773"/>
                    <a:pt x="4119" y="3714"/>
                  </a:cubicBezTo>
                  <a:cubicBezTo>
                    <a:pt x="4127" y="3666"/>
                    <a:pt x="4128" y="3614"/>
                    <a:pt x="4120" y="3566"/>
                  </a:cubicBezTo>
                  <a:cubicBezTo>
                    <a:pt x="4106" y="3491"/>
                    <a:pt x="4039" y="3462"/>
                    <a:pt x="3969" y="3493"/>
                  </a:cubicBezTo>
                  <a:cubicBezTo>
                    <a:pt x="3963" y="3496"/>
                    <a:pt x="3957" y="3498"/>
                    <a:pt x="3951" y="3501"/>
                  </a:cubicBezTo>
                  <a:lnTo>
                    <a:pt x="3945" y="3497"/>
                  </a:lnTo>
                  <a:cubicBezTo>
                    <a:pt x="3951" y="3486"/>
                    <a:pt x="3954" y="3471"/>
                    <a:pt x="3963" y="3465"/>
                  </a:cubicBezTo>
                  <a:cubicBezTo>
                    <a:pt x="4006" y="3439"/>
                    <a:pt x="4028" y="3399"/>
                    <a:pt x="4044" y="3355"/>
                  </a:cubicBezTo>
                  <a:cubicBezTo>
                    <a:pt x="4057" y="3318"/>
                    <a:pt x="4046" y="3287"/>
                    <a:pt x="4013" y="3267"/>
                  </a:cubicBezTo>
                  <a:cubicBezTo>
                    <a:pt x="3991" y="3253"/>
                    <a:pt x="3967" y="3244"/>
                    <a:pt x="3942" y="3236"/>
                  </a:cubicBezTo>
                  <a:cubicBezTo>
                    <a:pt x="3876" y="3215"/>
                    <a:pt x="3819" y="3256"/>
                    <a:pt x="3816" y="3324"/>
                  </a:cubicBezTo>
                  <a:cubicBezTo>
                    <a:pt x="3816" y="3338"/>
                    <a:pt x="3816" y="3352"/>
                    <a:pt x="3816" y="3366"/>
                  </a:cubicBezTo>
                  <a:cubicBezTo>
                    <a:pt x="3815" y="3414"/>
                    <a:pt x="3844" y="3441"/>
                    <a:pt x="3883" y="3461"/>
                  </a:cubicBezTo>
                  <a:cubicBezTo>
                    <a:pt x="3891" y="3465"/>
                    <a:pt x="3900" y="3468"/>
                    <a:pt x="3909" y="3472"/>
                  </a:cubicBezTo>
                  <a:cubicBezTo>
                    <a:pt x="3908" y="3489"/>
                    <a:pt x="3908" y="3503"/>
                    <a:pt x="3906" y="3522"/>
                  </a:cubicBezTo>
                  <a:cubicBezTo>
                    <a:pt x="3900" y="3516"/>
                    <a:pt x="3896" y="3514"/>
                    <a:pt x="3893" y="3511"/>
                  </a:cubicBezTo>
                  <a:cubicBezTo>
                    <a:pt x="3831" y="3450"/>
                    <a:pt x="3761" y="3465"/>
                    <a:pt x="3730" y="3549"/>
                  </a:cubicBezTo>
                  <a:cubicBezTo>
                    <a:pt x="3712" y="3600"/>
                    <a:pt x="3701" y="3652"/>
                    <a:pt x="3686" y="3706"/>
                  </a:cubicBezTo>
                  <a:cubicBezTo>
                    <a:pt x="3649" y="3693"/>
                    <a:pt x="3621" y="3713"/>
                    <a:pt x="3592" y="3741"/>
                  </a:cubicBezTo>
                  <a:cubicBezTo>
                    <a:pt x="3588" y="3735"/>
                    <a:pt x="3586" y="3730"/>
                    <a:pt x="3582" y="3726"/>
                  </a:cubicBezTo>
                  <a:cubicBezTo>
                    <a:pt x="3547" y="3690"/>
                    <a:pt x="3507" y="3662"/>
                    <a:pt x="3455" y="3680"/>
                  </a:cubicBezTo>
                  <a:cubicBezTo>
                    <a:pt x="3395" y="3700"/>
                    <a:pt x="3354" y="3741"/>
                    <a:pt x="3348" y="3809"/>
                  </a:cubicBezTo>
                  <a:cubicBezTo>
                    <a:pt x="3344" y="3853"/>
                    <a:pt x="3370" y="3893"/>
                    <a:pt x="3410" y="3906"/>
                  </a:cubicBezTo>
                  <a:cubicBezTo>
                    <a:pt x="3446" y="3916"/>
                    <a:pt x="3481" y="3916"/>
                    <a:pt x="3515" y="3899"/>
                  </a:cubicBezTo>
                  <a:cubicBezTo>
                    <a:pt x="3523" y="3896"/>
                    <a:pt x="3531" y="3893"/>
                    <a:pt x="3544" y="3888"/>
                  </a:cubicBezTo>
                  <a:cubicBezTo>
                    <a:pt x="3541" y="3899"/>
                    <a:pt x="3541" y="3903"/>
                    <a:pt x="3539" y="3906"/>
                  </a:cubicBezTo>
                  <a:cubicBezTo>
                    <a:pt x="3524" y="3925"/>
                    <a:pt x="3520" y="3944"/>
                    <a:pt x="3535" y="3963"/>
                  </a:cubicBezTo>
                  <a:cubicBezTo>
                    <a:pt x="3550" y="3983"/>
                    <a:pt x="3571" y="3991"/>
                    <a:pt x="3595" y="3985"/>
                  </a:cubicBezTo>
                  <a:cubicBezTo>
                    <a:pt x="3610" y="3981"/>
                    <a:pt x="3626" y="3976"/>
                    <a:pt x="3637" y="3967"/>
                  </a:cubicBezTo>
                  <a:cubicBezTo>
                    <a:pt x="3674" y="3936"/>
                    <a:pt x="3710" y="3903"/>
                    <a:pt x="3743" y="3873"/>
                  </a:cubicBezTo>
                  <a:cubicBezTo>
                    <a:pt x="3750" y="3884"/>
                    <a:pt x="3757" y="3902"/>
                    <a:pt x="3769" y="3915"/>
                  </a:cubicBezTo>
                  <a:cubicBezTo>
                    <a:pt x="3783" y="3931"/>
                    <a:pt x="3781" y="3942"/>
                    <a:pt x="3769" y="3958"/>
                  </a:cubicBezTo>
                  <a:cubicBezTo>
                    <a:pt x="3734" y="4005"/>
                    <a:pt x="3700" y="4052"/>
                    <a:pt x="3666" y="4100"/>
                  </a:cubicBezTo>
                  <a:cubicBezTo>
                    <a:pt x="3650" y="4120"/>
                    <a:pt x="3634" y="4140"/>
                    <a:pt x="3619" y="4160"/>
                  </a:cubicBezTo>
                  <a:cubicBezTo>
                    <a:pt x="3639" y="4082"/>
                    <a:pt x="3608" y="4027"/>
                    <a:pt x="3545" y="3986"/>
                  </a:cubicBezTo>
                  <a:cubicBezTo>
                    <a:pt x="3503" y="3958"/>
                    <a:pt x="3452" y="3959"/>
                    <a:pt x="3422" y="3990"/>
                  </a:cubicBezTo>
                  <a:cubicBezTo>
                    <a:pt x="3384" y="4029"/>
                    <a:pt x="3359" y="4073"/>
                    <a:pt x="3360" y="4131"/>
                  </a:cubicBezTo>
                  <a:cubicBezTo>
                    <a:pt x="3361" y="4191"/>
                    <a:pt x="3389" y="4224"/>
                    <a:pt x="3449" y="4229"/>
                  </a:cubicBezTo>
                  <a:cubicBezTo>
                    <a:pt x="3503" y="4233"/>
                    <a:pt x="3553" y="4224"/>
                    <a:pt x="3598" y="4188"/>
                  </a:cubicBezTo>
                  <a:cubicBezTo>
                    <a:pt x="3599" y="4191"/>
                    <a:pt x="3601" y="4193"/>
                    <a:pt x="3603" y="4196"/>
                  </a:cubicBezTo>
                  <a:cubicBezTo>
                    <a:pt x="3581" y="4224"/>
                    <a:pt x="3560" y="4252"/>
                    <a:pt x="3548" y="4268"/>
                  </a:cubicBezTo>
                  <a:cubicBezTo>
                    <a:pt x="3504" y="4266"/>
                    <a:pt x="3474" y="4267"/>
                    <a:pt x="3444" y="4264"/>
                  </a:cubicBezTo>
                  <a:cubicBezTo>
                    <a:pt x="3401" y="4258"/>
                    <a:pt x="3388" y="4265"/>
                    <a:pt x="3370" y="4303"/>
                  </a:cubicBezTo>
                  <a:cubicBezTo>
                    <a:pt x="3359" y="4326"/>
                    <a:pt x="3345" y="4348"/>
                    <a:pt x="3333" y="4370"/>
                  </a:cubicBezTo>
                  <a:cubicBezTo>
                    <a:pt x="3330" y="4369"/>
                    <a:pt x="3326" y="4369"/>
                    <a:pt x="3323" y="4369"/>
                  </a:cubicBezTo>
                  <a:cubicBezTo>
                    <a:pt x="3318" y="4350"/>
                    <a:pt x="3310" y="4331"/>
                    <a:pt x="3307" y="4311"/>
                  </a:cubicBezTo>
                  <a:cubicBezTo>
                    <a:pt x="3302" y="4269"/>
                    <a:pt x="3301" y="4227"/>
                    <a:pt x="3297" y="4185"/>
                  </a:cubicBezTo>
                  <a:cubicBezTo>
                    <a:pt x="3286" y="4072"/>
                    <a:pt x="3291" y="3961"/>
                    <a:pt x="3309" y="3850"/>
                  </a:cubicBezTo>
                  <a:cubicBezTo>
                    <a:pt x="3321" y="3778"/>
                    <a:pt x="3342" y="3712"/>
                    <a:pt x="3417" y="3679"/>
                  </a:cubicBezTo>
                  <a:cubicBezTo>
                    <a:pt x="3441" y="3668"/>
                    <a:pt x="3464" y="3654"/>
                    <a:pt x="3489" y="3646"/>
                  </a:cubicBezTo>
                  <a:cubicBezTo>
                    <a:pt x="3600" y="3614"/>
                    <a:pt x="3642" y="3538"/>
                    <a:pt x="3607" y="3430"/>
                  </a:cubicBezTo>
                  <a:cubicBezTo>
                    <a:pt x="3605" y="3425"/>
                    <a:pt x="3605" y="3420"/>
                    <a:pt x="3605" y="3420"/>
                  </a:cubicBezTo>
                  <a:cubicBezTo>
                    <a:pt x="3640" y="3401"/>
                    <a:pt x="3674" y="3386"/>
                    <a:pt x="3704" y="3365"/>
                  </a:cubicBezTo>
                  <a:cubicBezTo>
                    <a:pt x="3795" y="3301"/>
                    <a:pt x="3791" y="3203"/>
                    <a:pt x="3696" y="3142"/>
                  </a:cubicBezTo>
                  <a:cubicBezTo>
                    <a:pt x="3689" y="3137"/>
                    <a:pt x="3682" y="3120"/>
                    <a:pt x="3684" y="3112"/>
                  </a:cubicBezTo>
                  <a:cubicBezTo>
                    <a:pt x="3695" y="3080"/>
                    <a:pt x="3710" y="3049"/>
                    <a:pt x="3726" y="3013"/>
                  </a:cubicBezTo>
                  <a:cubicBezTo>
                    <a:pt x="3735" y="3040"/>
                    <a:pt x="3741" y="3060"/>
                    <a:pt x="3749" y="3078"/>
                  </a:cubicBezTo>
                  <a:cubicBezTo>
                    <a:pt x="3777" y="3139"/>
                    <a:pt x="3831" y="3162"/>
                    <a:pt x="3895" y="3141"/>
                  </a:cubicBezTo>
                  <a:cubicBezTo>
                    <a:pt x="4000" y="3107"/>
                    <a:pt x="4043" y="2927"/>
                    <a:pt x="3966" y="2849"/>
                  </a:cubicBezTo>
                  <a:cubicBezTo>
                    <a:pt x="3944" y="2827"/>
                    <a:pt x="3918" y="2820"/>
                    <a:pt x="3888" y="2824"/>
                  </a:cubicBezTo>
                  <a:cubicBezTo>
                    <a:pt x="3821" y="2833"/>
                    <a:pt x="3767" y="2860"/>
                    <a:pt x="3736" y="2925"/>
                  </a:cubicBezTo>
                  <a:cubicBezTo>
                    <a:pt x="3734" y="2921"/>
                    <a:pt x="3732" y="2920"/>
                    <a:pt x="3733" y="2919"/>
                  </a:cubicBezTo>
                  <a:cubicBezTo>
                    <a:pt x="3756" y="2868"/>
                    <a:pt x="3779" y="2817"/>
                    <a:pt x="3803" y="2766"/>
                  </a:cubicBezTo>
                  <a:cubicBezTo>
                    <a:pt x="3805" y="2763"/>
                    <a:pt x="3812" y="2760"/>
                    <a:pt x="3817" y="2759"/>
                  </a:cubicBezTo>
                  <a:cubicBezTo>
                    <a:pt x="3865" y="2747"/>
                    <a:pt x="3889" y="2712"/>
                    <a:pt x="3902" y="2668"/>
                  </a:cubicBezTo>
                  <a:cubicBezTo>
                    <a:pt x="3910" y="2640"/>
                    <a:pt x="3915" y="2610"/>
                    <a:pt x="3921" y="2579"/>
                  </a:cubicBezTo>
                  <a:cubicBezTo>
                    <a:pt x="3938" y="2583"/>
                    <a:pt x="3954" y="2587"/>
                    <a:pt x="3972" y="2592"/>
                  </a:cubicBezTo>
                  <a:cubicBezTo>
                    <a:pt x="3964" y="2610"/>
                    <a:pt x="3956" y="2627"/>
                    <a:pt x="3952" y="2645"/>
                  </a:cubicBezTo>
                  <a:cubicBezTo>
                    <a:pt x="3938" y="2698"/>
                    <a:pt x="3927" y="2754"/>
                    <a:pt x="3973" y="2795"/>
                  </a:cubicBezTo>
                  <a:cubicBezTo>
                    <a:pt x="4044" y="2859"/>
                    <a:pt x="4127" y="2853"/>
                    <a:pt x="4170" y="2761"/>
                  </a:cubicBezTo>
                  <a:cubicBezTo>
                    <a:pt x="4177" y="2745"/>
                    <a:pt x="4185" y="2729"/>
                    <a:pt x="4191" y="2713"/>
                  </a:cubicBezTo>
                  <a:cubicBezTo>
                    <a:pt x="4211" y="2657"/>
                    <a:pt x="4198" y="2594"/>
                    <a:pt x="4157" y="2560"/>
                  </a:cubicBezTo>
                  <a:cubicBezTo>
                    <a:pt x="4141" y="2547"/>
                    <a:pt x="4120" y="2541"/>
                    <a:pt x="4101" y="2531"/>
                  </a:cubicBezTo>
                  <a:cubicBezTo>
                    <a:pt x="4136" y="2471"/>
                    <a:pt x="4133" y="2400"/>
                    <a:pt x="4094" y="2350"/>
                  </a:cubicBezTo>
                  <a:cubicBezTo>
                    <a:pt x="4073" y="2324"/>
                    <a:pt x="4049" y="2312"/>
                    <a:pt x="4017" y="2325"/>
                  </a:cubicBezTo>
                  <a:cubicBezTo>
                    <a:pt x="3992" y="2334"/>
                    <a:pt x="3968" y="2344"/>
                    <a:pt x="3949" y="2352"/>
                  </a:cubicBezTo>
                  <a:cubicBezTo>
                    <a:pt x="3925" y="2307"/>
                    <a:pt x="3905" y="2267"/>
                    <a:pt x="3881" y="2228"/>
                  </a:cubicBezTo>
                  <a:cubicBezTo>
                    <a:pt x="3857" y="2189"/>
                    <a:pt x="3820" y="2167"/>
                    <a:pt x="3775" y="2166"/>
                  </a:cubicBezTo>
                  <a:cubicBezTo>
                    <a:pt x="3755" y="2166"/>
                    <a:pt x="3726" y="2176"/>
                    <a:pt x="3717" y="2191"/>
                  </a:cubicBezTo>
                  <a:cubicBezTo>
                    <a:pt x="3690" y="2235"/>
                    <a:pt x="3664" y="2281"/>
                    <a:pt x="3692" y="2336"/>
                  </a:cubicBezTo>
                  <a:cubicBezTo>
                    <a:pt x="3707" y="2364"/>
                    <a:pt x="3717" y="2393"/>
                    <a:pt x="3731" y="2424"/>
                  </a:cubicBezTo>
                  <a:cubicBezTo>
                    <a:pt x="3693" y="2456"/>
                    <a:pt x="3669" y="2498"/>
                    <a:pt x="3661" y="2550"/>
                  </a:cubicBezTo>
                  <a:cubicBezTo>
                    <a:pt x="3656" y="2576"/>
                    <a:pt x="3638" y="2599"/>
                    <a:pt x="3629" y="2623"/>
                  </a:cubicBezTo>
                  <a:cubicBezTo>
                    <a:pt x="3614" y="2661"/>
                    <a:pt x="3597" y="2699"/>
                    <a:pt x="3589" y="2739"/>
                  </a:cubicBezTo>
                  <a:cubicBezTo>
                    <a:pt x="3580" y="2782"/>
                    <a:pt x="3601" y="2819"/>
                    <a:pt x="3638" y="2847"/>
                  </a:cubicBezTo>
                  <a:cubicBezTo>
                    <a:pt x="3582" y="2831"/>
                    <a:pt x="3518" y="2875"/>
                    <a:pt x="3484" y="2951"/>
                  </a:cubicBezTo>
                  <a:cubicBezTo>
                    <a:pt x="3455" y="3017"/>
                    <a:pt x="3487" y="3089"/>
                    <a:pt x="3566" y="3135"/>
                  </a:cubicBezTo>
                  <a:cubicBezTo>
                    <a:pt x="3543" y="3168"/>
                    <a:pt x="3512" y="3197"/>
                    <a:pt x="3498" y="3233"/>
                  </a:cubicBezTo>
                  <a:cubicBezTo>
                    <a:pt x="3484" y="3269"/>
                    <a:pt x="3486" y="3312"/>
                    <a:pt x="3480" y="3352"/>
                  </a:cubicBezTo>
                  <a:cubicBezTo>
                    <a:pt x="3432" y="3378"/>
                    <a:pt x="3386" y="3417"/>
                    <a:pt x="3364" y="3473"/>
                  </a:cubicBezTo>
                  <a:cubicBezTo>
                    <a:pt x="3340" y="3532"/>
                    <a:pt x="3351" y="3590"/>
                    <a:pt x="3394" y="3642"/>
                  </a:cubicBezTo>
                  <a:cubicBezTo>
                    <a:pt x="3381" y="3649"/>
                    <a:pt x="3371" y="3654"/>
                    <a:pt x="3357" y="3661"/>
                  </a:cubicBezTo>
                  <a:cubicBezTo>
                    <a:pt x="3355" y="3621"/>
                    <a:pt x="3329" y="3602"/>
                    <a:pt x="3299" y="3591"/>
                  </a:cubicBezTo>
                  <a:cubicBezTo>
                    <a:pt x="3278" y="3583"/>
                    <a:pt x="3276" y="3571"/>
                    <a:pt x="3273" y="3552"/>
                  </a:cubicBezTo>
                  <a:cubicBezTo>
                    <a:pt x="3266" y="3495"/>
                    <a:pt x="3265" y="3436"/>
                    <a:pt x="3247" y="3382"/>
                  </a:cubicBezTo>
                  <a:cubicBezTo>
                    <a:pt x="3205" y="3262"/>
                    <a:pt x="3189" y="3139"/>
                    <a:pt x="3197" y="3013"/>
                  </a:cubicBezTo>
                  <a:cubicBezTo>
                    <a:pt x="3201" y="2946"/>
                    <a:pt x="3209" y="2879"/>
                    <a:pt x="3215" y="2812"/>
                  </a:cubicBezTo>
                  <a:cubicBezTo>
                    <a:pt x="3270" y="2808"/>
                    <a:pt x="3296" y="2770"/>
                    <a:pt x="3328" y="2725"/>
                  </a:cubicBezTo>
                  <a:cubicBezTo>
                    <a:pt x="3325" y="2743"/>
                    <a:pt x="3321" y="2753"/>
                    <a:pt x="3322" y="2761"/>
                  </a:cubicBezTo>
                  <a:cubicBezTo>
                    <a:pt x="3327" y="2795"/>
                    <a:pt x="3326" y="2832"/>
                    <a:pt x="3339" y="2862"/>
                  </a:cubicBezTo>
                  <a:cubicBezTo>
                    <a:pt x="3363" y="2919"/>
                    <a:pt x="3417" y="2934"/>
                    <a:pt x="3472" y="2905"/>
                  </a:cubicBezTo>
                  <a:cubicBezTo>
                    <a:pt x="3551" y="2863"/>
                    <a:pt x="3602" y="2741"/>
                    <a:pt x="3578" y="2651"/>
                  </a:cubicBezTo>
                  <a:cubicBezTo>
                    <a:pt x="3567" y="2611"/>
                    <a:pt x="3544" y="2583"/>
                    <a:pt x="3502" y="2575"/>
                  </a:cubicBezTo>
                  <a:cubicBezTo>
                    <a:pt x="3482" y="2572"/>
                    <a:pt x="3462" y="2566"/>
                    <a:pt x="3441" y="2566"/>
                  </a:cubicBezTo>
                  <a:cubicBezTo>
                    <a:pt x="3427" y="2566"/>
                    <a:pt x="3409" y="2570"/>
                    <a:pt x="3400" y="2580"/>
                  </a:cubicBezTo>
                  <a:cubicBezTo>
                    <a:pt x="3380" y="2602"/>
                    <a:pt x="3365" y="2628"/>
                    <a:pt x="3347" y="2656"/>
                  </a:cubicBezTo>
                  <a:cubicBezTo>
                    <a:pt x="3339" y="2566"/>
                    <a:pt x="3307" y="2500"/>
                    <a:pt x="3205" y="2506"/>
                  </a:cubicBezTo>
                  <a:cubicBezTo>
                    <a:pt x="3202" y="2480"/>
                    <a:pt x="3200" y="2459"/>
                    <a:pt x="3197" y="2437"/>
                  </a:cubicBezTo>
                  <a:cubicBezTo>
                    <a:pt x="3195" y="2413"/>
                    <a:pt x="3197" y="2392"/>
                    <a:pt x="3214" y="2371"/>
                  </a:cubicBezTo>
                  <a:cubicBezTo>
                    <a:pt x="3250" y="2324"/>
                    <a:pt x="3253" y="2269"/>
                    <a:pt x="3223" y="2221"/>
                  </a:cubicBezTo>
                  <a:cubicBezTo>
                    <a:pt x="3191" y="2168"/>
                    <a:pt x="3218" y="2117"/>
                    <a:pt x="3211" y="2073"/>
                  </a:cubicBezTo>
                  <a:cubicBezTo>
                    <a:pt x="3241" y="2074"/>
                    <a:pt x="3270" y="2082"/>
                    <a:pt x="3293" y="2075"/>
                  </a:cubicBezTo>
                  <a:cubicBezTo>
                    <a:pt x="3321" y="2066"/>
                    <a:pt x="3345" y="2044"/>
                    <a:pt x="3371" y="2027"/>
                  </a:cubicBezTo>
                  <a:cubicBezTo>
                    <a:pt x="3377" y="2017"/>
                    <a:pt x="3383" y="2007"/>
                    <a:pt x="3389" y="1997"/>
                  </a:cubicBezTo>
                  <a:cubicBezTo>
                    <a:pt x="3411" y="1954"/>
                    <a:pt x="3420" y="1906"/>
                    <a:pt x="3401" y="1862"/>
                  </a:cubicBezTo>
                  <a:cubicBezTo>
                    <a:pt x="3374" y="1802"/>
                    <a:pt x="3323" y="1764"/>
                    <a:pt x="3262" y="1737"/>
                  </a:cubicBezTo>
                  <a:cubicBezTo>
                    <a:pt x="3263" y="1728"/>
                    <a:pt x="3263" y="1718"/>
                    <a:pt x="3265" y="1705"/>
                  </a:cubicBezTo>
                  <a:cubicBezTo>
                    <a:pt x="3273" y="1711"/>
                    <a:pt x="3277" y="1714"/>
                    <a:pt x="3282" y="1716"/>
                  </a:cubicBezTo>
                  <a:cubicBezTo>
                    <a:pt x="3358" y="1765"/>
                    <a:pt x="3435" y="1736"/>
                    <a:pt x="3458" y="1648"/>
                  </a:cubicBezTo>
                  <a:cubicBezTo>
                    <a:pt x="3469" y="1608"/>
                    <a:pt x="3473" y="1567"/>
                    <a:pt x="3456" y="1527"/>
                  </a:cubicBezTo>
                  <a:cubicBezTo>
                    <a:pt x="3440" y="1489"/>
                    <a:pt x="3413" y="1464"/>
                    <a:pt x="3372" y="1450"/>
                  </a:cubicBezTo>
                  <a:cubicBezTo>
                    <a:pt x="3404" y="1414"/>
                    <a:pt x="3398" y="1375"/>
                    <a:pt x="3392" y="1335"/>
                  </a:cubicBezTo>
                  <a:cubicBezTo>
                    <a:pt x="3397" y="1340"/>
                    <a:pt x="3402" y="1345"/>
                    <a:pt x="3406" y="1350"/>
                  </a:cubicBezTo>
                  <a:cubicBezTo>
                    <a:pt x="3465" y="1425"/>
                    <a:pt x="3538" y="1422"/>
                    <a:pt x="3587" y="1341"/>
                  </a:cubicBezTo>
                  <a:cubicBezTo>
                    <a:pt x="3588" y="1338"/>
                    <a:pt x="3589" y="1335"/>
                    <a:pt x="3593" y="1325"/>
                  </a:cubicBezTo>
                  <a:cubicBezTo>
                    <a:pt x="3598" y="1341"/>
                    <a:pt x="3599" y="1347"/>
                    <a:pt x="3602" y="1353"/>
                  </a:cubicBezTo>
                  <a:cubicBezTo>
                    <a:pt x="3618" y="1394"/>
                    <a:pt x="3676" y="1428"/>
                    <a:pt x="3724" y="1424"/>
                  </a:cubicBezTo>
                  <a:cubicBezTo>
                    <a:pt x="3769" y="1420"/>
                    <a:pt x="3807" y="1386"/>
                    <a:pt x="3814" y="1338"/>
                  </a:cubicBezTo>
                  <a:cubicBezTo>
                    <a:pt x="3822" y="1284"/>
                    <a:pt x="3817" y="1231"/>
                    <a:pt x="3788" y="1184"/>
                  </a:cubicBezTo>
                  <a:cubicBezTo>
                    <a:pt x="3777" y="1167"/>
                    <a:pt x="3762" y="1150"/>
                    <a:pt x="3744" y="1141"/>
                  </a:cubicBezTo>
                  <a:cubicBezTo>
                    <a:pt x="3685" y="1110"/>
                    <a:pt x="3656" y="1120"/>
                    <a:pt x="3623" y="1177"/>
                  </a:cubicBezTo>
                  <a:cubicBezTo>
                    <a:pt x="3615" y="1147"/>
                    <a:pt x="3607" y="1117"/>
                    <a:pt x="3598" y="1088"/>
                  </a:cubicBezTo>
                  <a:cubicBezTo>
                    <a:pt x="3719" y="1037"/>
                    <a:pt x="3748" y="883"/>
                    <a:pt x="3710" y="794"/>
                  </a:cubicBezTo>
                  <a:cubicBezTo>
                    <a:pt x="3685" y="734"/>
                    <a:pt x="3614" y="717"/>
                    <a:pt x="3571" y="767"/>
                  </a:cubicBezTo>
                  <a:cubicBezTo>
                    <a:pt x="3535" y="810"/>
                    <a:pt x="3503" y="857"/>
                    <a:pt x="3472" y="899"/>
                  </a:cubicBezTo>
                  <a:cubicBezTo>
                    <a:pt x="3469" y="885"/>
                    <a:pt x="3466" y="867"/>
                    <a:pt x="3460" y="850"/>
                  </a:cubicBezTo>
                  <a:cubicBezTo>
                    <a:pt x="3454" y="831"/>
                    <a:pt x="3446" y="814"/>
                    <a:pt x="3438" y="796"/>
                  </a:cubicBezTo>
                  <a:cubicBezTo>
                    <a:pt x="3508" y="798"/>
                    <a:pt x="3567" y="764"/>
                    <a:pt x="3603" y="697"/>
                  </a:cubicBezTo>
                  <a:cubicBezTo>
                    <a:pt x="3641" y="626"/>
                    <a:pt x="3644" y="535"/>
                    <a:pt x="3536" y="512"/>
                  </a:cubicBezTo>
                  <a:cubicBezTo>
                    <a:pt x="3535" y="512"/>
                    <a:pt x="3534" y="510"/>
                    <a:pt x="3533" y="508"/>
                  </a:cubicBezTo>
                  <a:cubicBezTo>
                    <a:pt x="3580" y="469"/>
                    <a:pt x="3611" y="420"/>
                    <a:pt x="3607" y="357"/>
                  </a:cubicBezTo>
                  <a:cubicBezTo>
                    <a:pt x="3606" y="341"/>
                    <a:pt x="3596" y="319"/>
                    <a:pt x="3583" y="311"/>
                  </a:cubicBezTo>
                  <a:cubicBezTo>
                    <a:pt x="3528" y="278"/>
                    <a:pt x="3499" y="282"/>
                    <a:pt x="3448" y="326"/>
                  </a:cubicBezTo>
                  <a:cubicBezTo>
                    <a:pt x="3439" y="333"/>
                    <a:pt x="3431" y="341"/>
                    <a:pt x="3422" y="349"/>
                  </a:cubicBezTo>
                  <a:cubicBezTo>
                    <a:pt x="3417" y="321"/>
                    <a:pt x="3413" y="296"/>
                    <a:pt x="3409" y="272"/>
                  </a:cubicBezTo>
                  <a:cubicBezTo>
                    <a:pt x="3436" y="255"/>
                    <a:pt x="3465" y="239"/>
                    <a:pt x="3490" y="219"/>
                  </a:cubicBezTo>
                  <a:cubicBezTo>
                    <a:pt x="3541" y="179"/>
                    <a:pt x="3554" y="135"/>
                    <a:pt x="3533" y="81"/>
                  </a:cubicBezTo>
                  <a:cubicBezTo>
                    <a:pt x="3518" y="40"/>
                    <a:pt x="3456" y="0"/>
                    <a:pt x="3408" y="0"/>
                  </a:cubicBezTo>
                  <a:cubicBezTo>
                    <a:pt x="3376" y="0"/>
                    <a:pt x="3350" y="13"/>
                    <a:pt x="3334" y="41"/>
                  </a:cubicBezTo>
                  <a:cubicBezTo>
                    <a:pt x="3308" y="86"/>
                    <a:pt x="3285" y="132"/>
                    <a:pt x="3285" y="187"/>
                  </a:cubicBezTo>
                  <a:cubicBezTo>
                    <a:pt x="3285" y="202"/>
                    <a:pt x="3274" y="218"/>
                    <a:pt x="3264" y="231"/>
                  </a:cubicBezTo>
                  <a:cubicBezTo>
                    <a:pt x="3241" y="262"/>
                    <a:pt x="3210" y="289"/>
                    <a:pt x="3192" y="323"/>
                  </a:cubicBezTo>
                  <a:cubicBezTo>
                    <a:pt x="3163" y="379"/>
                    <a:pt x="3142" y="440"/>
                    <a:pt x="3201" y="494"/>
                  </a:cubicBezTo>
                  <a:cubicBezTo>
                    <a:pt x="3143" y="511"/>
                    <a:pt x="3104" y="577"/>
                    <a:pt x="3111" y="646"/>
                  </a:cubicBezTo>
                  <a:cubicBezTo>
                    <a:pt x="3118" y="718"/>
                    <a:pt x="3173" y="774"/>
                    <a:pt x="3248" y="781"/>
                  </a:cubicBezTo>
                  <a:cubicBezTo>
                    <a:pt x="3193" y="852"/>
                    <a:pt x="3193" y="923"/>
                    <a:pt x="3249" y="994"/>
                  </a:cubicBezTo>
                  <a:cubicBezTo>
                    <a:pt x="3219" y="1024"/>
                    <a:pt x="3229" y="1058"/>
                    <a:pt x="3235" y="1092"/>
                  </a:cubicBezTo>
                  <a:cubicBezTo>
                    <a:pt x="3242" y="1126"/>
                    <a:pt x="3249" y="1159"/>
                    <a:pt x="3257" y="1195"/>
                  </a:cubicBezTo>
                  <a:cubicBezTo>
                    <a:pt x="3192" y="1194"/>
                    <a:pt x="3152" y="1222"/>
                    <a:pt x="3140" y="1279"/>
                  </a:cubicBezTo>
                  <a:cubicBezTo>
                    <a:pt x="3133" y="1311"/>
                    <a:pt x="3136" y="1345"/>
                    <a:pt x="3137" y="1378"/>
                  </a:cubicBezTo>
                  <a:cubicBezTo>
                    <a:pt x="3138" y="1430"/>
                    <a:pt x="3161" y="1462"/>
                    <a:pt x="3211" y="1481"/>
                  </a:cubicBezTo>
                  <a:cubicBezTo>
                    <a:pt x="3219" y="1484"/>
                    <a:pt x="3228" y="1487"/>
                    <a:pt x="3236" y="1491"/>
                  </a:cubicBezTo>
                  <a:cubicBezTo>
                    <a:pt x="3233" y="1509"/>
                    <a:pt x="3229" y="1525"/>
                    <a:pt x="3228" y="1541"/>
                  </a:cubicBezTo>
                  <a:cubicBezTo>
                    <a:pt x="3225" y="1610"/>
                    <a:pt x="3224" y="1680"/>
                    <a:pt x="3221" y="1750"/>
                  </a:cubicBezTo>
                  <a:cubicBezTo>
                    <a:pt x="3220" y="1764"/>
                    <a:pt x="3216" y="1781"/>
                    <a:pt x="3207" y="1791"/>
                  </a:cubicBezTo>
                  <a:cubicBezTo>
                    <a:pt x="3156" y="1843"/>
                    <a:pt x="3144" y="1907"/>
                    <a:pt x="3166" y="1972"/>
                  </a:cubicBezTo>
                  <a:cubicBezTo>
                    <a:pt x="3180" y="2015"/>
                    <a:pt x="3173" y="2053"/>
                    <a:pt x="3169" y="2094"/>
                  </a:cubicBezTo>
                  <a:cubicBezTo>
                    <a:pt x="3165" y="2132"/>
                    <a:pt x="3148" y="2139"/>
                    <a:pt x="3115" y="2119"/>
                  </a:cubicBezTo>
                  <a:cubicBezTo>
                    <a:pt x="3109" y="2116"/>
                    <a:pt x="3102" y="2112"/>
                    <a:pt x="3094" y="2111"/>
                  </a:cubicBezTo>
                  <a:cubicBezTo>
                    <a:pt x="3027" y="2103"/>
                    <a:pt x="2959" y="2160"/>
                    <a:pt x="2957" y="2227"/>
                  </a:cubicBezTo>
                  <a:cubicBezTo>
                    <a:pt x="2957" y="2247"/>
                    <a:pt x="2960" y="2267"/>
                    <a:pt x="2965" y="2286"/>
                  </a:cubicBezTo>
                  <a:cubicBezTo>
                    <a:pt x="2982" y="2357"/>
                    <a:pt x="3023" y="2408"/>
                    <a:pt x="3094" y="2426"/>
                  </a:cubicBezTo>
                  <a:cubicBezTo>
                    <a:pt x="3098" y="2453"/>
                    <a:pt x="3100" y="2476"/>
                    <a:pt x="3106" y="2498"/>
                  </a:cubicBezTo>
                  <a:cubicBezTo>
                    <a:pt x="3113" y="2521"/>
                    <a:pt x="3110" y="2540"/>
                    <a:pt x="3095" y="2561"/>
                  </a:cubicBezTo>
                  <a:cubicBezTo>
                    <a:pt x="3058" y="2611"/>
                    <a:pt x="3058" y="2668"/>
                    <a:pt x="3073" y="2726"/>
                  </a:cubicBezTo>
                  <a:cubicBezTo>
                    <a:pt x="3080" y="2753"/>
                    <a:pt x="3083" y="2781"/>
                    <a:pt x="3088" y="2809"/>
                  </a:cubicBezTo>
                  <a:cubicBezTo>
                    <a:pt x="3046" y="2740"/>
                    <a:pt x="3031" y="2655"/>
                    <a:pt x="2945" y="2621"/>
                  </a:cubicBezTo>
                  <a:cubicBezTo>
                    <a:pt x="2980" y="2576"/>
                    <a:pt x="2986" y="2563"/>
                    <a:pt x="2981" y="2527"/>
                  </a:cubicBezTo>
                  <a:cubicBezTo>
                    <a:pt x="2971" y="2463"/>
                    <a:pt x="2932" y="2415"/>
                    <a:pt x="2876" y="2390"/>
                  </a:cubicBezTo>
                  <a:cubicBezTo>
                    <a:pt x="2816" y="2362"/>
                    <a:pt x="2796" y="2373"/>
                    <a:pt x="2780" y="2443"/>
                  </a:cubicBezTo>
                  <a:cubicBezTo>
                    <a:pt x="2773" y="2472"/>
                    <a:pt x="2774" y="2503"/>
                    <a:pt x="2771" y="2533"/>
                  </a:cubicBezTo>
                  <a:cubicBezTo>
                    <a:pt x="2747" y="2521"/>
                    <a:pt x="2719" y="2506"/>
                    <a:pt x="2692" y="2493"/>
                  </a:cubicBezTo>
                  <a:cubicBezTo>
                    <a:pt x="2739" y="2438"/>
                    <a:pt x="2746" y="2389"/>
                    <a:pt x="2713" y="2330"/>
                  </a:cubicBezTo>
                  <a:cubicBezTo>
                    <a:pt x="2688" y="2287"/>
                    <a:pt x="2651" y="2264"/>
                    <a:pt x="2617" y="2270"/>
                  </a:cubicBezTo>
                  <a:cubicBezTo>
                    <a:pt x="2580" y="2276"/>
                    <a:pt x="2542" y="2282"/>
                    <a:pt x="2523" y="2319"/>
                  </a:cubicBezTo>
                  <a:cubicBezTo>
                    <a:pt x="2506" y="2352"/>
                    <a:pt x="2495" y="2387"/>
                    <a:pt x="2480" y="2423"/>
                  </a:cubicBezTo>
                  <a:cubicBezTo>
                    <a:pt x="2456" y="2418"/>
                    <a:pt x="2425" y="2412"/>
                    <a:pt x="2395" y="2404"/>
                  </a:cubicBezTo>
                  <a:cubicBezTo>
                    <a:pt x="2367" y="2396"/>
                    <a:pt x="2350" y="2407"/>
                    <a:pt x="2332" y="2425"/>
                  </a:cubicBezTo>
                  <a:cubicBezTo>
                    <a:pt x="2261" y="2496"/>
                    <a:pt x="2272" y="2605"/>
                    <a:pt x="2307" y="2669"/>
                  </a:cubicBezTo>
                  <a:cubicBezTo>
                    <a:pt x="2327" y="2706"/>
                    <a:pt x="2360" y="2722"/>
                    <a:pt x="2402" y="2719"/>
                  </a:cubicBezTo>
                  <a:cubicBezTo>
                    <a:pt x="2454" y="2716"/>
                    <a:pt x="2528" y="2655"/>
                    <a:pt x="2541" y="2596"/>
                  </a:cubicBezTo>
                  <a:cubicBezTo>
                    <a:pt x="2548" y="2563"/>
                    <a:pt x="2542" y="2527"/>
                    <a:pt x="2542" y="2495"/>
                  </a:cubicBezTo>
                  <a:cubicBezTo>
                    <a:pt x="2567" y="2503"/>
                    <a:pt x="2595" y="2512"/>
                    <a:pt x="2628" y="2522"/>
                  </a:cubicBezTo>
                  <a:cubicBezTo>
                    <a:pt x="2558" y="2568"/>
                    <a:pt x="2554" y="2637"/>
                    <a:pt x="2563" y="2709"/>
                  </a:cubicBezTo>
                  <a:cubicBezTo>
                    <a:pt x="2570" y="2769"/>
                    <a:pt x="2619" y="2819"/>
                    <a:pt x="2686" y="2832"/>
                  </a:cubicBezTo>
                  <a:cubicBezTo>
                    <a:pt x="2740" y="2843"/>
                    <a:pt x="2770" y="2806"/>
                    <a:pt x="2797" y="2768"/>
                  </a:cubicBezTo>
                  <a:cubicBezTo>
                    <a:pt x="2800" y="2763"/>
                    <a:pt x="2803" y="2759"/>
                    <a:pt x="2809" y="2750"/>
                  </a:cubicBezTo>
                  <a:cubicBezTo>
                    <a:pt x="2819" y="2777"/>
                    <a:pt x="2829" y="2800"/>
                    <a:pt x="2838" y="2823"/>
                  </a:cubicBezTo>
                  <a:cubicBezTo>
                    <a:pt x="2856" y="2869"/>
                    <a:pt x="2855" y="2868"/>
                    <a:pt x="2807" y="2876"/>
                  </a:cubicBezTo>
                  <a:cubicBezTo>
                    <a:pt x="2769" y="2882"/>
                    <a:pt x="2735" y="2898"/>
                    <a:pt x="2718" y="2935"/>
                  </a:cubicBezTo>
                  <a:cubicBezTo>
                    <a:pt x="2701" y="2970"/>
                    <a:pt x="2716" y="3003"/>
                    <a:pt x="2741" y="3027"/>
                  </a:cubicBezTo>
                  <a:cubicBezTo>
                    <a:pt x="2772" y="3057"/>
                    <a:pt x="2806" y="3084"/>
                    <a:pt x="2842" y="3108"/>
                  </a:cubicBezTo>
                  <a:cubicBezTo>
                    <a:pt x="2876" y="3129"/>
                    <a:pt x="2911" y="3120"/>
                    <a:pt x="2941" y="3094"/>
                  </a:cubicBezTo>
                  <a:cubicBezTo>
                    <a:pt x="2951" y="3085"/>
                    <a:pt x="2960" y="3074"/>
                    <a:pt x="2974" y="3059"/>
                  </a:cubicBezTo>
                  <a:cubicBezTo>
                    <a:pt x="2994" y="3119"/>
                    <a:pt x="3013" y="3174"/>
                    <a:pt x="3034" y="3237"/>
                  </a:cubicBezTo>
                  <a:cubicBezTo>
                    <a:pt x="2983" y="3215"/>
                    <a:pt x="2920" y="3208"/>
                    <a:pt x="2873" y="3220"/>
                  </a:cubicBezTo>
                  <a:cubicBezTo>
                    <a:pt x="2857" y="3224"/>
                    <a:pt x="2840" y="3228"/>
                    <a:pt x="2829" y="3238"/>
                  </a:cubicBezTo>
                  <a:cubicBezTo>
                    <a:pt x="2785" y="3280"/>
                    <a:pt x="2774" y="3366"/>
                    <a:pt x="2802" y="3420"/>
                  </a:cubicBezTo>
                  <a:cubicBezTo>
                    <a:pt x="2836" y="3485"/>
                    <a:pt x="2905" y="3504"/>
                    <a:pt x="2968" y="3468"/>
                  </a:cubicBezTo>
                  <a:cubicBezTo>
                    <a:pt x="3011" y="3442"/>
                    <a:pt x="3036" y="3402"/>
                    <a:pt x="3057" y="3357"/>
                  </a:cubicBezTo>
                  <a:cubicBezTo>
                    <a:pt x="3060" y="3362"/>
                    <a:pt x="3063" y="3364"/>
                    <a:pt x="3063" y="3367"/>
                  </a:cubicBezTo>
                  <a:cubicBezTo>
                    <a:pt x="3083" y="3449"/>
                    <a:pt x="3103" y="3532"/>
                    <a:pt x="3121" y="3615"/>
                  </a:cubicBezTo>
                  <a:cubicBezTo>
                    <a:pt x="3125" y="3630"/>
                    <a:pt x="3118" y="3648"/>
                    <a:pt x="3116" y="3674"/>
                  </a:cubicBezTo>
                  <a:cubicBezTo>
                    <a:pt x="3039" y="3596"/>
                    <a:pt x="2977" y="3623"/>
                    <a:pt x="2921" y="3686"/>
                  </a:cubicBezTo>
                  <a:cubicBezTo>
                    <a:pt x="2879" y="3608"/>
                    <a:pt x="2854" y="3576"/>
                    <a:pt x="2813" y="3548"/>
                  </a:cubicBezTo>
                  <a:cubicBezTo>
                    <a:pt x="2764" y="3516"/>
                    <a:pt x="2707" y="3536"/>
                    <a:pt x="2695" y="3592"/>
                  </a:cubicBezTo>
                  <a:cubicBezTo>
                    <a:pt x="2683" y="3643"/>
                    <a:pt x="2680" y="3695"/>
                    <a:pt x="2698" y="3747"/>
                  </a:cubicBezTo>
                  <a:cubicBezTo>
                    <a:pt x="2704" y="3764"/>
                    <a:pt x="2709" y="3783"/>
                    <a:pt x="2714" y="3801"/>
                  </a:cubicBezTo>
                  <a:cubicBezTo>
                    <a:pt x="2690" y="3808"/>
                    <a:pt x="2688" y="3797"/>
                    <a:pt x="2685" y="3778"/>
                  </a:cubicBezTo>
                  <a:cubicBezTo>
                    <a:pt x="2679" y="3728"/>
                    <a:pt x="2671" y="3677"/>
                    <a:pt x="2659" y="3628"/>
                  </a:cubicBezTo>
                  <a:cubicBezTo>
                    <a:pt x="2649" y="3582"/>
                    <a:pt x="2609" y="3558"/>
                    <a:pt x="2571" y="3542"/>
                  </a:cubicBezTo>
                  <a:cubicBezTo>
                    <a:pt x="2535" y="3526"/>
                    <a:pt x="2499" y="3540"/>
                    <a:pt x="2477" y="3574"/>
                  </a:cubicBezTo>
                  <a:cubicBezTo>
                    <a:pt x="2446" y="3553"/>
                    <a:pt x="2418" y="3531"/>
                    <a:pt x="2388" y="3514"/>
                  </a:cubicBezTo>
                  <a:cubicBezTo>
                    <a:pt x="2336" y="3482"/>
                    <a:pt x="2293" y="3495"/>
                    <a:pt x="2269" y="3552"/>
                  </a:cubicBezTo>
                  <a:cubicBezTo>
                    <a:pt x="2245" y="3610"/>
                    <a:pt x="2238" y="3671"/>
                    <a:pt x="2269" y="3728"/>
                  </a:cubicBezTo>
                  <a:cubicBezTo>
                    <a:pt x="2283" y="3755"/>
                    <a:pt x="2306" y="3781"/>
                    <a:pt x="2332" y="3795"/>
                  </a:cubicBezTo>
                  <a:cubicBezTo>
                    <a:pt x="2350" y="3804"/>
                    <a:pt x="2379" y="3792"/>
                    <a:pt x="2402" y="3790"/>
                  </a:cubicBezTo>
                  <a:lnTo>
                    <a:pt x="2402" y="3888"/>
                  </a:lnTo>
                  <a:cubicBezTo>
                    <a:pt x="2373" y="3838"/>
                    <a:pt x="2336" y="3800"/>
                    <a:pt x="2273" y="3803"/>
                  </a:cubicBezTo>
                  <a:cubicBezTo>
                    <a:pt x="2197" y="3806"/>
                    <a:pt x="2121" y="3886"/>
                    <a:pt x="2126" y="3962"/>
                  </a:cubicBezTo>
                  <a:cubicBezTo>
                    <a:pt x="2126" y="3977"/>
                    <a:pt x="2137" y="3997"/>
                    <a:pt x="2150" y="4005"/>
                  </a:cubicBezTo>
                  <a:cubicBezTo>
                    <a:pt x="2167" y="4017"/>
                    <a:pt x="2189" y="4023"/>
                    <a:pt x="2210" y="4025"/>
                  </a:cubicBezTo>
                  <a:cubicBezTo>
                    <a:pt x="2239" y="4028"/>
                    <a:pt x="2268" y="4026"/>
                    <a:pt x="2301" y="4026"/>
                  </a:cubicBezTo>
                  <a:cubicBezTo>
                    <a:pt x="2293" y="4052"/>
                    <a:pt x="2286" y="4073"/>
                    <a:pt x="2279" y="4095"/>
                  </a:cubicBezTo>
                  <a:cubicBezTo>
                    <a:pt x="2212" y="4036"/>
                    <a:pt x="2151" y="4051"/>
                    <a:pt x="2122" y="4131"/>
                  </a:cubicBezTo>
                  <a:cubicBezTo>
                    <a:pt x="2115" y="4148"/>
                    <a:pt x="2113" y="4167"/>
                    <a:pt x="2110" y="4185"/>
                  </a:cubicBezTo>
                  <a:cubicBezTo>
                    <a:pt x="2102" y="4245"/>
                    <a:pt x="2125" y="4285"/>
                    <a:pt x="2179" y="4296"/>
                  </a:cubicBezTo>
                  <a:cubicBezTo>
                    <a:pt x="2232" y="4307"/>
                    <a:pt x="2268" y="4310"/>
                    <a:pt x="2292" y="4239"/>
                  </a:cubicBezTo>
                  <a:cubicBezTo>
                    <a:pt x="2333" y="4313"/>
                    <a:pt x="2354" y="4328"/>
                    <a:pt x="2409" y="4319"/>
                  </a:cubicBezTo>
                  <a:cubicBezTo>
                    <a:pt x="2457" y="4312"/>
                    <a:pt x="2481" y="4280"/>
                    <a:pt x="2492" y="4210"/>
                  </a:cubicBezTo>
                  <a:cubicBezTo>
                    <a:pt x="2529" y="4203"/>
                    <a:pt x="2564" y="4195"/>
                    <a:pt x="2600" y="4188"/>
                  </a:cubicBezTo>
                  <a:cubicBezTo>
                    <a:pt x="2599" y="4239"/>
                    <a:pt x="2586" y="4304"/>
                    <a:pt x="2656" y="4328"/>
                  </a:cubicBezTo>
                  <a:cubicBezTo>
                    <a:pt x="2733" y="4354"/>
                    <a:pt x="2783" y="4306"/>
                    <a:pt x="2827" y="4252"/>
                  </a:cubicBezTo>
                  <a:cubicBezTo>
                    <a:pt x="2834" y="4269"/>
                    <a:pt x="2838" y="4289"/>
                    <a:pt x="2850" y="4301"/>
                  </a:cubicBezTo>
                  <a:cubicBezTo>
                    <a:pt x="2903" y="4357"/>
                    <a:pt x="2969" y="4385"/>
                    <a:pt x="3046" y="4380"/>
                  </a:cubicBezTo>
                  <a:cubicBezTo>
                    <a:pt x="3065" y="4379"/>
                    <a:pt x="3072" y="4383"/>
                    <a:pt x="3080" y="4399"/>
                  </a:cubicBezTo>
                  <a:cubicBezTo>
                    <a:pt x="3128" y="4500"/>
                    <a:pt x="3150" y="4607"/>
                    <a:pt x="3153" y="4718"/>
                  </a:cubicBezTo>
                  <a:cubicBezTo>
                    <a:pt x="3156" y="4827"/>
                    <a:pt x="3160" y="4936"/>
                    <a:pt x="3163" y="5045"/>
                  </a:cubicBezTo>
                  <a:cubicBezTo>
                    <a:pt x="3164" y="5078"/>
                    <a:pt x="3163" y="5112"/>
                    <a:pt x="3163" y="5137"/>
                  </a:cubicBezTo>
                  <a:cubicBezTo>
                    <a:pt x="3136" y="5119"/>
                    <a:pt x="3110" y="5092"/>
                    <a:pt x="3079" y="5083"/>
                  </a:cubicBezTo>
                  <a:cubicBezTo>
                    <a:pt x="3047" y="5073"/>
                    <a:pt x="3010" y="5080"/>
                    <a:pt x="2978" y="5080"/>
                  </a:cubicBezTo>
                  <a:cubicBezTo>
                    <a:pt x="3013" y="5003"/>
                    <a:pt x="3030" y="4917"/>
                    <a:pt x="2992" y="4828"/>
                  </a:cubicBezTo>
                  <a:cubicBezTo>
                    <a:pt x="3058" y="4831"/>
                    <a:pt x="3092" y="4806"/>
                    <a:pt x="3104" y="4747"/>
                  </a:cubicBezTo>
                  <a:cubicBezTo>
                    <a:pt x="3115" y="4693"/>
                    <a:pt x="3092" y="4648"/>
                    <a:pt x="3045" y="4630"/>
                  </a:cubicBezTo>
                  <a:cubicBezTo>
                    <a:pt x="2967" y="4601"/>
                    <a:pt x="2939" y="4616"/>
                    <a:pt x="2888" y="4708"/>
                  </a:cubicBezTo>
                  <a:cubicBezTo>
                    <a:pt x="2866" y="4689"/>
                    <a:pt x="2844" y="4669"/>
                    <a:pt x="2821" y="4649"/>
                  </a:cubicBezTo>
                  <a:cubicBezTo>
                    <a:pt x="2853" y="4593"/>
                    <a:pt x="2857" y="4581"/>
                    <a:pt x="2859" y="4522"/>
                  </a:cubicBezTo>
                  <a:cubicBezTo>
                    <a:pt x="2861" y="4436"/>
                    <a:pt x="2806" y="4377"/>
                    <a:pt x="2721" y="4373"/>
                  </a:cubicBezTo>
                  <a:cubicBezTo>
                    <a:pt x="2678" y="4371"/>
                    <a:pt x="2624" y="4409"/>
                    <a:pt x="2615" y="4451"/>
                  </a:cubicBezTo>
                  <a:cubicBezTo>
                    <a:pt x="2608" y="4485"/>
                    <a:pt x="2603" y="4521"/>
                    <a:pt x="2597" y="4557"/>
                  </a:cubicBezTo>
                  <a:cubicBezTo>
                    <a:pt x="2587" y="4556"/>
                    <a:pt x="2574" y="4555"/>
                    <a:pt x="2562" y="4554"/>
                  </a:cubicBezTo>
                  <a:cubicBezTo>
                    <a:pt x="2548" y="4553"/>
                    <a:pt x="2534" y="4552"/>
                    <a:pt x="2519" y="4552"/>
                  </a:cubicBezTo>
                  <a:cubicBezTo>
                    <a:pt x="2475" y="4551"/>
                    <a:pt x="2454" y="4565"/>
                    <a:pt x="2445" y="4609"/>
                  </a:cubicBezTo>
                  <a:cubicBezTo>
                    <a:pt x="2438" y="4642"/>
                    <a:pt x="2438" y="4678"/>
                    <a:pt x="2438" y="4712"/>
                  </a:cubicBezTo>
                  <a:cubicBezTo>
                    <a:pt x="2438" y="4751"/>
                    <a:pt x="2463" y="4782"/>
                    <a:pt x="2503" y="4797"/>
                  </a:cubicBezTo>
                  <a:cubicBezTo>
                    <a:pt x="2543" y="4811"/>
                    <a:pt x="2574" y="4806"/>
                    <a:pt x="2599" y="4771"/>
                  </a:cubicBezTo>
                  <a:cubicBezTo>
                    <a:pt x="2622" y="4739"/>
                    <a:pt x="2636" y="4701"/>
                    <a:pt x="2654" y="4666"/>
                  </a:cubicBezTo>
                  <a:cubicBezTo>
                    <a:pt x="2655" y="4663"/>
                    <a:pt x="2657" y="4661"/>
                    <a:pt x="2661" y="4654"/>
                  </a:cubicBezTo>
                  <a:cubicBezTo>
                    <a:pt x="2669" y="4662"/>
                    <a:pt x="2676" y="4669"/>
                    <a:pt x="2682" y="4675"/>
                  </a:cubicBezTo>
                  <a:cubicBezTo>
                    <a:pt x="2607" y="4758"/>
                    <a:pt x="2597" y="4892"/>
                    <a:pt x="2713" y="4931"/>
                  </a:cubicBezTo>
                  <a:cubicBezTo>
                    <a:pt x="2657" y="4938"/>
                    <a:pt x="2622" y="4966"/>
                    <a:pt x="2614" y="5010"/>
                  </a:cubicBezTo>
                  <a:cubicBezTo>
                    <a:pt x="2603" y="5072"/>
                    <a:pt x="2631" y="5115"/>
                    <a:pt x="2710" y="5155"/>
                  </a:cubicBezTo>
                  <a:cubicBezTo>
                    <a:pt x="2699" y="5155"/>
                    <a:pt x="2693" y="5154"/>
                    <a:pt x="2687" y="5156"/>
                  </a:cubicBezTo>
                  <a:cubicBezTo>
                    <a:pt x="2661" y="5163"/>
                    <a:pt x="2627" y="5163"/>
                    <a:pt x="2610" y="5180"/>
                  </a:cubicBezTo>
                  <a:cubicBezTo>
                    <a:pt x="2542" y="5251"/>
                    <a:pt x="2551" y="5388"/>
                    <a:pt x="2623" y="5456"/>
                  </a:cubicBezTo>
                  <a:cubicBezTo>
                    <a:pt x="2671" y="5501"/>
                    <a:pt x="2732" y="5500"/>
                    <a:pt x="2771" y="5448"/>
                  </a:cubicBezTo>
                  <a:cubicBezTo>
                    <a:pt x="2795" y="5416"/>
                    <a:pt x="2810" y="5376"/>
                    <a:pt x="2828" y="5339"/>
                  </a:cubicBezTo>
                  <a:cubicBezTo>
                    <a:pt x="2833" y="5329"/>
                    <a:pt x="2834" y="5318"/>
                    <a:pt x="2838" y="5305"/>
                  </a:cubicBezTo>
                  <a:cubicBezTo>
                    <a:pt x="2922" y="5376"/>
                    <a:pt x="2983" y="5461"/>
                    <a:pt x="3033" y="5553"/>
                  </a:cubicBezTo>
                  <a:cubicBezTo>
                    <a:pt x="3077" y="5636"/>
                    <a:pt x="3122" y="5718"/>
                    <a:pt x="3135" y="5812"/>
                  </a:cubicBezTo>
                  <a:cubicBezTo>
                    <a:pt x="3144" y="5876"/>
                    <a:pt x="3149" y="5942"/>
                    <a:pt x="3153" y="6007"/>
                  </a:cubicBezTo>
                  <a:cubicBezTo>
                    <a:pt x="3159" y="6114"/>
                    <a:pt x="3165" y="6221"/>
                    <a:pt x="3166" y="6329"/>
                  </a:cubicBezTo>
                  <a:cubicBezTo>
                    <a:pt x="3166" y="6499"/>
                    <a:pt x="3162" y="6668"/>
                    <a:pt x="3159" y="6838"/>
                  </a:cubicBezTo>
                  <a:cubicBezTo>
                    <a:pt x="3158" y="6941"/>
                    <a:pt x="3156" y="7045"/>
                    <a:pt x="3154" y="7148"/>
                  </a:cubicBezTo>
                  <a:cubicBezTo>
                    <a:pt x="3153" y="7224"/>
                    <a:pt x="3150" y="7300"/>
                    <a:pt x="3153" y="7376"/>
                  </a:cubicBezTo>
                  <a:cubicBezTo>
                    <a:pt x="3158" y="7489"/>
                    <a:pt x="3172" y="7602"/>
                    <a:pt x="3175" y="7715"/>
                  </a:cubicBezTo>
                  <a:cubicBezTo>
                    <a:pt x="3178" y="7894"/>
                    <a:pt x="3178" y="8074"/>
                    <a:pt x="3175" y="8253"/>
                  </a:cubicBezTo>
                  <a:cubicBezTo>
                    <a:pt x="3173" y="8343"/>
                    <a:pt x="3164" y="8431"/>
                    <a:pt x="3158" y="8520"/>
                  </a:cubicBezTo>
                  <a:cubicBezTo>
                    <a:pt x="3156" y="8549"/>
                    <a:pt x="3138" y="8555"/>
                    <a:pt x="3112" y="8541"/>
                  </a:cubicBezTo>
                  <a:cubicBezTo>
                    <a:pt x="3072" y="8518"/>
                    <a:pt x="3055" y="8479"/>
                    <a:pt x="3040" y="8440"/>
                  </a:cubicBezTo>
                  <a:cubicBezTo>
                    <a:pt x="3001" y="8336"/>
                    <a:pt x="2966" y="8230"/>
                    <a:pt x="2929" y="8125"/>
                  </a:cubicBezTo>
                  <a:cubicBezTo>
                    <a:pt x="2924" y="8110"/>
                    <a:pt x="2918" y="8096"/>
                    <a:pt x="2916" y="8081"/>
                  </a:cubicBezTo>
                  <a:cubicBezTo>
                    <a:pt x="2909" y="8009"/>
                    <a:pt x="2900" y="7936"/>
                    <a:pt x="2896" y="7864"/>
                  </a:cubicBezTo>
                  <a:cubicBezTo>
                    <a:pt x="2892" y="7774"/>
                    <a:pt x="2873" y="7690"/>
                    <a:pt x="2834" y="7609"/>
                  </a:cubicBezTo>
                  <a:cubicBezTo>
                    <a:pt x="2815" y="7570"/>
                    <a:pt x="2799" y="7528"/>
                    <a:pt x="2792" y="7486"/>
                  </a:cubicBezTo>
                  <a:cubicBezTo>
                    <a:pt x="2777" y="7396"/>
                    <a:pt x="2791" y="7306"/>
                    <a:pt x="2821" y="7220"/>
                  </a:cubicBezTo>
                  <a:cubicBezTo>
                    <a:pt x="2870" y="7079"/>
                    <a:pt x="2878" y="6935"/>
                    <a:pt x="2856" y="6789"/>
                  </a:cubicBezTo>
                  <a:cubicBezTo>
                    <a:pt x="2842" y="6697"/>
                    <a:pt x="2804" y="6626"/>
                    <a:pt x="2708" y="6598"/>
                  </a:cubicBezTo>
                  <a:cubicBezTo>
                    <a:pt x="2670" y="6587"/>
                    <a:pt x="2655" y="6552"/>
                    <a:pt x="2661" y="6509"/>
                  </a:cubicBezTo>
                  <a:cubicBezTo>
                    <a:pt x="2664" y="6486"/>
                    <a:pt x="2667" y="6463"/>
                    <a:pt x="2667" y="6441"/>
                  </a:cubicBezTo>
                  <a:cubicBezTo>
                    <a:pt x="2668" y="6346"/>
                    <a:pt x="2670" y="6251"/>
                    <a:pt x="2667" y="6157"/>
                  </a:cubicBezTo>
                  <a:cubicBezTo>
                    <a:pt x="2661" y="5969"/>
                    <a:pt x="2593" y="5820"/>
                    <a:pt x="2400" y="5755"/>
                  </a:cubicBezTo>
                  <a:cubicBezTo>
                    <a:pt x="2366" y="5743"/>
                    <a:pt x="2342" y="5718"/>
                    <a:pt x="2330" y="5683"/>
                  </a:cubicBezTo>
                  <a:cubicBezTo>
                    <a:pt x="2324" y="5663"/>
                    <a:pt x="2319" y="5643"/>
                    <a:pt x="2313" y="5623"/>
                  </a:cubicBezTo>
                  <a:cubicBezTo>
                    <a:pt x="2278" y="5510"/>
                    <a:pt x="2222" y="5413"/>
                    <a:pt x="2114" y="5352"/>
                  </a:cubicBezTo>
                  <a:cubicBezTo>
                    <a:pt x="2043" y="5312"/>
                    <a:pt x="1974" y="5267"/>
                    <a:pt x="1908" y="5220"/>
                  </a:cubicBezTo>
                  <a:cubicBezTo>
                    <a:pt x="1776" y="5126"/>
                    <a:pt x="1696" y="4999"/>
                    <a:pt x="1680" y="4837"/>
                  </a:cubicBezTo>
                  <a:cubicBezTo>
                    <a:pt x="1669" y="4729"/>
                    <a:pt x="1642" y="4631"/>
                    <a:pt x="1573" y="4545"/>
                  </a:cubicBezTo>
                  <a:cubicBezTo>
                    <a:pt x="1528" y="4489"/>
                    <a:pt x="1489" y="4429"/>
                    <a:pt x="1447" y="4371"/>
                  </a:cubicBezTo>
                  <a:cubicBezTo>
                    <a:pt x="1443" y="4365"/>
                    <a:pt x="1435" y="4362"/>
                    <a:pt x="1434" y="4361"/>
                  </a:cubicBezTo>
                  <a:cubicBezTo>
                    <a:pt x="1417" y="4405"/>
                    <a:pt x="1403" y="4447"/>
                    <a:pt x="1384" y="4486"/>
                  </a:cubicBezTo>
                  <a:cubicBezTo>
                    <a:pt x="1337" y="4589"/>
                    <a:pt x="1283" y="4689"/>
                    <a:pt x="1241" y="4793"/>
                  </a:cubicBezTo>
                  <a:cubicBezTo>
                    <a:pt x="1176" y="4952"/>
                    <a:pt x="1122" y="5113"/>
                    <a:pt x="1129" y="5289"/>
                  </a:cubicBezTo>
                  <a:cubicBezTo>
                    <a:pt x="1130" y="5324"/>
                    <a:pt x="1111" y="5362"/>
                    <a:pt x="1093" y="5395"/>
                  </a:cubicBezTo>
                  <a:cubicBezTo>
                    <a:pt x="1061" y="5456"/>
                    <a:pt x="1023" y="5513"/>
                    <a:pt x="989" y="5572"/>
                  </a:cubicBezTo>
                  <a:cubicBezTo>
                    <a:pt x="963" y="5618"/>
                    <a:pt x="957" y="5667"/>
                    <a:pt x="964" y="5720"/>
                  </a:cubicBezTo>
                  <a:cubicBezTo>
                    <a:pt x="978" y="5822"/>
                    <a:pt x="991" y="5924"/>
                    <a:pt x="1000" y="6027"/>
                  </a:cubicBezTo>
                  <a:cubicBezTo>
                    <a:pt x="1004" y="6073"/>
                    <a:pt x="995" y="6120"/>
                    <a:pt x="998" y="6167"/>
                  </a:cubicBezTo>
                  <a:cubicBezTo>
                    <a:pt x="1004" y="6270"/>
                    <a:pt x="1037" y="6368"/>
                    <a:pt x="1083" y="6459"/>
                  </a:cubicBezTo>
                  <a:cubicBezTo>
                    <a:pt x="1143" y="6578"/>
                    <a:pt x="1152" y="6699"/>
                    <a:pt x="1134" y="6827"/>
                  </a:cubicBezTo>
                  <a:cubicBezTo>
                    <a:pt x="1118" y="6945"/>
                    <a:pt x="1144" y="7052"/>
                    <a:pt x="1238" y="7132"/>
                  </a:cubicBezTo>
                  <a:cubicBezTo>
                    <a:pt x="1295" y="7180"/>
                    <a:pt x="1355" y="7227"/>
                    <a:pt x="1417" y="7267"/>
                  </a:cubicBezTo>
                  <a:cubicBezTo>
                    <a:pt x="1543" y="7348"/>
                    <a:pt x="1643" y="7446"/>
                    <a:pt x="1693" y="7591"/>
                  </a:cubicBezTo>
                  <a:cubicBezTo>
                    <a:pt x="1719" y="7665"/>
                    <a:pt x="1769" y="7726"/>
                    <a:pt x="1831" y="7774"/>
                  </a:cubicBezTo>
                  <a:cubicBezTo>
                    <a:pt x="1954" y="7871"/>
                    <a:pt x="2080" y="7964"/>
                    <a:pt x="2193" y="8074"/>
                  </a:cubicBezTo>
                  <a:cubicBezTo>
                    <a:pt x="2232" y="8112"/>
                    <a:pt x="2287" y="8136"/>
                    <a:pt x="2338" y="8159"/>
                  </a:cubicBezTo>
                  <a:cubicBezTo>
                    <a:pt x="2416" y="8194"/>
                    <a:pt x="2502" y="8200"/>
                    <a:pt x="2586" y="8206"/>
                  </a:cubicBezTo>
                  <a:cubicBezTo>
                    <a:pt x="2680" y="8212"/>
                    <a:pt x="2755" y="8247"/>
                    <a:pt x="2817" y="8322"/>
                  </a:cubicBezTo>
                  <a:cubicBezTo>
                    <a:pt x="2904" y="8427"/>
                    <a:pt x="2958" y="8546"/>
                    <a:pt x="2994" y="8675"/>
                  </a:cubicBezTo>
                  <a:cubicBezTo>
                    <a:pt x="3059" y="8912"/>
                    <a:pt x="3088" y="9155"/>
                    <a:pt x="3078" y="9401"/>
                  </a:cubicBezTo>
                  <a:cubicBezTo>
                    <a:pt x="3075" y="9467"/>
                    <a:pt x="3068" y="9533"/>
                    <a:pt x="3063" y="9598"/>
                  </a:cubicBezTo>
                  <a:cubicBezTo>
                    <a:pt x="3018" y="9570"/>
                    <a:pt x="2976" y="9547"/>
                    <a:pt x="2936" y="9522"/>
                  </a:cubicBezTo>
                  <a:cubicBezTo>
                    <a:pt x="2922" y="9513"/>
                    <a:pt x="2908" y="9501"/>
                    <a:pt x="2898" y="9487"/>
                  </a:cubicBezTo>
                  <a:cubicBezTo>
                    <a:pt x="2874" y="9450"/>
                    <a:pt x="2849" y="9412"/>
                    <a:pt x="2829" y="9372"/>
                  </a:cubicBezTo>
                  <a:cubicBezTo>
                    <a:pt x="2796" y="9306"/>
                    <a:pt x="2781" y="9236"/>
                    <a:pt x="2802" y="9161"/>
                  </a:cubicBezTo>
                  <a:cubicBezTo>
                    <a:pt x="2812" y="9124"/>
                    <a:pt x="2815" y="9086"/>
                    <a:pt x="2817" y="9048"/>
                  </a:cubicBezTo>
                  <a:cubicBezTo>
                    <a:pt x="2823" y="8911"/>
                    <a:pt x="2750" y="8811"/>
                    <a:pt x="2659" y="8721"/>
                  </a:cubicBezTo>
                  <a:cubicBezTo>
                    <a:pt x="2627" y="8690"/>
                    <a:pt x="2586" y="8677"/>
                    <a:pt x="2542" y="8676"/>
                  </a:cubicBezTo>
                  <a:cubicBezTo>
                    <a:pt x="2435" y="8672"/>
                    <a:pt x="2345" y="8638"/>
                    <a:pt x="2282" y="8545"/>
                  </a:cubicBezTo>
                  <a:cubicBezTo>
                    <a:pt x="2265" y="8520"/>
                    <a:pt x="2239" y="8498"/>
                    <a:pt x="2212" y="8484"/>
                  </a:cubicBezTo>
                  <a:cubicBezTo>
                    <a:pt x="2132" y="8443"/>
                    <a:pt x="2047" y="8428"/>
                    <a:pt x="1956" y="8436"/>
                  </a:cubicBezTo>
                  <a:cubicBezTo>
                    <a:pt x="1898" y="8440"/>
                    <a:pt x="1838" y="8437"/>
                    <a:pt x="1780" y="8431"/>
                  </a:cubicBezTo>
                  <a:cubicBezTo>
                    <a:pt x="1709" y="8422"/>
                    <a:pt x="1666" y="8369"/>
                    <a:pt x="1622" y="8318"/>
                  </a:cubicBezTo>
                  <a:cubicBezTo>
                    <a:pt x="1602" y="8295"/>
                    <a:pt x="1580" y="8265"/>
                    <a:pt x="1553" y="8256"/>
                  </a:cubicBezTo>
                  <a:cubicBezTo>
                    <a:pt x="1479" y="8230"/>
                    <a:pt x="1404" y="8202"/>
                    <a:pt x="1321" y="8217"/>
                  </a:cubicBezTo>
                  <a:cubicBezTo>
                    <a:pt x="1286" y="8223"/>
                    <a:pt x="1247" y="8232"/>
                    <a:pt x="1214" y="8207"/>
                  </a:cubicBezTo>
                  <a:cubicBezTo>
                    <a:pt x="1182" y="8182"/>
                    <a:pt x="1150" y="8185"/>
                    <a:pt x="1117" y="8203"/>
                  </a:cubicBezTo>
                  <a:cubicBezTo>
                    <a:pt x="1101" y="8212"/>
                    <a:pt x="1084" y="8219"/>
                    <a:pt x="1067" y="8227"/>
                  </a:cubicBezTo>
                  <a:cubicBezTo>
                    <a:pt x="1031" y="8243"/>
                    <a:pt x="991" y="8256"/>
                    <a:pt x="953" y="8242"/>
                  </a:cubicBezTo>
                  <a:cubicBezTo>
                    <a:pt x="878" y="8213"/>
                    <a:pt x="802" y="8227"/>
                    <a:pt x="727" y="8237"/>
                  </a:cubicBezTo>
                  <a:cubicBezTo>
                    <a:pt x="669" y="8245"/>
                    <a:pt x="614" y="8269"/>
                    <a:pt x="558" y="8287"/>
                  </a:cubicBezTo>
                  <a:cubicBezTo>
                    <a:pt x="514" y="8300"/>
                    <a:pt x="472" y="8317"/>
                    <a:pt x="428" y="8329"/>
                  </a:cubicBezTo>
                  <a:cubicBezTo>
                    <a:pt x="337" y="8353"/>
                    <a:pt x="246" y="8371"/>
                    <a:pt x="156" y="8397"/>
                  </a:cubicBezTo>
                  <a:cubicBezTo>
                    <a:pt x="29" y="8435"/>
                    <a:pt x="-13" y="8507"/>
                    <a:pt x="4" y="8639"/>
                  </a:cubicBezTo>
                  <a:cubicBezTo>
                    <a:pt x="13" y="8706"/>
                    <a:pt x="16" y="8773"/>
                    <a:pt x="21" y="8840"/>
                  </a:cubicBezTo>
                  <a:cubicBezTo>
                    <a:pt x="25" y="8886"/>
                    <a:pt x="28" y="8931"/>
                    <a:pt x="35" y="8976"/>
                  </a:cubicBezTo>
                  <a:cubicBezTo>
                    <a:pt x="39" y="9005"/>
                    <a:pt x="66" y="9015"/>
                    <a:pt x="81" y="8996"/>
                  </a:cubicBezTo>
                  <a:cubicBezTo>
                    <a:pt x="96" y="8978"/>
                    <a:pt x="110" y="8958"/>
                    <a:pt x="120" y="8937"/>
                  </a:cubicBezTo>
                  <a:cubicBezTo>
                    <a:pt x="159" y="8852"/>
                    <a:pt x="196" y="8766"/>
                    <a:pt x="236" y="8682"/>
                  </a:cubicBezTo>
                  <a:cubicBezTo>
                    <a:pt x="256" y="8641"/>
                    <a:pt x="266" y="8638"/>
                    <a:pt x="299" y="8668"/>
                  </a:cubicBezTo>
                  <a:cubicBezTo>
                    <a:pt x="342" y="8707"/>
                    <a:pt x="390" y="8721"/>
                    <a:pt x="446" y="8715"/>
                  </a:cubicBezTo>
                  <a:cubicBezTo>
                    <a:pt x="464" y="8713"/>
                    <a:pt x="483" y="8714"/>
                    <a:pt x="502" y="8715"/>
                  </a:cubicBezTo>
                  <a:cubicBezTo>
                    <a:pt x="572" y="8718"/>
                    <a:pt x="635" y="8738"/>
                    <a:pt x="692" y="8781"/>
                  </a:cubicBezTo>
                  <a:cubicBezTo>
                    <a:pt x="789" y="8855"/>
                    <a:pt x="874" y="8936"/>
                    <a:pt x="902" y="9062"/>
                  </a:cubicBezTo>
                  <a:cubicBezTo>
                    <a:pt x="902" y="9064"/>
                    <a:pt x="903" y="9066"/>
                    <a:pt x="904" y="9068"/>
                  </a:cubicBezTo>
                  <a:cubicBezTo>
                    <a:pt x="930" y="9135"/>
                    <a:pt x="976" y="9176"/>
                    <a:pt x="1047" y="9193"/>
                  </a:cubicBezTo>
                  <a:cubicBezTo>
                    <a:pt x="1105" y="9206"/>
                    <a:pt x="1163" y="9223"/>
                    <a:pt x="1217" y="9248"/>
                  </a:cubicBezTo>
                  <a:cubicBezTo>
                    <a:pt x="1312" y="9290"/>
                    <a:pt x="1408" y="9317"/>
                    <a:pt x="1512" y="9325"/>
                  </a:cubicBezTo>
                  <a:cubicBezTo>
                    <a:pt x="1639" y="9335"/>
                    <a:pt x="1752" y="9373"/>
                    <a:pt x="1804" y="9507"/>
                  </a:cubicBezTo>
                  <a:cubicBezTo>
                    <a:pt x="1807" y="9514"/>
                    <a:pt x="1811" y="9520"/>
                    <a:pt x="1815" y="9526"/>
                  </a:cubicBezTo>
                  <a:cubicBezTo>
                    <a:pt x="1927" y="9703"/>
                    <a:pt x="2050" y="9744"/>
                    <a:pt x="2246" y="9672"/>
                  </a:cubicBezTo>
                  <a:cubicBezTo>
                    <a:pt x="2267" y="9665"/>
                    <a:pt x="2288" y="9657"/>
                    <a:pt x="2309" y="9656"/>
                  </a:cubicBezTo>
                  <a:cubicBezTo>
                    <a:pt x="2405" y="9651"/>
                    <a:pt x="2500" y="9646"/>
                    <a:pt x="2596" y="9645"/>
                  </a:cubicBezTo>
                  <a:cubicBezTo>
                    <a:pt x="2677" y="9644"/>
                    <a:pt x="2754" y="9659"/>
                    <a:pt x="2809" y="9730"/>
                  </a:cubicBezTo>
                  <a:cubicBezTo>
                    <a:pt x="2814" y="9737"/>
                    <a:pt x="2824" y="9742"/>
                    <a:pt x="2831" y="9749"/>
                  </a:cubicBezTo>
                  <a:cubicBezTo>
                    <a:pt x="2854" y="9776"/>
                    <a:pt x="2881" y="9801"/>
                    <a:pt x="2897" y="9832"/>
                  </a:cubicBezTo>
                  <a:cubicBezTo>
                    <a:pt x="2973" y="9972"/>
                    <a:pt x="3015" y="10126"/>
                    <a:pt x="3057" y="10279"/>
                  </a:cubicBezTo>
                  <a:cubicBezTo>
                    <a:pt x="3106" y="10460"/>
                    <a:pt x="3124" y="10645"/>
                    <a:pt x="3118" y="10832"/>
                  </a:cubicBezTo>
                  <a:cubicBezTo>
                    <a:pt x="3118" y="10855"/>
                    <a:pt x="3121" y="10878"/>
                    <a:pt x="3125" y="10900"/>
                  </a:cubicBezTo>
                  <a:cubicBezTo>
                    <a:pt x="3126" y="10907"/>
                    <a:pt x="3132" y="10912"/>
                    <a:pt x="3135" y="10919"/>
                  </a:cubicBezTo>
                  <a:lnTo>
                    <a:pt x="3144" y="10916"/>
                  </a:lnTo>
                  <a:cubicBezTo>
                    <a:pt x="3148" y="10873"/>
                    <a:pt x="3156" y="10830"/>
                    <a:pt x="3156" y="10787"/>
                  </a:cubicBezTo>
                  <a:cubicBezTo>
                    <a:pt x="3156" y="10707"/>
                    <a:pt x="3157" y="10626"/>
                    <a:pt x="3148" y="10546"/>
                  </a:cubicBezTo>
                  <a:cubicBezTo>
                    <a:pt x="3135" y="10420"/>
                    <a:pt x="3120" y="10293"/>
                    <a:pt x="3060" y="10177"/>
                  </a:cubicBezTo>
                  <a:cubicBezTo>
                    <a:pt x="3048" y="10155"/>
                    <a:pt x="3044" y="10128"/>
                    <a:pt x="3038" y="10103"/>
                  </a:cubicBezTo>
                  <a:cubicBezTo>
                    <a:pt x="3006" y="9949"/>
                    <a:pt x="2966" y="9800"/>
                    <a:pt x="2835" y="9695"/>
                  </a:cubicBezTo>
                  <a:cubicBezTo>
                    <a:pt x="2830" y="9691"/>
                    <a:pt x="2827" y="9685"/>
                    <a:pt x="2822" y="9681"/>
                  </a:cubicBezTo>
                  <a:cubicBezTo>
                    <a:pt x="2795" y="9662"/>
                    <a:pt x="2769" y="9640"/>
                    <a:pt x="2739" y="9625"/>
                  </a:cubicBezTo>
                  <a:cubicBezTo>
                    <a:pt x="2678" y="9596"/>
                    <a:pt x="2611" y="9603"/>
                    <a:pt x="2546" y="9603"/>
                  </a:cubicBezTo>
                  <a:cubicBezTo>
                    <a:pt x="2423" y="9605"/>
                    <a:pt x="2300" y="9603"/>
                    <a:pt x="2180" y="9647"/>
                  </a:cubicBezTo>
                  <a:cubicBezTo>
                    <a:pt x="2090" y="9681"/>
                    <a:pt x="1999" y="9671"/>
                    <a:pt x="1929" y="9597"/>
                  </a:cubicBezTo>
                  <a:cubicBezTo>
                    <a:pt x="1894" y="9560"/>
                    <a:pt x="1859" y="9520"/>
                    <a:pt x="1838" y="9475"/>
                  </a:cubicBezTo>
                  <a:cubicBezTo>
                    <a:pt x="1786" y="9361"/>
                    <a:pt x="1694" y="9311"/>
                    <a:pt x="1579" y="9290"/>
                  </a:cubicBezTo>
                  <a:cubicBezTo>
                    <a:pt x="1507" y="9278"/>
                    <a:pt x="1433" y="9276"/>
                    <a:pt x="1364" y="9255"/>
                  </a:cubicBezTo>
                  <a:cubicBezTo>
                    <a:pt x="1250" y="9222"/>
                    <a:pt x="1143" y="9165"/>
                    <a:pt x="1025" y="9140"/>
                  </a:cubicBezTo>
                  <a:cubicBezTo>
                    <a:pt x="1012" y="9137"/>
                    <a:pt x="1001" y="9127"/>
                    <a:pt x="979" y="9114"/>
                  </a:cubicBezTo>
                  <a:cubicBezTo>
                    <a:pt x="1021" y="9093"/>
                    <a:pt x="1053" y="9073"/>
                    <a:pt x="1088" y="9061"/>
                  </a:cubicBezTo>
                  <a:cubicBezTo>
                    <a:pt x="1221" y="9014"/>
                    <a:pt x="1360" y="9003"/>
                    <a:pt x="1499" y="8998"/>
                  </a:cubicBezTo>
                  <a:cubicBezTo>
                    <a:pt x="1605" y="8994"/>
                    <a:pt x="1712" y="8998"/>
                    <a:pt x="1815" y="8963"/>
                  </a:cubicBezTo>
                  <a:cubicBezTo>
                    <a:pt x="1837" y="8956"/>
                    <a:pt x="1866" y="8958"/>
                    <a:pt x="1888" y="8965"/>
                  </a:cubicBezTo>
                  <a:cubicBezTo>
                    <a:pt x="1974" y="8992"/>
                    <a:pt x="2059" y="9024"/>
                    <a:pt x="2144" y="9052"/>
                  </a:cubicBezTo>
                  <a:cubicBezTo>
                    <a:pt x="2202" y="9070"/>
                    <a:pt x="2253" y="9096"/>
                    <a:pt x="2296" y="9138"/>
                  </a:cubicBezTo>
                  <a:cubicBezTo>
                    <a:pt x="2304" y="9146"/>
                    <a:pt x="2314" y="9155"/>
                    <a:pt x="2324" y="9159"/>
                  </a:cubicBezTo>
                  <a:cubicBezTo>
                    <a:pt x="2374" y="9179"/>
                    <a:pt x="2408" y="9215"/>
                    <a:pt x="2441" y="9256"/>
                  </a:cubicBezTo>
                  <a:cubicBezTo>
                    <a:pt x="2498" y="9326"/>
                    <a:pt x="2556" y="9396"/>
                    <a:pt x="2617" y="9461"/>
                  </a:cubicBezTo>
                  <a:cubicBezTo>
                    <a:pt x="2647" y="9493"/>
                    <a:pt x="2684" y="9525"/>
                    <a:pt x="2723" y="9540"/>
                  </a:cubicBezTo>
                  <a:cubicBezTo>
                    <a:pt x="2870" y="9595"/>
                    <a:pt x="2950" y="9712"/>
                    <a:pt x="3012" y="9844"/>
                  </a:cubicBezTo>
                  <a:cubicBezTo>
                    <a:pt x="3042" y="9909"/>
                    <a:pt x="3057" y="9981"/>
                    <a:pt x="3077" y="10051"/>
                  </a:cubicBezTo>
                  <a:cubicBezTo>
                    <a:pt x="3091" y="10102"/>
                    <a:pt x="3114" y="10147"/>
                    <a:pt x="3153" y="10184"/>
                  </a:cubicBezTo>
                  <a:cubicBezTo>
                    <a:pt x="3154" y="10174"/>
                    <a:pt x="3152" y="10165"/>
                    <a:pt x="3149" y="10156"/>
                  </a:cubicBezTo>
                  <a:cubicBezTo>
                    <a:pt x="3134" y="10109"/>
                    <a:pt x="3113" y="10064"/>
                    <a:pt x="3106" y="10016"/>
                  </a:cubicBezTo>
                  <a:cubicBezTo>
                    <a:pt x="3093" y="9917"/>
                    <a:pt x="3058" y="9828"/>
                    <a:pt x="3010" y="9742"/>
                  </a:cubicBezTo>
                  <a:cubicBezTo>
                    <a:pt x="2947" y="9631"/>
                    <a:pt x="2845" y="9558"/>
                    <a:pt x="2759" y="9471"/>
                  </a:cubicBezTo>
                  <a:cubicBezTo>
                    <a:pt x="2714" y="9425"/>
                    <a:pt x="2666" y="9384"/>
                    <a:pt x="2630" y="9330"/>
                  </a:cubicBezTo>
                  <a:cubicBezTo>
                    <a:pt x="2595" y="9279"/>
                    <a:pt x="2560" y="9228"/>
                    <a:pt x="2523" y="9178"/>
                  </a:cubicBezTo>
                  <a:cubicBezTo>
                    <a:pt x="2487" y="9131"/>
                    <a:pt x="2446" y="9089"/>
                    <a:pt x="2413" y="9041"/>
                  </a:cubicBezTo>
                  <a:cubicBezTo>
                    <a:pt x="2329" y="8921"/>
                    <a:pt x="2283" y="8786"/>
                    <a:pt x="2260" y="8642"/>
                  </a:cubicBezTo>
                  <a:cubicBezTo>
                    <a:pt x="2256" y="8615"/>
                    <a:pt x="2237" y="8589"/>
                    <a:pt x="2224" y="8564"/>
                  </a:cubicBezTo>
                  <a:cubicBezTo>
                    <a:pt x="2218" y="8554"/>
                    <a:pt x="2209" y="8547"/>
                    <a:pt x="2202" y="8538"/>
                  </a:cubicBezTo>
                  <a:cubicBezTo>
                    <a:pt x="2205" y="8536"/>
                    <a:pt x="2207" y="8533"/>
                    <a:pt x="2209" y="8531"/>
                  </a:cubicBezTo>
                  <a:cubicBezTo>
                    <a:pt x="2224" y="8547"/>
                    <a:pt x="2242" y="8561"/>
                    <a:pt x="2254" y="8579"/>
                  </a:cubicBezTo>
                  <a:cubicBezTo>
                    <a:pt x="2320" y="8674"/>
                    <a:pt x="2412" y="8714"/>
                    <a:pt x="2525" y="8717"/>
                  </a:cubicBezTo>
                  <a:cubicBezTo>
                    <a:pt x="2577" y="8718"/>
                    <a:pt x="2619" y="8740"/>
                    <a:pt x="2656" y="8779"/>
                  </a:cubicBezTo>
                  <a:cubicBezTo>
                    <a:pt x="2756" y="8885"/>
                    <a:pt x="2795" y="9005"/>
                    <a:pt x="2762" y="9150"/>
                  </a:cubicBezTo>
                  <a:cubicBezTo>
                    <a:pt x="2750" y="9201"/>
                    <a:pt x="2753" y="9257"/>
                    <a:pt x="2761" y="9308"/>
                  </a:cubicBezTo>
                  <a:cubicBezTo>
                    <a:pt x="2773" y="9383"/>
                    <a:pt x="2815" y="9448"/>
                    <a:pt x="2859" y="9508"/>
                  </a:cubicBezTo>
                  <a:cubicBezTo>
                    <a:pt x="2874" y="9529"/>
                    <a:pt x="2894" y="9549"/>
                    <a:pt x="2916" y="9561"/>
                  </a:cubicBezTo>
                  <a:cubicBezTo>
                    <a:pt x="2970" y="9589"/>
                    <a:pt x="3021" y="9619"/>
                    <a:pt x="3056" y="9670"/>
                  </a:cubicBezTo>
                  <a:cubicBezTo>
                    <a:pt x="3060" y="9677"/>
                    <a:pt x="3073" y="9682"/>
                    <a:pt x="3080" y="9680"/>
                  </a:cubicBezTo>
                  <a:cubicBezTo>
                    <a:pt x="3088" y="9678"/>
                    <a:pt x="3096" y="9667"/>
                    <a:pt x="3097" y="9659"/>
                  </a:cubicBezTo>
                  <a:cubicBezTo>
                    <a:pt x="3106" y="9571"/>
                    <a:pt x="3119" y="9482"/>
                    <a:pt x="3122" y="9393"/>
                  </a:cubicBezTo>
                  <a:cubicBezTo>
                    <a:pt x="3131" y="9186"/>
                    <a:pt x="3107" y="8980"/>
                    <a:pt x="3064" y="8778"/>
                  </a:cubicBezTo>
                  <a:cubicBezTo>
                    <a:pt x="3023" y="8590"/>
                    <a:pt x="2962" y="8413"/>
                    <a:pt x="2828" y="8269"/>
                  </a:cubicBezTo>
                  <a:cubicBezTo>
                    <a:pt x="2781" y="8218"/>
                    <a:pt x="2726" y="8184"/>
                    <a:pt x="2658" y="8174"/>
                  </a:cubicBezTo>
                  <a:cubicBezTo>
                    <a:pt x="2602" y="8165"/>
                    <a:pt x="2546" y="8162"/>
                    <a:pt x="2490" y="8154"/>
                  </a:cubicBezTo>
                  <a:cubicBezTo>
                    <a:pt x="2376" y="8137"/>
                    <a:pt x="2273" y="8097"/>
                    <a:pt x="2187" y="8015"/>
                  </a:cubicBezTo>
                  <a:cubicBezTo>
                    <a:pt x="2107" y="7939"/>
                    <a:pt x="2020" y="7872"/>
                    <a:pt x="1936" y="7802"/>
                  </a:cubicBezTo>
                  <a:cubicBezTo>
                    <a:pt x="1907" y="7778"/>
                    <a:pt x="1875" y="7756"/>
                    <a:pt x="1847" y="7731"/>
                  </a:cubicBezTo>
                  <a:cubicBezTo>
                    <a:pt x="1779" y="7671"/>
                    <a:pt x="1734" y="7597"/>
                    <a:pt x="1706" y="7509"/>
                  </a:cubicBezTo>
                  <a:cubicBezTo>
                    <a:pt x="1778" y="7529"/>
                    <a:pt x="1846" y="7553"/>
                    <a:pt x="1916" y="7566"/>
                  </a:cubicBezTo>
                  <a:cubicBezTo>
                    <a:pt x="2033" y="7587"/>
                    <a:pt x="2153" y="7600"/>
                    <a:pt x="2270" y="7619"/>
                  </a:cubicBezTo>
                  <a:cubicBezTo>
                    <a:pt x="2384" y="7638"/>
                    <a:pt x="2496" y="7667"/>
                    <a:pt x="2584" y="7746"/>
                  </a:cubicBezTo>
                  <a:cubicBezTo>
                    <a:pt x="2654" y="7809"/>
                    <a:pt x="2718" y="7878"/>
                    <a:pt x="2783" y="7946"/>
                  </a:cubicBezTo>
                  <a:cubicBezTo>
                    <a:pt x="2831" y="7998"/>
                    <a:pt x="2857" y="8063"/>
                    <a:pt x="2878" y="8129"/>
                  </a:cubicBezTo>
                  <a:cubicBezTo>
                    <a:pt x="2894" y="8177"/>
                    <a:pt x="2911" y="8223"/>
                    <a:pt x="2929" y="8269"/>
                  </a:cubicBezTo>
                  <a:cubicBezTo>
                    <a:pt x="2943" y="8302"/>
                    <a:pt x="2962" y="8333"/>
                    <a:pt x="2974" y="8367"/>
                  </a:cubicBezTo>
                  <a:cubicBezTo>
                    <a:pt x="3007" y="8461"/>
                    <a:pt x="3053" y="8547"/>
                    <a:pt x="3123" y="8621"/>
                  </a:cubicBezTo>
                  <a:cubicBezTo>
                    <a:pt x="3144" y="8642"/>
                    <a:pt x="3156" y="8636"/>
                    <a:pt x="3170" y="8619"/>
                  </a:cubicBezTo>
                  <a:cubicBezTo>
                    <a:pt x="3177" y="8610"/>
                    <a:pt x="3181" y="8598"/>
                    <a:pt x="3183" y="8586"/>
                  </a:cubicBezTo>
                  <a:cubicBezTo>
                    <a:pt x="3209" y="8436"/>
                    <a:pt x="3221" y="8284"/>
                    <a:pt x="3220" y="8132"/>
                  </a:cubicBezTo>
                  <a:cubicBezTo>
                    <a:pt x="3218" y="7946"/>
                    <a:pt x="3213" y="7760"/>
                    <a:pt x="3208" y="7574"/>
                  </a:cubicBezTo>
                  <a:cubicBezTo>
                    <a:pt x="3207" y="7514"/>
                    <a:pt x="3200" y="7455"/>
                    <a:pt x="3197" y="7395"/>
                  </a:cubicBezTo>
                  <a:cubicBezTo>
                    <a:pt x="3194" y="7334"/>
                    <a:pt x="3190" y="7273"/>
                    <a:pt x="3191" y="7212"/>
                  </a:cubicBezTo>
                  <a:cubicBezTo>
                    <a:pt x="3193" y="7076"/>
                    <a:pt x="3198" y="6940"/>
                    <a:pt x="3201" y="6805"/>
                  </a:cubicBezTo>
                  <a:cubicBezTo>
                    <a:pt x="3202" y="6750"/>
                    <a:pt x="3196" y="6696"/>
                    <a:pt x="3197" y="6642"/>
                  </a:cubicBezTo>
                  <a:cubicBezTo>
                    <a:pt x="3200" y="6531"/>
                    <a:pt x="3209" y="6420"/>
                    <a:pt x="3208" y="6309"/>
                  </a:cubicBezTo>
                  <a:cubicBezTo>
                    <a:pt x="3207" y="6188"/>
                    <a:pt x="3193" y="6068"/>
                    <a:pt x="3191" y="5947"/>
                  </a:cubicBezTo>
                  <a:cubicBezTo>
                    <a:pt x="3188" y="5809"/>
                    <a:pt x="3155" y="5682"/>
                    <a:pt x="3086" y="5563"/>
                  </a:cubicBezTo>
                  <a:cubicBezTo>
                    <a:pt x="3080" y="5553"/>
                    <a:pt x="3076" y="5543"/>
                    <a:pt x="3071" y="5533"/>
                  </a:cubicBezTo>
                  <a:cubicBezTo>
                    <a:pt x="3074" y="5531"/>
                    <a:pt x="3077" y="5529"/>
                    <a:pt x="3080" y="5527"/>
                  </a:cubicBezTo>
                  <a:cubicBezTo>
                    <a:pt x="3109" y="5562"/>
                    <a:pt x="3138" y="5597"/>
                    <a:pt x="3168" y="5630"/>
                  </a:cubicBezTo>
                  <a:cubicBezTo>
                    <a:pt x="3176" y="5639"/>
                    <a:pt x="3191" y="5646"/>
                    <a:pt x="3201" y="5644"/>
                  </a:cubicBezTo>
                  <a:cubicBezTo>
                    <a:pt x="3208" y="5643"/>
                    <a:pt x="3215" y="5628"/>
                    <a:pt x="3219" y="5618"/>
                  </a:cubicBezTo>
                  <a:cubicBezTo>
                    <a:pt x="3222" y="5610"/>
                    <a:pt x="3219" y="5600"/>
                    <a:pt x="3218" y="5592"/>
                  </a:cubicBezTo>
                  <a:cubicBezTo>
                    <a:pt x="3215" y="5565"/>
                    <a:pt x="3211" y="5539"/>
                    <a:pt x="3208" y="5514"/>
                  </a:cubicBezTo>
                  <a:cubicBezTo>
                    <a:pt x="3244" y="5517"/>
                    <a:pt x="3278" y="5520"/>
                    <a:pt x="3313" y="5524"/>
                  </a:cubicBezTo>
                  <a:cubicBezTo>
                    <a:pt x="3313" y="5537"/>
                    <a:pt x="3314" y="5554"/>
                    <a:pt x="3313" y="5572"/>
                  </a:cubicBezTo>
                  <a:cubicBezTo>
                    <a:pt x="3306" y="5677"/>
                    <a:pt x="3292" y="5781"/>
                    <a:pt x="3291" y="5886"/>
                  </a:cubicBezTo>
                  <a:cubicBezTo>
                    <a:pt x="3290" y="6060"/>
                    <a:pt x="3296" y="6234"/>
                    <a:pt x="3300" y="6408"/>
                  </a:cubicBezTo>
                  <a:cubicBezTo>
                    <a:pt x="3301" y="6454"/>
                    <a:pt x="3304" y="6499"/>
                    <a:pt x="3307" y="6545"/>
                  </a:cubicBezTo>
                  <a:cubicBezTo>
                    <a:pt x="3308" y="6555"/>
                    <a:pt x="3314" y="6564"/>
                    <a:pt x="3318" y="6574"/>
                  </a:cubicBezTo>
                  <a:cubicBezTo>
                    <a:pt x="3329" y="6569"/>
                    <a:pt x="3343" y="6566"/>
                    <a:pt x="3351" y="6558"/>
                  </a:cubicBezTo>
                  <a:cubicBezTo>
                    <a:pt x="3375" y="6532"/>
                    <a:pt x="3401" y="6506"/>
                    <a:pt x="3420" y="6476"/>
                  </a:cubicBezTo>
                  <a:cubicBezTo>
                    <a:pt x="3502" y="6345"/>
                    <a:pt x="3583" y="6214"/>
                    <a:pt x="3662" y="6081"/>
                  </a:cubicBezTo>
                  <a:cubicBezTo>
                    <a:pt x="3687" y="6040"/>
                    <a:pt x="3704" y="5994"/>
                    <a:pt x="3724" y="5950"/>
                  </a:cubicBezTo>
                  <a:cubicBezTo>
                    <a:pt x="3755" y="5883"/>
                    <a:pt x="3780" y="5812"/>
                    <a:pt x="3818" y="5750"/>
                  </a:cubicBezTo>
                  <a:cubicBezTo>
                    <a:pt x="3874" y="5658"/>
                    <a:pt x="3907" y="5557"/>
                    <a:pt x="3931" y="5453"/>
                  </a:cubicBezTo>
                  <a:cubicBezTo>
                    <a:pt x="3951" y="5364"/>
                    <a:pt x="3960" y="5273"/>
                    <a:pt x="3928" y="5183"/>
                  </a:cubicBezTo>
                  <a:cubicBezTo>
                    <a:pt x="3907" y="5125"/>
                    <a:pt x="3889" y="5065"/>
                    <a:pt x="3870" y="5006"/>
                  </a:cubicBezTo>
                  <a:cubicBezTo>
                    <a:pt x="3850" y="4942"/>
                    <a:pt x="3830" y="4878"/>
                    <a:pt x="3875" y="4815"/>
                  </a:cubicBezTo>
                  <a:cubicBezTo>
                    <a:pt x="3881" y="4805"/>
                    <a:pt x="3885" y="4793"/>
                    <a:pt x="3888" y="4782"/>
                  </a:cubicBezTo>
                  <a:cubicBezTo>
                    <a:pt x="3919" y="4677"/>
                    <a:pt x="3991" y="4606"/>
                    <a:pt x="4077" y="4543"/>
                  </a:cubicBezTo>
                  <a:cubicBezTo>
                    <a:pt x="4126" y="4507"/>
                    <a:pt x="4178" y="4498"/>
                    <a:pt x="4238" y="4507"/>
                  </a:cubicBezTo>
                  <a:cubicBezTo>
                    <a:pt x="4250" y="4574"/>
                    <a:pt x="4263" y="4641"/>
                    <a:pt x="4274" y="4708"/>
                  </a:cubicBezTo>
                  <a:cubicBezTo>
                    <a:pt x="4278" y="4727"/>
                    <a:pt x="4279" y="4748"/>
                    <a:pt x="4275" y="4766"/>
                  </a:cubicBezTo>
                  <a:cubicBezTo>
                    <a:pt x="4255" y="4865"/>
                    <a:pt x="4240" y="4966"/>
                    <a:pt x="4210" y="5062"/>
                  </a:cubicBezTo>
                  <a:cubicBezTo>
                    <a:pt x="4186" y="5141"/>
                    <a:pt x="4150" y="5219"/>
                    <a:pt x="4109" y="5291"/>
                  </a:cubicBezTo>
                  <a:cubicBezTo>
                    <a:pt x="3998" y="5486"/>
                    <a:pt x="3870" y="5671"/>
                    <a:pt x="3780" y="5877"/>
                  </a:cubicBezTo>
                  <a:cubicBezTo>
                    <a:pt x="3742" y="5964"/>
                    <a:pt x="3695" y="6048"/>
                    <a:pt x="3654" y="6134"/>
                  </a:cubicBezTo>
                  <a:cubicBezTo>
                    <a:pt x="3633" y="6179"/>
                    <a:pt x="3616" y="6226"/>
                    <a:pt x="3595" y="6272"/>
                  </a:cubicBezTo>
                  <a:cubicBezTo>
                    <a:pt x="3557" y="6351"/>
                    <a:pt x="3533" y="6436"/>
                    <a:pt x="3479" y="6508"/>
                  </a:cubicBezTo>
                  <a:cubicBezTo>
                    <a:pt x="3453" y="6544"/>
                    <a:pt x="3439" y="6589"/>
                    <a:pt x="3423" y="6631"/>
                  </a:cubicBezTo>
                  <a:cubicBezTo>
                    <a:pt x="3405" y="6680"/>
                    <a:pt x="3390" y="6730"/>
                    <a:pt x="3375" y="6781"/>
                  </a:cubicBezTo>
                  <a:cubicBezTo>
                    <a:pt x="3368" y="6807"/>
                    <a:pt x="3361" y="6835"/>
                    <a:pt x="3359" y="6863"/>
                  </a:cubicBezTo>
                  <a:cubicBezTo>
                    <a:pt x="3353" y="6964"/>
                    <a:pt x="3351" y="7065"/>
                    <a:pt x="3345" y="7165"/>
                  </a:cubicBezTo>
                  <a:cubicBezTo>
                    <a:pt x="3338" y="7288"/>
                    <a:pt x="3325" y="7410"/>
                    <a:pt x="3320" y="7533"/>
                  </a:cubicBezTo>
                  <a:cubicBezTo>
                    <a:pt x="3316" y="7622"/>
                    <a:pt x="3315" y="7712"/>
                    <a:pt x="3322" y="7801"/>
                  </a:cubicBezTo>
                  <a:cubicBezTo>
                    <a:pt x="3335" y="7981"/>
                    <a:pt x="3324" y="8159"/>
                    <a:pt x="3298" y="8337"/>
                  </a:cubicBezTo>
                  <a:cubicBezTo>
                    <a:pt x="3290" y="8390"/>
                    <a:pt x="3290" y="8443"/>
                    <a:pt x="3289" y="8496"/>
                  </a:cubicBezTo>
                  <a:cubicBezTo>
                    <a:pt x="3289" y="8507"/>
                    <a:pt x="3303" y="8517"/>
                    <a:pt x="3311" y="8527"/>
                  </a:cubicBezTo>
                  <a:cubicBezTo>
                    <a:pt x="3321" y="8519"/>
                    <a:pt x="3333" y="8512"/>
                    <a:pt x="3340" y="8502"/>
                  </a:cubicBezTo>
                  <a:cubicBezTo>
                    <a:pt x="3356" y="8475"/>
                    <a:pt x="3365" y="8443"/>
                    <a:pt x="3385" y="8419"/>
                  </a:cubicBezTo>
                  <a:cubicBezTo>
                    <a:pt x="3444" y="8350"/>
                    <a:pt x="3506" y="8282"/>
                    <a:pt x="3570" y="8218"/>
                  </a:cubicBezTo>
                  <a:cubicBezTo>
                    <a:pt x="3608" y="8178"/>
                    <a:pt x="3654" y="8146"/>
                    <a:pt x="3708" y="8128"/>
                  </a:cubicBezTo>
                  <a:cubicBezTo>
                    <a:pt x="3750" y="8113"/>
                    <a:pt x="3790" y="8093"/>
                    <a:pt x="3832" y="8078"/>
                  </a:cubicBezTo>
                  <a:cubicBezTo>
                    <a:pt x="3903" y="8054"/>
                    <a:pt x="3973" y="8021"/>
                    <a:pt x="4046" y="8012"/>
                  </a:cubicBezTo>
                  <a:cubicBezTo>
                    <a:pt x="4203" y="7994"/>
                    <a:pt x="4362" y="7988"/>
                    <a:pt x="4521" y="7980"/>
                  </a:cubicBezTo>
                  <a:cubicBezTo>
                    <a:pt x="4560" y="7978"/>
                    <a:pt x="4601" y="7984"/>
                    <a:pt x="4640" y="7993"/>
                  </a:cubicBezTo>
                  <a:cubicBezTo>
                    <a:pt x="4787" y="8030"/>
                    <a:pt x="4919" y="8101"/>
                    <a:pt x="5055" y="8165"/>
                  </a:cubicBezTo>
                  <a:cubicBezTo>
                    <a:pt x="5074" y="8174"/>
                    <a:pt x="5088" y="8191"/>
                    <a:pt x="5100" y="8200"/>
                  </a:cubicBezTo>
                  <a:cubicBezTo>
                    <a:pt x="5086" y="8228"/>
                    <a:pt x="5074" y="8250"/>
                    <a:pt x="5065" y="8274"/>
                  </a:cubicBezTo>
                  <a:cubicBezTo>
                    <a:pt x="5054" y="8301"/>
                    <a:pt x="5049" y="8331"/>
                    <a:pt x="5035" y="8357"/>
                  </a:cubicBezTo>
                  <a:cubicBezTo>
                    <a:pt x="5014" y="8398"/>
                    <a:pt x="4980" y="8428"/>
                    <a:pt x="4929" y="8423"/>
                  </a:cubicBezTo>
                  <a:cubicBezTo>
                    <a:pt x="4881" y="8419"/>
                    <a:pt x="4836" y="8426"/>
                    <a:pt x="4793" y="8447"/>
                  </a:cubicBezTo>
                  <a:cubicBezTo>
                    <a:pt x="4704" y="8491"/>
                    <a:pt x="4644" y="8474"/>
                    <a:pt x="4567" y="8406"/>
                  </a:cubicBezTo>
                  <a:cubicBezTo>
                    <a:pt x="4538" y="8379"/>
                    <a:pt x="4516" y="8344"/>
                    <a:pt x="4491" y="8312"/>
                  </a:cubicBezTo>
                  <a:cubicBezTo>
                    <a:pt x="4420" y="8223"/>
                    <a:pt x="4334" y="8160"/>
                    <a:pt x="4215" y="8153"/>
                  </a:cubicBezTo>
                  <a:cubicBezTo>
                    <a:pt x="4125" y="8147"/>
                    <a:pt x="4035" y="8141"/>
                    <a:pt x="3945" y="8133"/>
                  </a:cubicBezTo>
                  <a:cubicBezTo>
                    <a:pt x="3866" y="8126"/>
                    <a:pt x="3795" y="8144"/>
                    <a:pt x="3731" y="8193"/>
                  </a:cubicBezTo>
                  <a:cubicBezTo>
                    <a:pt x="3631" y="8269"/>
                    <a:pt x="3554" y="8363"/>
                    <a:pt x="3502" y="8477"/>
                  </a:cubicBezTo>
                  <a:cubicBezTo>
                    <a:pt x="3433" y="8629"/>
                    <a:pt x="3374" y="8784"/>
                    <a:pt x="3347" y="8949"/>
                  </a:cubicBezTo>
                  <a:cubicBezTo>
                    <a:pt x="3329" y="9054"/>
                    <a:pt x="3304" y="9157"/>
                    <a:pt x="3312" y="9265"/>
                  </a:cubicBezTo>
                  <a:cubicBezTo>
                    <a:pt x="3324" y="9440"/>
                    <a:pt x="3329" y="9615"/>
                    <a:pt x="3341" y="9790"/>
                  </a:cubicBezTo>
                  <a:cubicBezTo>
                    <a:pt x="3351" y="9927"/>
                    <a:pt x="3365" y="10065"/>
                    <a:pt x="3378" y="10202"/>
                  </a:cubicBezTo>
                  <a:cubicBezTo>
                    <a:pt x="3390" y="10331"/>
                    <a:pt x="3400" y="10460"/>
                    <a:pt x="3416" y="10588"/>
                  </a:cubicBezTo>
                  <a:cubicBezTo>
                    <a:pt x="3433" y="10729"/>
                    <a:pt x="3458" y="10870"/>
                    <a:pt x="3478" y="11011"/>
                  </a:cubicBezTo>
                  <a:cubicBezTo>
                    <a:pt x="3501" y="11180"/>
                    <a:pt x="3548" y="11340"/>
                    <a:pt x="3636" y="11487"/>
                  </a:cubicBezTo>
                  <a:cubicBezTo>
                    <a:pt x="3641" y="11495"/>
                    <a:pt x="3649" y="11502"/>
                    <a:pt x="3655" y="11509"/>
                  </a:cubicBezTo>
                  <a:lnTo>
                    <a:pt x="3667" y="11503"/>
                  </a:lnTo>
                  <a:cubicBezTo>
                    <a:pt x="3656" y="11467"/>
                    <a:pt x="3650" y="11430"/>
                    <a:pt x="3635" y="11396"/>
                  </a:cubicBezTo>
                  <a:cubicBezTo>
                    <a:pt x="3590" y="11298"/>
                    <a:pt x="3552" y="11198"/>
                    <a:pt x="3535" y="11090"/>
                  </a:cubicBezTo>
                  <a:cubicBezTo>
                    <a:pt x="3513" y="10947"/>
                    <a:pt x="3489" y="10805"/>
                    <a:pt x="3470" y="10662"/>
                  </a:cubicBezTo>
                  <a:cubicBezTo>
                    <a:pt x="3451" y="10523"/>
                    <a:pt x="3438" y="10383"/>
                    <a:pt x="3424" y="10244"/>
                  </a:cubicBezTo>
                  <a:cubicBezTo>
                    <a:pt x="3417" y="10165"/>
                    <a:pt x="3415" y="10085"/>
                    <a:pt x="3407" y="10006"/>
                  </a:cubicBezTo>
                  <a:cubicBezTo>
                    <a:pt x="3395" y="9872"/>
                    <a:pt x="3379" y="9738"/>
                    <a:pt x="3367" y="9604"/>
                  </a:cubicBezTo>
                  <a:cubicBezTo>
                    <a:pt x="3359" y="9515"/>
                    <a:pt x="3356" y="9426"/>
                    <a:pt x="3352" y="9337"/>
                  </a:cubicBezTo>
                  <a:cubicBezTo>
                    <a:pt x="3350" y="9277"/>
                    <a:pt x="3347" y="9216"/>
                    <a:pt x="3351" y="9155"/>
                  </a:cubicBezTo>
                  <a:cubicBezTo>
                    <a:pt x="3355" y="9109"/>
                    <a:pt x="3368" y="9064"/>
                    <a:pt x="3378" y="9018"/>
                  </a:cubicBezTo>
                  <a:cubicBezTo>
                    <a:pt x="3395" y="8943"/>
                    <a:pt x="3409" y="8867"/>
                    <a:pt x="3429" y="8793"/>
                  </a:cubicBezTo>
                  <a:cubicBezTo>
                    <a:pt x="3443" y="8738"/>
                    <a:pt x="3464" y="8685"/>
                    <a:pt x="3483" y="8632"/>
                  </a:cubicBezTo>
                  <a:cubicBezTo>
                    <a:pt x="3540" y="8471"/>
                    <a:pt x="3621" y="8327"/>
                    <a:pt x="3763" y="8224"/>
                  </a:cubicBezTo>
                  <a:cubicBezTo>
                    <a:pt x="3808" y="8192"/>
                    <a:pt x="3856" y="8172"/>
                    <a:pt x="3912" y="8175"/>
                  </a:cubicBezTo>
                  <a:cubicBezTo>
                    <a:pt x="4016" y="8181"/>
                    <a:pt x="4120" y="8186"/>
                    <a:pt x="4224" y="8196"/>
                  </a:cubicBezTo>
                  <a:cubicBezTo>
                    <a:pt x="4293" y="8202"/>
                    <a:pt x="4355" y="8231"/>
                    <a:pt x="4403" y="8282"/>
                  </a:cubicBezTo>
                  <a:cubicBezTo>
                    <a:pt x="4440" y="8321"/>
                    <a:pt x="4472" y="8365"/>
                    <a:pt x="4508" y="8406"/>
                  </a:cubicBezTo>
                  <a:cubicBezTo>
                    <a:pt x="4589" y="8500"/>
                    <a:pt x="4693" y="8550"/>
                    <a:pt x="4820" y="8484"/>
                  </a:cubicBezTo>
                  <a:cubicBezTo>
                    <a:pt x="4845" y="8471"/>
                    <a:pt x="4877" y="8464"/>
                    <a:pt x="4905" y="8466"/>
                  </a:cubicBezTo>
                  <a:cubicBezTo>
                    <a:pt x="4989" y="8471"/>
                    <a:pt x="5051" y="8438"/>
                    <a:pt x="5083" y="8360"/>
                  </a:cubicBezTo>
                  <a:cubicBezTo>
                    <a:pt x="5094" y="8333"/>
                    <a:pt x="5101" y="8304"/>
                    <a:pt x="5109" y="8276"/>
                  </a:cubicBezTo>
                  <a:cubicBezTo>
                    <a:pt x="5115" y="8254"/>
                    <a:pt x="5124" y="8248"/>
                    <a:pt x="5147" y="8256"/>
                  </a:cubicBezTo>
                  <a:cubicBezTo>
                    <a:pt x="5240" y="8291"/>
                    <a:pt x="5336" y="8320"/>
                    <a:pt x="5427" y="8361"/>
                  </a:cubicBezTo>
                  <a:cubicBezTo>
                    <a:pt x="5507" y="8396"/>
                    <a:pt x="5582" y="8388"/>
                    <a:pt x="5652" y="8349"/>
                  </a:cubicBezTo>
                  <a:cubicBezTo>
                    <a:pt x="5811" y="8260"/>
                    <a:pt x="5959" y="8157"/>
                    <a:pt x="6029" y="7976"/>
                  </a:cubicBezTo>
                  <a:cubicBezTo>
                    <a:pt x="6034" y="7962"/>
                    <a:pt x="6044" y="7950"/>
                    <a:pt x="6052" y="7937"/>
                  </a:cubicBezTo>
                  <a:cubicBezTo>
                    <a:pt x="6057" y="7930"/>
                    <a:pt x="6064" y="7925"/>
                    <a:pt x="6070" y="7919"/>
                  </a:cubicBezTo>
                  <a:cubicBezTo>
                    <a:pt x="6114" y="7877"/>
                    <a:pt x="6171" y="7865"/>
                    <a:pt x="6228" y="7854"/>
                  </a:cubicBezTo>
                  <a:cubicBezTo>
                    <a:pt x="6299" y="7839"/>
                    <a:pt x="6371" y="7828"/>
                    <a:pt x="6442" y="7814"/>
                  </a:cubicBezTo>
                  <a:cubicBezTo>
                    <a:pt x="6490" y="7805"/>
                    <a:pt x="6529" y="7780"/>
                    <a:pt x="6556" y="7739"/>
                  </a:cubicBezTo>
                  <a:cubicBezTo>
                    <a:pt x="6591" y="7687"/>
                    <a:pt x="6645" y="7660"/>
                    <a:pt x="6701" y="7654"/>
                  </a:cubicBezTo>
                  <a:cubicBezTo>
                    <a:pt x="6795" y="7645"/>
                    <a:pt x="6890" y="7651"/>
                    <a:pt x="6980" y="7688"/>
                  </a:cubicBezTo>
                  <a:cubicBezTo>
                    <a:pt x="7054" y="7719"/>
                    <a:pt x="7127" y="7716"/>
                    <a:pt x="7197" y="7678"/>
                  </a:cubicBezTo>
                  <a:cubicBezTo>
                    <a:pt x="7255" y="7647"/>
                    <a:pt x="7311" y="7614"/>
                    <a:pt x="7366" y="7580"/>
                  </a:cubicBezTo>
                  <a:cubicBezTo>
                    <a:pt x="7376" y="7574"/>
                    <a:pt x="7384" y="7555"/>
                    <a:pt x="7381" y="7543"/>
                  </a:cubicBezTo>
                  <a:moveTo>
                    <a:pt x="4010" y="4076"/>
                  </a:moveTo>
                  <a:cubicBezTo>
                    <a:pt x="4011" y="4071"/>
                    <a:pt x="4012" y="4065"/>
                    <a:pt x="4013" y="4060"/>
                  </a:cubicBezTo>
                  <a:cubicBezTo>
                    <a:pt x="4021" y="4022"/>
                    <a:pt x="4050" y="3992"/>
                    <a:pt x="4075" y="3994"/>
                  </a:cubicBezTo>
                  <a:cubicBezTo>
                    <a:pt x="4107" y="3996"/>
                    <a:pt x="4144" y="4041"/>
                    <a:pt x="4145" y="4079"/>
                  </a:cubicBezTo>
                  <a:cubicBezTo>
                    <a:pt x="4146" y="4107"/>
                    <a:pt x="4111" y="4152"/>
                    <a:pt x="4085" y="4157"/>
                  </a:cubicBezTo>
                  <a:cubicBezTo>
                    <a:pt x="4083" y="4157"/>
                    <a:pt x="4080" y="4157"/>
                    <a:pt x="4078" y="4157"/>
                  </a:cubicBezTo>
                  <a:cubicBezTo>
                    <a:pt x="4036" y="4157"/>
                    <a:pt x="4004" y="4118"/>
                    <a:pt x="4010" y="4076"/>
                  </a:cubicBezTo>
                  <a:moveTo>
                    <a:pt x="3540" y="3831"/>
                  </a:moveTo>
                  <a:cubicBezTo>
                    <a:pt x="3517" y="3851"/>
                    <a:pt x="3486" y="3863"/>
                    <a:pt x="3459" y="3879"/>
                  </a:cubicBezTo>
                  <a:cubicBezTo>
                    <a:pt x="3457" y="3877"/>
                    <a:pt x="3456" y="3875"/>
                    <a:pt x="3454" y="3873"/>
                  </a:cubicBezTo>
                  <a:cubicBezTo>
                    <a:pt x="3441" y="3870"/>
                    <a:pt x="3428" y="3869"/>
                    <a:pt x="3416" y="3864"/>
                  </a:cubicBezTo>
                  <a:cubicBezTo>
                    <a:pt x="3397" y="3857"/>
                    <a:pt x="3390" y="3844"/>
                    <a:pt x="3401" y="3823"/>
                  </a:cubicBezTo>
                  <a:cubicBezTo>
                    <a:pt x="3410" y="3804"/>
                    <a:pt x="3415" y="3783"/>
                    <a:pt x="3425" y="3763"/>
                  </a:cubicBezTo>
                  <a:cubicBezTo>
                    <a:pt x="3437" y="3739"/>
                    <a:pt x="3454" y="3719"/>
                    <a:pt x="3484" y="3719"/>
                  </a:cubicBezTo>
                  <a:cubicBezTo>
                    <a:pt x="3511" y="3718"/>
                    <a:pt x="3557" y="3749"/>
                    <a:pt x="3559" y="3773"/>
                  </a:cubicBezTo>
                  <a:cubicBezTo>
                    <a:pt x="3560" y="3792"/>
                    <a:pt x="3553" y="3819"/>
                    <a:pt x="3540" y="3831"/>
                  </a:cubicBezTo>
                  <a:moveTo>
                    <a:pt x="3705" y="3835"/>
                  </a:moveTo>
                  <a:cubicBezTo>
                    <a:pt x="3680" y="3887"/>
                    <a:pt x="3643" y="3926"/>
                    <a:pt x="3589" y="3945"/>
                  </a:cubicBezTo>
                  <a:cubicBezTo>
                    <a:pt x="3587" y="3923"/>
                    <a:pt x="3586" y="3903"/>
                    <a:pt x="3583" y="3883"/>
                  </a:cubicBezTo>
                  <a:cubicBezTo>
                    <a:pt x="3578" y="3849"/>
                    <a:pt x="3618" y="3766"/>
                    <a:pt x="3648" y="3751"/>
                  </a:cubicBezTo>
                  <a:cubicBezTo>
                    <a:pt x="3654" y="3747"/>
                    <a:pt x="3663" y="3746"/>
                    <a:pt x="3669" y="3748"/>
                  </a:cubicBezTo>
                  <a:cubicBezTo>
                    <a:pt x="3691" y="3755"/>
                    <a:pt x="3715" y="3813"/>
                    <a:pt x="3705" y="3835"/>
                  </a:cubicBezTo>
                  <a:moveTo>
                    <a:pt x="3579" y="4116"/>
                  </a:moveTo>
                  <a:cubicBezTo>
                    <a:pt x="3573" y="4165"/>
                    <a:pt x="3534" y="4191"/>
                    <a:pt x="3470" y="4189"/>
                  </a:cubicBezTo>
                  <a:cubicBezTo>
                    <a:pt x="3469" y="4192"/>
                    <a:pt x="3467" y="4195"/>
                    <a:pt x="3466" y="4198"/>
                  </a:cubicBezTo>
                  <a:cubicBezTo>
                    <a:pt x="3443" y="4185"/>
                    <a:pt x="3404" y="4177"/>
                    <a:pt x="3399" y="4159"/>
                  </a:cubicBezTo>
                  <a:cubicBezTo>
                    <a:pt x="3393" y="4135"/>
                    <a:pt x="3411" y="4103"/>
                    <a:pt x="3420" y="4075"/>
                  </a:cubicBezTo>
                  <a:cubicBezTo>
                    <a:pt x="3423" y="4067"/>
                    <a:pt x="3433" y="4061"/>
                    <a:pt x="3436" y="4052"/>
                  </a:cubicBezTo>
                  <a:cubicBezTo>
                    <a:pt x="3451" y="4009"/>
                    <a:pt x="3470" y="3999"/>
                    <a:pt x="3511" y="4017"/>
                  </a:cubicBezTo>
                  <a:cubicBezTo>
                    <a:pt x="3552" y="4035"/>
                    <a:pt x="3583" y="4081"/>
                    <a:pt x="3579" y="4116"/>
                  </a:cubicBezTo>
                  <a:moveTo>
                    <a:pt x="3896" y="2876"/>
                  </a:moveTo>
                  <a:cubicBezTo>
                    <a:pt x="3942" y="2880"/>
                    <a:pt x="3969" y="2913"/>
                    <a:pt x="3964" y="2960"/>
                  </a:cubicBezTo>
                  <a:cubicBezTo>
                    <a:pt x="3960" y="3009"/>
                    <a:pt x="3941" y="3053"/>
                    <a:pt x="3903" y="3086"/>
                  </a:cubicBezTo>
                  <a:cubicBezTo>
                    <a:pt x="3889" y="3098"/>
                    <a:pt x="3869" y="3102"/>
                    <a:pt x="3844" y="3113"/>
                  </a:cubicBezTo>
                  <a:cubicBezTo>
                    <a:pt x="3826" y="3099"/>
                    <a:pt x="3801" y="3088"/>
                    <a:pt x="3793" y="3070"/>
                  </a:cubicBezTo>
                  <a:cubicBezTo>
                    <a:pt x="3779" y="3039"/>
                    <a:pt x="3770" y="3003"/>
                    <a:pt x="3770" y="2968"/>
                  </a:cubicBezTo>
                  <a:cubicBezTo>
                    <a:pt x="3769" y="2912"/>
                    <a:pt x="3816" y="2869"/>
                    <a:pt x="3896" y="2876"/>
                  </a:cubicBezTo>
                  <a:moveTo>
                    <a:pt x="4156" y="2683"/>
                  </a:moveTo>
                  <a:cubicBezTo>
                    <a:pt x="4146" y="2703"/>
                    <a:pt x="4132" y="2743"/>
                    <a:pt x="4108" y="2776"/>
                  </a:cubicBezTo>
                  <a:cubicBezTo>
                    <a:pt x="4081" y="2811"/>
                    <a:pt x="4002" y="2789"/>
                    <a:pt x="3987" y="2745"/>
                  </a:cubicBezTo>
                  <a:cubicBezTo>
                    <a:pt x="3964" y="2679"/>
                    <a:pt x="4009" y="2597"/>
                    <a:pt x="4077" y="2581"/>
                  </a:cubicBezTo>
                  <a:cubicBezTo>
                    <a:pt x="4120" y="2571"/>
                    <a:pt x="4156" y="2608"/>
                    <a:pt x="4156" y="2683"/>
                  </a:cubicBezTo>
                  <a:moveTo>
                    <a:pt x="3973" y="2393"/>
                  </a:moveTo>
                  <a:cubicBezTo>
                    <a:pt x="3987" y="2369"/>
                    <a:pt x="4016" y="2356"/>
                    <a:pt x="4041" y="2368"/>
                  </a:cubicBezTo>
                  <a:cubicBezTo>
                    <a:pt x="4057" y="2375"/>
                    <a:pt x="4071" y="2398"/>
                    <a:pt x="4077" y="2417"/>
                  </a:cubicBezTo>
                  <a:cubicBezTo>
                    <a:pt x="4100" y="2484"/>
                    <a:pt x="4049" y="2550"/>
                    <a:pt x="3977" y="2549"/>
                  </a:cubicBezTo>
                  <a:cubicBezTo>
                    <a:pt x="3938" y="2548"/>
                    <a:pt x="3929" y="2538"/>
                    <a:pt x="3933" y="2500"/>
                  </a:cubicBezTo>
                  <a:cubicBezTo>
                    <a:pt x="3930" y="2498"/>
                    <a:pt x="3927" y="2497"/>
                    <a:pt x="3924" y="2496"/>
                  </a:cubicBezTo>
                  <a:cubicBezTo>
                    <a:pt x="3940" y="2461"/>
                    <a:pt x="3954" y="2425"/>
                    <a:pt x="3973" y="2393"/>
                  </a:cubicBezTo>
                  <a:moveTo>
                    <a:pt x="3727" y="2337"/>
                  </a:moveTo>
                  <a:cubicBezTo>
                    <a:pt x="3706" y="2306"/>
                    <a:pt x="3726" y="2236"/>
                    <a:pt x="3757" y="2214"/>
                  </a:cubicBezTo>
                  <a:cubicBezTo>
                    <a:pt x="3763" y="2210"/>
                    <a:pt x="3772" y="2209"/>
                    <a:pt x="3778" y="2211"/>
                  </a:cubicBezTo>
                  <a:cubicBezTo>
                    <a:pt x="3794" y="2216"/>
                    <a:pt x="3813" y="2221"/>
                    <a:pt x="3825" y="2232"/>
                  </a:cubicBezTo>
                  <a:cubicBezTo>
                    <a:pt x="3867" y="2272"/>
                    <a:pt x="3890" y="2322"/>
                    <a:pt x="3901" y="2374"/>
                  </a:cubicBezTo>
                  <a:cubicBezTo>
                    <a:pt x="3900" y="2431"/>
                    <a:pt x="3879" y="2440"/>
                    <a:pt x="3828" y="2429"/>
                  </a:cubicBezTo>
                  <a:cubicBezTo>
                    <a:pt x="3773" y="2418"/>
                    <a:pt x="3752" y="2375"/>
                    <a:pt x="3727" y="2337"/>
                  </a:cubicBezTo>
                  <a:moveTo>
                    <a:pt x="3706" y="2542"/>
                  </a:moveTo>
                  <a:cubicBezTo>
                    <a:pt x="3718" y="2515"/>
                    <a:pt x="3733" y="2489"/>
                    <a:pt x="3750" y="2464"/>
                  </a:cubicBezTo>
                  <a:cubicBezTo>
                    <a:pt x="3754" y="2459"/>
                    <a:pt x="3770" y="2458"/>
                    <a:pt x="3778" y="2461"/>
                  </a:cubicBezTo>
                  <a:cubicBezTo>
                    <a:pt x="3802" y="2469"/>
                    <a:pt x="3825" y="2480"/>
                    <a:pt x="3849" y="2491"/>
                  </a:cubicBezTo>
                  <a:cubicBezTo>
                    <a:pt x="3852" y="2493"/>
                    <a:pt x="3857" y="2497"/>
                    <a:pt x="3857" y="2500"/>
                  </a:cubicBezTo>
                  <a:cubicBezTo>
                    <a:pt x="3864" y="2557"/>
                    <a:pt x="3888" y="2614"/>
                    <a:pt x="3854" y="2670"/>
                  </a:cubicBezTo>
                  <a:cubicBezTo>
                    <a:pt x="3844" y="2688"/>
                    <a:pt x="3828" y="2703"/>
                    <a:pt x="3810" y="2724"/>
                  </a:cubicBezTo>
                  <a:cubicBezTo>
                    <a:pt x="3787" y="2659"/>
                    <a:pt x="3767" y="2604"/>
                    <a:pt x="3713" y="2570"/>
                  </a:cubicBezTo>
                  <a:cubicBezTo>
                    <a:pt x="3707" y="2566"/>
                    <a:pt x="3703" y="2549"/>
                    <a:pt x="3706" y="2542"/>
                  </a:cubicBezTo>
                  <a:moveTo>
                    <a:pt x="3629" y="2751"/>
                  </a:moveTo>
                  <a:cubicBezTo>
                    <a:pt x="3634" y="2712"/>
                    <a:pt x="3647" y="2673"/>
                    <a:pt x="3663" y="2637"/>
                  </a:cubicBezTo>
                  <a:cubicBezTo>
                    <a:pt x="3678" y="2605"/>
                    <a:pt x="3710" y="2605"/>
                    <a:pt x="3729" y="2635"/>
                  </a:cubicBezTo>
                  <a:cubicBezTo>
                    <a:pt x="3745" y="2661"/>
                    <a:pt x="3755" y="2689"/>
                    <a:pt x="3767" y="2716"/>
                  </a:cubicBezTo>
                  <a:cubicBezTo>
                    <a:pt x="3760" y="2755"/>
                    <a:pt x="3759" y="2791"/>
                    <a:pt x="3718" y="2808"/>
                  </a:cubicBezTo>
                  <a:cubicBezTo>
                    <a:pt x="3673" y="2828"/>
                    <a:pt x="3623" y="2799"/>
                    <a:pt x="3629" y="2750"/>
                  </a:cubicBezTo>
                  <a:lnTo>
                    <a:pt x="3629" y="2751"/>
                  </a:lnTo>
                  <a:moveTo>
                    <a:pt x="3548" y="3075"/>
                  </a:moveTo>
                  <a:cubicBezTo>
                    <a:pt x="3520" y="3050"/>
                    <a:pt x="3508" y="3002"/>
                    <a:pt x="3520" y="2971"/>
                  </a:cubicBezTo>
                  <a:cubicBezTo>
                    <a:pt x="3535" y="2933"/>
                    <a:pt x="3583" y="2895"/>
                    <a:pt x="3617" y="2895"/>
                  </a:cubicBezTo>
                  <a:cubicBezTo>
                    <a:pt x="3659" y="2894"/>
                    <a:pt x="3692" y="2934"/>
                    <a:pt x="3687" y="2975"/>
                  </a:cubicBezTo>
                  <a:cubicBezTo>
                    <a:pt x="3682" y="3019"/>
                    <a:pt x="3662" y="3053"/>
                    <a:pt x="3627" y="3079"/>
                  </a:cubicBezTo>
                  <a:cubicBezTo>
                    <a:pt x="3600" y="3100"/>
                    <a:pt x="3574" y="3098"/>
                    <a:pt x="3548" y="3075"/>
                  </a:cubicBezTo>
                  <a:moveTo>
                    <a:pt x="3553" y="3232"/>
                  </a:moveTo>
                  <a:cubicBezTo>
                    <a:pt x="3559" y="3224"/>
                    <a:pt x="3566" y="3217"/>
                    <a:pt x="3570" y="3209"/>
                  </a:cubicBezTo>
                  <a:cubicBezTo>
                    <a:pt x="3584" y="3183"/>
                    <a:pt x="3602" y="3166"/>
                    <a:pt x="3635" y="3170"/>
                  </a:cubicBezTo>
                  <a:cubicBezTo>
                    <a:pt x="3676" y="3176"/>
                    <a:pt x="3706" y="3197"/>
                    <a:pt x="3721" y="3236"/>
                  </a:cubicBezTo>
                  <a:cubicBezTo>
                    <a:pt x="3732" y="3265"/>
                    <a:pt x="3722" y="3293"/>
                    <a:pt x="3699" y="3312"/>
                  </a:cubicBezTo>
                  <a:cubicBezTo>
                    <a:pt x="3675" y="3332"/>
                    <a:pt x="3648" y="3351"/>
                    <a:pt x="3620" y="3363"/>
                  </a:cubicBezTo>
                  <a:cubicBezTo>
                    <a:pt x="3566" y="3387"/>
                    <a:pt x="3522" y="3355"/>
                    <a:pt x="3514" y="3290"/>
                  </a:cubicBezTo>
                  <a:cubicBezTo>
                    <a:pt x="3527" y="3271"/>
                    <a:pt x="3540" y="3251"/>
                    <a:pt x="3553" y="3232"/>
                  </a:cubicBezTo>
                  <a:moveTo>
                    <a:pt x="3433" y="3439"/>
                  </a:moveTo>
                  <a:cubicBezTo>
                    <a:pt x="3452" y="3419"/>
                    <a:pt x="3467" y="3391"/>
                    <a:pt x="3504" y="3394"/>
                  </a:cubicBezTo>
                  <a:cubicBezTo>
                    <a:pt x="3517" y="3400"/>
                    <a:pt x="3533" y="3403"/>
                    <a:pt x="3543" y="3412"/>
                  </a:cubicBezTo>
                  <a:cubicBezTo>
                    <a:pt x="3587" y="3450"/>
                    <a:pt x="3587" y="3536"/>
                    <a:pt x="3540" y="3571"/>
                  </a:cubicBezTo>
                  <a:cubicBezTo>
                    <a:pt x="3519" y="3588"/>
                    <a:pt x="3491" y="3599"/>
                    <a:pt x="3465" y="3608"/>
                  </a:cubicBezTo>
                  <a:cubicBezTo>
                    <a:pt x="3428" y="3620"/>
                    <a:pt x="3408" y="3606"/>
                    <a:pt x="3399" y="3568"/>
                  </a:cubicBezTo>
                  <a:cubicBezTo>
                    <a:pt x="3386" y="3518"/>
                    <a:pt x="3396" y="3475"/>
                    <a:pt x="3433" y="3439"/>
                  </a:cubicBezTo>
                  <a:moveTo>
                    <a:pt x="3425" y="2624"/>
                  </a:moveTo>
                  <a:cubicBezTo>
                    <a:pt x="3453" y="2597"/>
                    <a:pt x="3517" y="2614"/>
                    <a:pt x="3531" y="2651"/>
                  </a:cubicBezTo>
                  <a:cubicBezTo>
                    <a:pt x="3537" y="2668"/>
                    <a:pt x="3540" y="2686"/>
                    <a:pt x="3542" y="2696"/>
                  </a:cubicBezTo>
                  <a:cubicBezTo>
                    <a:pt x="3540" y="2758"/>
                    <a:pt x="3519" y="2806"/>
                    <a:pt x="3482" y="2842"/>
                  </a:cubicBezTo>
                  <a:cubicBezTo>
                    <a:pt x="3464" y="2859"/>
                    <a:pt x="3435" y="2874"/>
                    <a:pt x="3412" y="2873"/>
                  </a:cubicBezTo>
                  <a:cubicBezTo>
                    <a:pt x="3380" y="2872"/>
                    <a:pt x="3366" y="2839"/>
                    <a:pt x="3364" y="2811"/>
                  </a:cubicBezTo>
                  <a:cubicBezTo>
                    <a:pt x="3360" y="2742"/>
                    <a:pt x="3371" y="2674"/>
                    <a:pt x="3425" y="2624"/>
                  </a:cubicBezTo>
                  <a:moveTo>
                    <a:pt x="3637" y="1306"/>
                  </a:moveTo>
                  <a:cubicBezTo>
                    <a:pt x="3644" y="1274"/>
                    <a:pt x="3648" y="1242"/>
                    <a:pt x="3658" y="1211"/>
                  </a:cubicBezTo>
                  <a:cubicBezTo>
                    <a:pt x="3663" y="1196"/>
                    <a:pt x="3679" y="1178"/>
                    <a:pt x="3693" y="1176"/>
                  </a:cubicBezTo>
                  <a:cubicBezTo>
                    <a:pt x="3708" y="1173"/>
                    <a:pt x="3732" y="1182"/>
                    <a:pt x="3741" y="1194"/>
                  </a:cubicBezTo>
                  <a:cubicBezTo>
                    <a:pt x="3776" y="1239"/>
                    <a:pt x="3782" y="1292"/>
                    <a:pt x="3767" y="1346"/>
                  </a:cubicBezTo>
                  <a:cubicBezTo>
                    <a:pt x="3759" y="1375"/>
                    <a:pt x="3727" y="1388"/>
                    <a:pt x="3695" y="1378"/>
                  </a:cubicBezTo>
                  <a:cubicBezTo>
                    <a:pt x="3659" y="1367"/>
                    <a:pt x="3633" y="1351"/>
                    <a:pt x="3637" y="1306"/>
                  </a:cubicBezTo>
                  <a:moveTo>
                    <a:pt x="3426" y="1591"/>
                  </a:moveTo>
                  <a:cubicBezTo>
                    <a:pt x="3422" y="1610"/>
                    <a:pt x="3420" y="1629"/>
                    <a:pt x="3413" y="1648"/>
                  </a:cubicBezTo>
                  <a:cubicBezTo>
                    <a:pt x="3404" y="1676"/>
                    <a:pt x="3385" y="1697"/>
                    <a:pt x="3353" y="1699"/>
                  </a:cubicBezTo>
                  <a:cubicBezTo>
                    <a:pt x="3322" y="1700"/>
                    <a:pt x="3289" y="1675"/>
                    <a:pt x="3279" y="1645"/>
                  </a:cubicBezTo>
                  <a:cubicBezTo>
                    <a:pt x="3261" y="1591"/>
                    <a:pt x="3280" y="1539"/>
                    <a:pt x="3325" y="1517"/>
                  </a:cubicBezTo>
                  <a:cubicBezTo>
                    <a:pt x="3381" y="1490"/>
                    <a:pt x="3425" y="1522"/>
                    <a:pt x="3426" y="1591"/>
                  </a:cubicBezTo>
                  <a:moveTo>
                    <a:pt x="3543" y="1328"/>
                  </a:moveTo>
                  <a:cubicBezTo>
                    <a:pt x="3525" y="1367"/>
                    <a:pt x="3497" y="1374"/>
                    <a:pt x="3465" y="1346"/>
                  </a:cubicBezTo>
                  <a:cubicBezTo>
                    <a:pt x="3447" y="1330"/>
                    <a:pt x="3427" y="1304"/>
                    <a:pt x="3428" y="1282"/>
                  </a:cubicBezTo>
                  <a:cubicBezTo>
                    <a:pt x="3429" y="1236"/>
                    <a:pt x="3442" y="1189"/>
                    <a:pt x="3453" y="1143"/>
                  </a:cubicBezTo>
                  <a:cubicBezTo>
                    <a:pt x="3461" y="1110"/>
                    <a:pt x="3489" y="1096"/>
                    <a:pt x="3520" y="1095"/>
                  </a:cubicBezTo>
                  <a:cubicBezTo>
                    <a:pt x="3549" y="1094"/>
                    <a:pt x="3566" y="1118"/>
                    <a:pt x="3574" y="1159"/>
                  </a:cubicBezTo>
                  <a:cubicBezTo>
                    <a:pt x="3576" y="1174"/>
                    <a:pt x="3577" y="1189"/>
                    <a:pt x="3578" y="1204"/>
                  </a:cubicBezTo>
                  <a:cubicBezTo>
                    <a:pt x="3580" y="1205"/>
                    <a:pt x="3583" y="1206"/>
                    <a:pt x="3585" y="1207"/>
                  </a:cubicBezTo>
                  <a:cubicBezTo>
                    <a:pt x="3571" y="1247"/>
                    <a:pt x="3561" y="1289"/>
                    <a:pt x="3543" y="1328"/>
                  </a:cubicBezTo>
                  <a:moveTo>
                    <a:pt x="3581" y="824"/>
                  </a:moveTo>
                  <a:cubicBezTo>
                    <a:pt x="3597" y="809"/>
                    <a:pt x="3633" y="800"/>
                    <a:pt x="3651" y="808"/>
                  </a:cubicBezTo>
                  <a:cubicBezTo>
                    <a:pt x="3670" y="816"/>
                    <a:pt x="3678" y="848"/>
                    <a:pt x="3691" y="869"/>
                  </a:cubicBezTo>
                  <a:cubicBezTo>
                    <a:pt x="3680" y="928"/>
                    <a:pt x="3670" y="981"/>
                    <a:pt x="3625" y="1020"/>
                  </a:cubicBezTo>
                  <a:cubicBezTo>
                    <a:pt x="3604" y="1037"/>
                    <a:pt x="3580" y="1060"/>
                    <a:pt x="3550" y="1047"/>
                  </a:cubicBezTo>
                  <a:cubicBezTo>
                    <a:pt x="3517" y="1033"/>
                    <a:pt x="3509" y="1001"/>
                    <a:pt x="3509" y="968"/>
                  </a:cubicBezTo>
                  <a:cubicBezTo>
                    <a:pt x="3509" y="908"/>
                    <a:pt x="3540" y="861"/>
                    <a:pt x="3581" y="824"/>
                  </a:cubicBezTo>
                  <a:moveTo>
                    <a:pt x="3464" y="984"/>
                  </a:moveTo>
                  <a:cubicBezTo>
                    <a:pt x="3472" y="1007"/>
                    <a:pt x="3478" y="1026"/>
                    <a:pt x="3484" y="1045"/>
                  </a:cubicBezTo>
                  <a:cubicBezTo>
                    <a:pt x="3435" y="1073"/>
                    <a:pt x="3410" y="1121"/>
                    <a:pt x="3401" y="1171"/>
                  </a:cubicBezTo>
                  <a:cubicBezTo>
                    <a:pt x="3391" y="1224"/>
                    <a:pt x="3394" y="1279"/>
                    <a:pt x="3392" y="1333"/>
                  </a:cubicBezTo>
                  <a:cubicBezTo>
                    <a:pt x="3362" y="1297"/>
                    <a:pt x="3333" y="1261"/>
                    <a:pt x="3303" y="1224"/>
                  </a:cubicBezTo>
                  <a:cubicBezTo>
                    <a:pt x="3299" y="1219"/>
                    <a:pt x="3296" y="1213"/>
                    <a:pt x="3295" y="1207"/>
                  </a:cubicBezTo>
                  <a:cubicBezTo>
                    <a:pt x="3287" y="1161"/>
                    <a:pt x="3278" y="1114"/>
                    <a:pt x="3271" y="1067"/>
                  </a:cubicBezTo>
                  <a:cubicBezTo>
                    <a:pt x="3269" y="1054"/>
                    <a:pt x="3271" y="1040"/>
                    <a:pt x="3271" y="1030"/>
                  </a:cubicBezTo>
                  <a:cubicBezTo>
                    <a:pt x="3309" y="1038"/>
                    <a:pt x="3345" y="1051"/>
                    <a:pt x="3381" y="1053"/>
                  </a:cubicBezTo>
                  <a:cubicBezTo>
                    <a:pt x="3422" y="1055"/>
                    <a:pt x="3446" y="1024"/>
                    <a:pt x="3464" y="984"/>
                  </a:cubicBezTo>
                  <a:moveTo>
                    <a:pt x="3572" y="661"/>
                  </a:moveTo>
                  <a:cubicBezTo>
                    <a:pt x="3553" y="691"/>
                    <a:pt x="3526" y="717"/>
                    <a:pt x="3499" y="741"/>
                  </a:cubicBezTo>
                  <a:cubicBezTo>
                    <a:pt x="3480" y="757"/>
                    <a:pt x="3455" y="762"/>
                    <a:pt x="3434" y="740"/>
                  </a:cubicBezTo>
                  <a:cubicBezTo>
                    <a:pt x="3414" y="719"/>
                    <a:pt x="3406" y="676"/>
                    <a:pt x="3423" y="656"/>
                  </a:cubicBezTo>
                  <a:cubicBezTo>
                    <a:pt x="3450" y="622"/>
                    <a:pt x="3485" y="600"/>
                    <a:pt x="3525" y="596"/>
                  </a:cubicBezTo>
                  <a:cubicBezTo>
                    <a:pt x="3570" y="597"/>
                    <a:pt x="3593" y="628"/>
                    <a:pt x="3572" y="661"/>
                  </a:cubicBezTo>
                  <a:moveTo>
                    <a:pt x="3431" y="435"/>
                  </a:moveTo>
                  <a:cubicBezTo>
                    <a:pt x="3441" y="403"/>
                    <a:pt x="3459" y="371"/>
                    <a:pt x="3481" y="346"/>
                  </a:cubicBezTo>
                  <a:cubicBezTo>
                    <a:pt x="3492" y="334"/>
                    <a:pt x="3522" y="334"/>
                    <a:pt x="3543" y="336"/>
                  </a:cubicBezTo>
                  <a:cubicBezTo>
                    <a:pt x="3552" y="337"/>
                    <a:pt x="3560" y="355"/>
                    <a:pt x="3565" y="360"/>
                  </a:cubicBezTo>
                  <a:cubicBezTo>
                    <a:pt x="3560" y="432"/>
                    <a:pt x="3520" y="469"/>
                    <a:pt x="3474" y="501"/>
                  </a:cubicBezTo>
                  <a:cubicBezTo>
                    <a:pt x="3468" y="505"/>
                    <a:pt x="3449" y="500"/>
                    <a:pt x="3447" y="494"/>
                  </a:cubicBezTo>
                  <a:cubicBezTo>
                    <a:pt x="3439" y="475"/>
                    <a:pt x="3426" y="451"/>
                    <a:pt x="3431" y="435"/>
                  </a:cubicBezTo>
                  <a:moveTo>
                    <a:pt x="3447" y="549"/>
                  </a:moveTo>
                  <a:cubicBezTo>
                    <a:pt x="3387" y="618"/>
                    <a:pt x="3364" y="622"/>
                    <a:pt x="3380" y="743"/>
                  </a:cubicBezTo>
                  <a:cubicBezTo>
                    <a:pt x="3354" y="739"/>
                    <a:pt x="3326" y="735"/>
                    <a:pt x="3298" y="731"/>
                  </a:cubicBezTo>
                  <a:cubicBezTo>
                    <a:pt x="3318" y="647"/>
                    <a:pt x="3310" y="567"/>
                    <a:pt x="3248" y="504"/>
                  </a:cubicBezTo>
                  <a:cubicBezTo>
                    <a:pt x="3292" y="482"/>
                    <a:pt x="3338" y="458"/>
                    <a:pt x="3385" y="434"/>
                  </a:cubicBezTo>
                  <a:cubicBezTo>
                    <a:pt x="3387" y="477"/>
                    <a:pt x="3399" y="523"/>
                    <a:pt x="3447" y="549"/>
                  </a:cubicBezTo>
                  <a:moveTo>
                    <a:pt x="3327" y="164"/>
                  </a:moveTo>
                  <a:cubicBezTo>
                    <a:pt x="3331" y="121"/>
                    <a:pt x="3355" y="77"/>
                    <a:pt x="3408" y="51"/>
                  </a:cubicBezTo>
                  <a:cubicBezTo>
                    <a:pt x="3433" y="39"/>
                    <a:pt x="3486" y="71"/>
                    <a:pt x="3495" y="105"/>
                  </a:cubicBezTo>
                  <a:cubicBezTo>
                    <a:pt x="3501" y="132"/>
                    <a:pt x="3500" y="158"/>
                    <a:pt x="3476" y="176"/>
                  </a:cubicBezTo>
                  <a:cubicBezTo>
                    <a:pt x="3450" y="194"/>
                    <a:pt x="3425" y="214"/>
                    <a:pt x="3397" y="225"/>
                  </a:cubicBezTo>
                  <a:cubicBezTo>
                    <a:pt x="3359" y="241"/>
                    <a:pt x="3325" y="215"/>
                    <a:pt x="3327" y="164"/>
                  </a:cubicBezTo>
                  <a:moveTo>
                    <a:pt x="3281" y="275"/>
                  </a:moveTo>
                  <a:cubicBezTo>
                    <a:pt x="3294" y="264"/>
                    <a:pt x="3327" y="264"/>
                    <a:pt x="3344" y="272"/>
                  </a:cubicBezTo>
                  <a:cubicBezTo>
                    <a:pt x="3361" y="280"/>
                    <a:pt x="3369" y="305"/>
                    <a:pt x="3381" y="323"/>
                  </a:cubicBezTo>
                  <a:cubicBezTo>
                    <a:pt x="3374" y="389"/>
                    <a:pt x="3297" y="460"/>
                    <a:pt x="3235" y="452"/>
                  </a:cubicBezTo>
                  <a:cubicBezTo>
                    <a:pt x="3225" y="451"/>
                    <a:pt x="3210" y="437"/>
                    <a:pt x="3209" y="427"/>
                  </a:cubicBezTo>
                  <a:cubicBezTo>
                    <a:pt x="3204" y="364"/>
                    <a:pt x="3236" y="314"/>
                    <a:pt x="3281" y="275"/>
                  </a:cubicBezTo>
                  <a:moveTo>
                    <a:pt x="3199" y="725"/>
                  </a:moveTo>
                  <a:cubicBezTo>
                    <a:pt x="3171" y="700"/>
                    <a:pt x="3154" y="669"/>
                    <a:pt x="3149" y="622"/>
                  </a:cubicBezTo>
                  <a:cubicBezTo>
                    <a:pt x="3156" y="605"/>
                    <a:pt x="3164" y="579"/>
                    <a:pt x="3177" y="556"/>
                  </a:cubicBezTo>
                  <a:cubicBezTo>
                    <a:pt x="3191" y="532"/>
                    <a:pt x="3220" y="531"/>
                    <a:pt x="3233" y="554"/>
                  </a:cubicBezTo>
                  <a:cubicBezTo>
                    <a:pt x="3262" y="602"/>
                    <a:pt x="3277" y="654"/>
                    <a:pt x="3256" y="709"/>
                  </a:cubicBezTo>
                  <a:cubicBezTo>
                    <a:pt x="3246" y="738"/>
                    <a:pt x="3222" y="744"/>
                    <a:pt x="3199" y="725"/>
                  </a:cubicBezTo>
                  <a:moveTo>
                    <a:pt x="3280" y="808"/>
                  </a:moveTo>
                  <a:cubicBezTo>
                    <a:pt x="3315" y="769"/>
                    <a:pt x="3359" y="767"/>
                    <a:pt x="3389" y="810"/>
                  </a:cubicBezTo>
                  <a:cubicBezTo>
                    <a:pt x="3411" y="842"/>
                    <a:pt x="3422" y="882"/>
                    <a:pt x="3438" y="918"/>
                  </a:cubicBezTo>
                  <a:cubicBezTo>
                    <a:pt x="3436" y="919"/>
                    <a:pt x="3433" y="920"/>
                    <a:pt x="3430" y="921"/>
                  </a:cubicBezTo>
                  <a:cubicBezTo>
                    <a:pt x="3430" y="923"/>
                    <a:pt x="3430" y="925"/>
                    <a:pt x="3430" y="927"/>
                  </a:cubicBezTo>
                  <a:cubicBezTo>
                    <a:pt x="3423" y="960"/>
                    <a:pt x="3424" y="998"/>
                    <a:pt x="3383" y="1010"/>
                  </a:cubicBezTo>
                  <a:cubicBezTo>
                    <a:pt x="3345" y="1020"/>
                    <a:pt x="3314" y="1000"/>
                    <a:pt x="3288" y="973"/>
                  </a:cubicBezTo>
                  <a:cubicBezTo>
                    <a:pt x="3237" y="919"/>
                    <a:pt x="3234" y="859"/>
                    <a:pt x="3280" y="808"/>
                  </a:cubicBezTo>
                  <a:moveTo>
                    <a:pt x="3204" y="1415"/>
                  </a:moveTo>
                  <a:cubicBezTo>
                    <a:pt x="3177" y="1373"/>
                    <a:pt x="3177" y="1326"/>
                    <a:pt x="3204" y="1285"/>
                  </a:cubicBezTo>
                  <a:cubicBezTo>
                    <a:pt x="3222" y="1258"/>
                    <a:pt x="3251" y="1250"/>
                    <a:pt x="3278" y="1264"/>
                  </a:cubicBezTo>
                  <a:cubicBezTo>
                    <a:pt x="3310" y="1280"/>
                    <a:pt x="3353" y="1347"/>
                    <a:pt x="3354" y="1380"/>
                  </a:cubicBezTo>
                  <a:cubicBezTo>
                    <a:pt x="3354" y="1414"/>
                    <a:pt x="3336" y="1434"/>
                    <a:pt x="3294" y="1447"/>
                  </a:cubicBezTo>
                  <a:cubicBezTo>
                    <a:pt x="3258" y="1458"/>
                    <a:pt x="3224" y="1446"/>
                    <a:pt x="3204" y="1415"/>
                  </a:cubicBezTo>
                  <a:moveTo>
                    <a:pt x="3214" y="1850"/>
                  </a:moveTo>
                  <a:cubicBezTo>
                    <a:pt x="3221" y="1838"/>
                    <a:pt x="3237" y="1832"/>
                    <a:pt x="3249" y="1823"/>
                  </a:cubicBezTo>
                  <a:cubicBezTo>
                    <a:pt x="3258" y="1816"/>
                    <a:pt x="3267" y="1809"/>
                    <a:pt x="3276" y="1801"/>
                  </a:cubicBezTo>
                  <a:cubicBezTo>
                    <a:pt x="3330" y="1818"/>
                    <a:pt x="3345" y="1861"/>
                    <a:pt x="3348" y="1912"/>
                  </a:cubicBezTo>
                  <a:cubicBezTo>
                    <a:pt x="3350" y="1967"/>
                    <a:pt x="3319" y="2004"/>
                    <a:pt x="3274" y="2029"/>
                  </a:cubicBezTo>
                  <a:cubicBezTo>
                    <a:pt x="3264" y="2034"/>
                    <a:pt x="3240" y="2025"/>
                    <a:pt x="3230" y="2015"/>
                  </a:cubicBezTo>
                  <a:cubicBezTo>
                    <a:pt x="3195" y="1978"/>
                    <a:pt x="3187" y="1895"/>
                    <a:pt x="3214" y="1850"/>
                  </a:cubicBezTo>
                  <a:moveTo>
                    <a:pt x="2479" y="2621"/>
                  </a:moveTo>
                  <a:cubicBezTo>
                    <a:pt x="2462" y="2641"/>
                    <a:pt x="2439" y="2657"/>
                    <a:pt x="2416" y="2672"/>
                  </a:cubicBezTo>
                  <a:cubicBezTo>
                    <a:pt x="2391" y="2687"/>
                    <a:pt x="2367" y="2677"/>
                    <a:pt x="2350" y="2656"/>
                  </a:cubicBezTo>
                  <a:cubicBezTo>
                    <a:pt x="2296" y="2593"/>
                    <a:pt x="2316" y="2477"/>
                    <a:pt x="2388" y="2434"/>
                  </a:cubicBezTo>
                  <a:cubicBezTo>
                    <a:pt x="2400" y="2440"/>
                    <a:pt x="2410" y="2447"/>
                    <a:pt x="2422" y="2450"/>
                  </a:cubicBezTo>
                  <a:cubicBezTo>
                    <a:pt x="2502" y="2472"/>
                    <a:pt x="2531" y="2558"/>
                    <a:pt x="2479" y="2621"/>
                  </a:cubicBezTo>
                  <a:moveTo>
                    <a:pt x="2610" y="2473"/>
                  </a:moveTo>
                  <a:cubicBezTo>
                    <a:pt x="2572" y="2472"/>
                    <a:pt x="2529" y="2431"/>
                    <a:pt x="2529" y="2397"/>
                  </a:cubicBezTo>
                  <a:cubicBezTo>
                    <a:pt x="2529" y="2352"/>
                    <a:pt x="2572" y="2314"/>
                    <a:pt x="2624" y="2314"/>
                  </a:cubicBezTo>
                  <a:cubicBezTo>
                    <a:pt x="2658" y="2314"/>
                    <a:pt x="2690" y="2360"/>
                    <a:pt x="2689" y="2408"/>
                  </a:cubicBezTo>
                  <a:cubicBezTo>
                    <a:pt x="2689" y="2446"/>
                    <a:pt x="2654" y="2474"/>
                    <a:pt x="2610" y="2473"/>
                  </a:cubicBezTo>
                  <a:moveTo>
                    <a:pt x="2749" y="2760"/>
                  </a:moveTo>
                  <a:cubicBezTo>
                    <a:pt x="2723" y="2795"/>
                    <a:pt x="2704" y="2799"/>
                    <a:pt x="2665" y="2780"/>
                  </a:cubicBezTo>
                  <a:cubicBezTo>
                    <a:pt x="2613" y="2756"/>
                    <a:pt x="2597" y="2714"/>
                    <a:pt x="2601" y="2655"/>
                  </a:cubicBezTo>
                  <a:cubicBezTo>
                    <a:pt x="2586" y="2602"/>
                    <a:pt x="2637" y="2581"/>
                    <a:pt x="2666" y="2548"/>
                  </a:cubicBezTo>
                  <a:cubicBezTo>
                    <a:pt x="2670" y="2543"/>
                    <a:pt x="2680" y="2542"/>
                    <a:pt x="2688" y="2542"/>
                  </a:cubicBezTo>
                  <a:cubicBezTo>
                    <a:pt x="2725" y="2543"/>
                    <a:pt x="2783" y="2593"/>
                    <a:pt x="2784" y="2631"/>
                  </a:cubicBezTo>
                  <a:cubicBezTo>
                    <a:pt x="2786" y="2677"/>
                    <a:pt x="2777" y="2722"/>
                    <a:pt x="2749" y="2760"/>
                  </a:cubicBezTo>
                  <a:moveTo>
                    <a:pt x="3011" y="3347"/>
                  </a:moveTo>
                  <a:cubicBezTo>
                    <a:pt x="2998" y="3377"/>
                    <a:pt x="2976" y="3406"/>
                    <a:pt x="2951" y="3425"/>
                  </a:cubicBezTo>
                  <a:cubicBezTo>
                    <a:pt x="2903" y="3463"/>
                    <a:pt x="2845" y="3438"/>
                    <a:pt x="2830" y="3377"/>
                  </a:cubicBezTo>
                  <a:cubicBezTo>
                    <a:pt x="2816" y="3320"/>
                    <a:pt x="2855" y="3275"/>
                    <a:pt x="2924" y="3269"/>
                  </a:cubicBezTo>
                  <a:cubicBezTo>
                    <a:pt x="2934" y="3268"/>
                    <a:pt x="2945" y="3269"/>
                    <a:pt x="2956" y="3269"/>
                  </a:cubicBezTo>
                  <a:cubicBezTo>
                    <a:pt x="3014" y="3269"/>
                    <a:pt x="3034" y="3293"/>
                    <a:pt x="3011" y="3347"/>
                  </a:cubicBezTo>
                  <a:moveTo>
                    <a:pt x="2233" y="4252"/>
                  </a:moveTo>
                  <a:cubicBezTo>
                    <a:pt x="2223" y="4261"/>
                    <a:pt x="2193" y="4258"/>
                    <a:pt x="2177" y="4249"/>
                  </a:cubicBezTo>
                  <a:cubicBezTo>
                    <a:pt x="2162" y="4242"/>
                    <a:pt x="2154" y="4220"/>
                    <a:pt x="2143" y="4206"/>
                  </a:cubicBezTo>
                  <a:cubicBezTo>
                    <a:pt x="2154" y="4173"/>
                    <a:pt x="2161" y="4147"/>
                    <a:pt x="2171" y="4122"/>
                  </a:cubicBezTo>
                  <a:cubicBezTo>
                    <a:pt x="2179" y="4104"/>
                    <a:pt x="2194" y="4097"/>
                    <a:pt x="2217" y="4102"/>
                  </a:cubicBezTo>
                  <a:cubicBezTo>
                    <a:pt x="2240" y="4107"/>
                    <a:pt x="2233" y="4122"/>
                    <a:pt x="2236" y="4136"/>
                  </a:cubicBezTo>
                  <a:cubicBezTo>
                    <a:pt x="2239" y="4155"/>
                    <a:pt x="2249" y="4174"/>
                    <a:pt x="2248" y="4193"/>
                  </a:cubicBezTo>
                  <a:cubicBezTo>
                    <a:pt x="2248" y="4213"/>
                    <a:pt x="2246" y="4240"/>
                    <a:pt x="2233" y="4252"/>
                  </a:cubicBezTo>
                  <a:moveTo>
                    <a:pt x="2607" y="4664"/>
                  </a:moveTo>
                  <a:cubicBezTo>
                    <a:pt x="2604" y="4690"/>
                    <a:pt x="2588" y="4714"/>
                    <a:pt x="2574" y="4737"/>
                  </a:cubicBezTo>
                  <a:cubicBezTo>
                    <a:pt x="2563" y="4755"/>
                    <a:pt x="2546" y="4769"/>
                    <a:pt x="2520" y="4759"/>
                  </a:cubicBezTo>
                  <a:cubicBezTo>
                    <a:pt x="2493" y="4748"/>
                    <a:pt x="2477" y="4731"/>
                    <a:pt x="2477" y="4701"/>
                  </a:cubicBezTo>
                  <a:cubicBezTo>
                    <a:pt x="2477" y="4695"/>
                    <a:pt x="2477" y="4690"/>
                    <a:pt x="2477" y="4685"/>
                  </a:cubicBezTo>
                  <a:cubicBezTo>
                    <a:pt x="2475" y="4683"/>
                    <a:pt x="2472" y="4682"/>
                    <a:pt x="2470" y="4681"/>
                  </a:cubicBezTo>
                  <a:cubicBezTo>
                    <a:pt x="2482" y="4654"/>
                    <a:pt x="2489" y="4618"/>
                    <a:pt x="2510" y="4601"/>
                  </a:cubicBezTo>
                  <a:cubicBezTo>
                    <a:pt x="2525" y="4589"/>
                    <a:pt x="2564" y="4595"/>
                    <a:pt x="2585" y="4606"/>
                  </a:cubicBezTo>
                  <a:cubicBezTo>
                    <a:pt x="2600" y="4614"/>
                    <a:pt x="2610" y="4645"/>
                    <a:pt x="2607" y="4664"/>
                  </a:cubicBezTo>
                  <a:moveTo>
                    <a:pt x="60" y="8748"/>
                  </a:moveTo>
                  <a:cubicBezTo>
                    <a:pt x="55" y="8687"/>
                    <a:pt x="48" y="8629"/>
                    <a:pt x="46" y="8571"/>
                  </a:cubicBezTo>
                  <a:cubicBezTo>
                    <a:pt x="44" y="8504"/>
                    <a:pt x="86" y="8466"/>
                    <a:pt x="144" y="8449"/>
                  </a:cubicBezTo>
                  <a:cubicBezTo>
                    <a:pt x="243" y="8419"/>
                    <a:pt x="344" y="8396"/>
                    <a:pt x="443" y="8369"/>
                  </a:cubicBezTo>
                  <a:cubicBezTo>
                    <a:pt x="485" y="8358"/>
                    <a:pt x="529" y="8349"/>
                    <a:pt x="567" y="8330"/>
                  </a:cubicBezTo>
                  <a:cubicBezTo>
                    <a:pt x="643" y="8290"/>
                    <a:pt x="724" y="8279"/>
                    <a:pt x="808" y="8271"/>
                  </a:cubicBezTo>
                  <a:cubicBezTo>
                    <a:pt x="862" y="8266"/>
                    <a:pt x="913" y="8279"/>
                    <a:pt x="965" y="8286"/>
                  </a:cubicBezTo>
                  <a:cubicBezTo>
                    <a:pt x="971" y="8287"/>
                    <a:pt x="976" y="8290"/>
                    <a:pt x="981" y="8292"/>
                  </a:cubicBezTo>
                  <a:cubicBezTo>
                    <a:pt x="1142" y="8370"/>
                    <a:pt x="1282" y="8477"/>
                    <a:pt x="1402" y="8609"/>
                  </a:cubicBezTo>
                  <a:cubicBezTo>
                    <a:pt x="1443" y="8655"/>
                    <a:pt x="1487" y="8699"/>
                    <a:pt x="1530" y="8744"/>
                  </a:cubicBezTo>
                  <a:cubicBezTo>
                    <a:pt x="1470" y="8720"/>
                    <a:pt x="1414" y="8691"/>
                    <a:pt x="1354" y="8674"/>
                  </a:cubicBezTo>
                  <a:cubicBezTo>
                    <a:pt x="1198" y="8631"/>
                    <a:pt x="1041" y="8593"/>
                    <a:pt x="884" y="8553"/>
                  </a:cubicBezTo>
                  <a:cubicBezTo>
                    <a:pt x="797" y="8530"/>
                    <a:pt x="711" y="8502"/>
                    <a:pt x="623" y="8484"/>
                  </a:cubicBezTo>
                  <a:cubicBezTo>
                    <a:pt x="513" y="8462"/>
                    <a:pt x="400" y="8456"/>
                    <a:pt x="290" y="8488"/>
                  </a:cubicBezTo>
                  <a:cubicBezTo>
                    <a:pt x="187" y="8518"/>
                    <a:pt x="105" y="8574"/>
                    <a:pt x="81" y="8689"/>
                  </a:cubicBezTo>
                  <a:cubicBezTo>
                    <a:pt x="78" y="8707"/>
                    <a:pt x="72" y="8725"/>
                    <a:pt x="67" y="8743"/>
                  </a:cubicBezTo>
                  <a:cubicBezTo>
                    <a:pt x="67" y="8743"/>
                    <a:pt x="65" y="8744"/>
                    <a:pt x="60" y="8748"/>
                  </a:cubicBezTo>
                  <a:moveTo>
                    <a:pt x="1672" y="8950"/>
                  </a:moveTo>
                  <a:cubicBezTo>
                    <a:pt x="1570" y="8956"/>
                    <a:pt x="1467" y="8956"/>
                    <a:pt x="1365" y="8964"/>
                  </a:cubicBezTo>
                  <a:cubicBezTo>
                    <a:pt x="1259" y="8973"/>
                    <a:pt x="1154" y="8988"/>
                    <a:pt x="1054" y="9030"/>
                  </a:cubicBezTo>
                  <a:cubicBezTo>
                    <a:pt x="1023" y="9043"/>
                    <a:pt x="993" y="9062"/>
                    <a:pt x="959" y="9081"/>
                  </a:cubicBezTo>
                  <a:cubicBezTo>
                    <a:pt x="949" y="9058"/>
                    <a:pt x="937" y="9034"/>
                    <a:pt x="929" y="9009"/>
                  </a:cubicBezTo>
                  <a:cubicBezTo>
                    <a:pt x="904" y="8926"/>
                    <a:pt x="858" y="8858"/>
                    <a:pt x="789" y="8806"/>
                  </a:cubicBezTo>
                  <a:cubicBezTo>
                    <a:pt x="760" y="8785"/>
                    <a:pt x="734" y="8759"/>
                    <a:pt x="706" y="8738"/>
                  </a:cubicBezTo>
                  <a:cubicBezTo>
                    <a:pt x="640" y="8689"/>
                    <a:pt x="565" y="8671"/>
                    <a:pt x="486" y="8672"/>
                  </a:cubicBezTo>
                  <a:cubicBezTo>
                    <a:pt x="436" y="8672"/>
                    <a:pt x="391" y="8663"/>
                    <a:pt x="349" y="8638"/>
                  </a:cubicBezTo>
                  <a:cubicBezTo>
                    <a:pt x="323" y="8623"/>
                    <a:pt x="296" y="8612"/>
                    <a:pt x="270" y="8598"/>
                  </a:cubicBezTo>
                  <a:cubicBezTo>
                    <a:pt x="248" y="8587"/>
                    <a:pt x="227" y="8589"/>
                    <a:pt x="217" y="8611"/>
                  </a:cubicBezTo>
                  <a:cubicBezTo>
                    <a:pt x="192" y="8662"/>
                    <a:pt x="170" y="8715"/>
                    <a:pt x="148" y="8768"/>
                  </a:cubicBezTo>
                  <a:cubicBezTo>
                    <a:pt x="129" y="8813"/>
                    <a:pt x="111" y="8859"/>
                    <a:pt x="88" y="8903"/>
                  </a:cubicBezTo>
                  <a:cubicBezTo>
                    <a:pt x="73" y="8875"/>
                    <a:pt x="69" y="8851"/>
                    <a:pt x="83" y="8821"/>
                  </a:cubicBezTo>
                  <a:cubicBezTo>
                    <a:pt x="103" y="8777"/>
                    <a:pt x="112" y="8728"/>
                    <a:pt x="127" y="8682"/>
                  </a:cubicBezTo>
                  <a:cubicBezTo>
                    <a:pt x="135" y="8659"/>
                    <a:pt x="146" y="8638"/>
                    <a:pt x="156" y="8617"/>
                  </a:cubicBezTo>
                  <a:cubicBezTo>
                    <a:pt x="189" y="8549"/>
                    <a:pt x="256" y="8541"/>
                    <a:pt x="317" y="8527"/>
                  </a:cubicBezTo>
                  <a:cubicBezTo>
                    <a:pt x="449" y="8497"/>
                    <a:pt x="578" y="8513"/>
                    <a:pt x="706" y="8547"/>
                  </a:cubicBezTo>
                  <a:cubicBezTo>
                    <a:pt x="840" y="8583"/>
                    <a:pt x="974" y="8620"/>
                    <a:pt x="1109" y="8655"/>
                  </a:cubicBezTo>
                  <a:cubicBezTo>
                    <a:pt x="1187" y="8676"/>
                    <a:pt x="1267" y="8692"/>
                    <a:pt x="1345" y="8717"/>
                  </a:cubicBezTo>
                  <a:cubicBezTo>
                    <a:pt x="1400" y="8735"/>
                    <a:pt x="1453" y="8762"/>
                    <a:pt x="1504" y="8790"/>
                  </a:cubicBezTo>
                  <a:cubicBezTo>
                    <a:pt x="1560" y="8820"/>
                    <a:pt x="1614" y="8856"/>
                    <a:pt x="1670" y="8887"/>
                  </a:cubicBezTo>
                  <a:cubicBezTo>
                    <a:pt x="1698" y="8903"/>
                    <a:pt x="1729" y="8914"/>
                    <a:pt x="1758" y="8927"/>
                  </a:cubicBezTo>
                  <a:cubicBezTo>
                    <a:pt x="1759" y="8929"/>
                    <a:pt x="1759" y="8931"/>
                    <a:pt x="1760" y="8934"/>
                  </a:cubicBezTo>
                  <a:cubicBezTo>
                    <a:pt x="1731" y="8939"/>
                    <a:pt x="1701" y="8948"/>
                    <a:pt x="1671" y="8950"/>
                  </a:cubicBezTo>
                  <a:lnTo>
                    <a:pt x="1672" y="8950"/>
                  </a:lnTo>
                  <a:moveTo>
                    <a:pt x="2245" y="8781"/>
                  </a:moveTo>
                  <a:cubicBezTo>
                    <a:pt x="2287" y="8931"/>
                    <a:pt x="2363" y="9060"/>
                    <a:pt x="2464" y="9177"/>
                  </a:cubicBezTo>
                  <a:cubicBezTo>
                    <a:pt x="2523" y="9244"/>
                    <a:pt x="2571" y="9319"/>
                    <a:pt x="2624" y="9390"/>
                  </a:cubicBezTo>
                  <a:cubicBezTo>
                    <a:pt x="2621" y="9393"/>
                    <a:pt x="2618" y="9395"/>
                    <a:pt x="2616" y="9398"/>
                  </a:cubicBezTo>
                  <a:cubicBezTo>
                    <a:pt x="2578" y="9354"/>
                    <a:pt x="2535" y="9315"/>
                    <a:pt x="2503" y="9267"/>
                  </a:cubicBezTo>
                  <a:cubicBezTo>
                    <a:pt x="2445" y="9180"/>
                    <a:pt x="2366" y="9118"/>
                    <a:pt x="2280" y="9060"/>
                  </a:cubicBezTo>
                  <a:cubicBezTo>
                    <a:pt x="2141" y="8968"/>
                    <a:pt x="1992" y="8900"/>
                    <a:pt x="1828" y="8866"/>
                  </a:cubicBezTo>
                  <a:cubicBezTo>
                    <a:pt x="1730" y="8845"/>
                    <a:pt x="1645" y="8796"/>
                    <a:pt x="1574" y="8725"/>
                  </a:cubicBezTo>
                  <a:cubicBezTo>
                    <a:pt x="1488" y="8638"/>
                    <a:pt x="1403" y="8552"/>
                    <a:pt x="1316" y="8466"/>
                  </a:cubicBezTo>
                  <a:cubicBezTo>
                    <a:pt x="1238" y="8387"/>
                    <a:pt x="1152" y="8320"/>
                    <a:pt x="1038" y="8288"/>
                  </a:cubicBezTo>
                  <a:cubicBezTo>
                    <a:pt x="1080" y="8269"/>
                    <a:pt x="1119" y="8250"/>
                    <a:pt x="1158" y="8234"/>
                  </a:cubicBezTo>
                  <a:cubicBezTo>
                    <a:pt x="1166" y="8231"/>
                    <a:pt x="1179" y="8237"/>
                    <a:pt x="1187" y="8243"/>
                  </a:cubicBezTo>
                  <a:cubicBezTo>
                    <a:pt x="1223" y="8265"/>
                    <a:pt x="1261" y="8271"/>
                    <a:pt x="1300" y="8263"/>
                  </a:cubicBezTo>
                  <a:cubicBezTo>
                    <a:pt x="1382" y="8245"/>
                    <a:pt x="1458" y="8270"/>
                    <a:pt x="1533" y="8294"/>
                  </a:cubicBezTo>
                  <a:cubicBezTo>
                    <a:pt x="1548" y="8298"/>
                    <a:pt x="1561" y="8314"/>
                    <a:pt x="1573" y="8326"/>
                  </a:cubicBezTo>
                  <a:cubicBezTo>
                    <a:pt x="1596" y="8351"/>
                    <a:pt x="1617" y="8377"/>
                    <a:pt x="1640" y="8402"/>
                  </a:cubicBezTo>
                  <a:cubicBezTo>
                    <a:pt x="1688" y="8453"/>
                    <a:pt x="1748" y="8478"/>
                    <a:pt x="1817" y="8480"/>
                  </a:cubicBezTo>
                  <a:cubicBezTo>
                    <a:pt x="1875" y="8482"/>
                    <a:pt x="1932" y="8479"/>
                    <a:pt x="1990" y="8479"/>
                  </a:cubicBezTo>
                  <a:cubicBezTo>
                    <a:pt x="2016" y="8479"/>
                    <a:pt x="2042" y="8480"/>
                    <a:pt x="2068" y="8481"/>
                  </a:cubicBezTo>
                  <a:cubicBezTo>
                    <a:pt x="2128" y="8484"/>
                    <a:pt x="2144" y="8536"/>
                    <a:pt x="2171" y="8575"/>
                  </a:cubicBezTo>
                  <a:cubicBezTo>
                    <a:pt x="2213" y="8637"/>
                    <a:pt x="2225" y="8711"/>
                    <a:pt x="2245" y="8781"/>
                  </a:cubicBezTo>
                  <a:moveTo>
                    <a:pt x="2163" y="5435"/>
                  </a:moveTo>
                  <a:cubicBezTo>
                    <a:pt x="2184" y="5465"/>
                    <a:pt x="2208" y="5492"/>
                    <a:pt x="2224" y="5525"/>
                  </a:cubicBezTo>
                  <a:cubicBezTo>
                    <a:pt x="2247" y="5573"/>
                    <a:pt x="2266" y="5625"/>
                    <a:pt x="2282" y="5676"/>
                  </a:cubicBezTo>
                  <a:cubicBezTo>
                    <a:pt x="2301" y="5738"/>
                    <a:pt x="2337" y="5780"/>
                    <a:pt x="2398" y="5801"/>
                  </a:cubicBezTo>
                  <a:cubicBezTo>
                    <a:pt x="2542" y="5851"/>
                    <a:pt x="2608" y="5962"/>
                    <a:pt x="2619" y="6104"/>
                  </a:cubicBezTo>
                  <a:cubicBezTo>
                    <a:pt x="2629" y="6221"/>
                    <a:pt x="2621" y="6340"/>
                    <a:pt x="2624" y="6459"/>
                  </a:cubicBezTo>
                  <a:cubicBezTo>
                    <a:pt x="2625" y="6513"/>
                    <a:pt x="2627" y="6568"/>
                    <a:pt x="2638" y="6621"/>
                  </a:cubicBezTo>
                  <a:cubicBezTo>
                    <a:pt x="2653" y="6703"/>
                    <a:pt x="2650" y="6783"/>
                    <a:pt x="2629" y="6863"/>
                  </a:cubicBezTo>
                  <a:cubicBezTo>
                    <a:pt x="2595" y="6993"/>
                    <a:pt x="2574" y="7124"/>
                    <a:pt x="2568" y="7258"/>
                  </a:cubicBezTo>
                  <a:cubicBezTo>
                    <a:pt x="2565" y="7348"/>
                    <a:pt x="2560" y="7437"/>
                    <a:pt x="2556" y="7525"/>
                  </a:cubicBezTo>
                  <a:cubicBezTo>
                    <a:pt x="2453" y="7450"/>
                    <a:pt x="2369" y="7355"/>
                    <a:pt x="2315" y="7235"/>
                  </a:cubicBezTo>
                  <a:cubicBezTo>
                    <a:pt x="2282" y="7159"/>
                    <a:pt x="2240" y="7088"/>
                    <a:pt x="2206" y="7013"/>
                  </a:cubicBezTo>
                  <a:cubicBezTo>
                    <a:pt x="2128" y="6836"/>
                    <a:pt x="2115" y="6653"/>
                    <a:pt x="2159" y="6464"/>
                  </a:cubicBezTo>
                  <a:cubicBezTo>
                    <a:pt x="2202" y="6285"/>
                    <a:pt x="2224" y="6101"/>
                    <a:pt x="2245" y="5918"/>
                  </a:cubicBezTo>
                  <a:cubicBezTo>
                    <a:pt x="2258" y="5807"/>
                    <a:pt x="2227" y="5711"/>
                    <a:pt x="2194" y="5611"/>
                  </a:cubicBezTo>
                  <a:cubicBezTo>
                    <a:pt x="2176" y="5556"/>
                    <a:pt x="2166" y="5498"/>
                    <a:pt x="2152" y="5441"/>
                  </a:cubicBezTo>
                  <a:cubicBezTo>
                    <a:pt x="2156" y="5439"/>
                    <a:pt x="2159" y="5437"/>
                    <a:pt x="2163" y="5435"/>
                  </a:cubicBezTo>
                  <a:moveTo>
                    <a:pt x="1856" y="5240"/>
                  </a:moveTo>
                  <a:cubicBezTo>
                    <a:pt x="1934" y="5290"/>
                    <a:pt x="2017" y="5343"/>
                    <a:pt x="2100" y="5396"/>
                  </a:cubicBezTo>
                  <a:cubicBezTo>
                    <a:pt x="2106" y="5400"/>
                    <a:pt x="2112" y="5410"/>
                    <a:pt x="2112" y="5417"/>
                  </a:cubicBezTo>
                  <a:cubicBezTo>
                    <a:pt x="2104" y="5513"/>
                    <a:pt x="2143" y="5599"/>
                    <a:pt x="2173" y="5687"/>
                  </a:cubicBezTo>
                  <a:cubicBezTo>
                    <a:pt x="2196" y="5753"/>
                    <a:pt x="2210" y="5817"/>
                    <a:pt x="2204" y="5889"/>
                  </a:cubicBezTo>
                  <a:cubicBezTo>
                    <a:pt x="2187" y="6073"/>
                    <a:pt x="2164" y="6256"/>
                    <a:pt x="2122" y="6436"/>
                  </a:cubicBezTo>
                  <a:cubicBezTo>
                    <a:pt x="2093" y="6561"/>
                    <a:pt x="2079" y="6685"/>
                    <a:pt x="2104" y="6811"/>
                  </a:cubicBezTo>
                  <a:cubicBezTo>
                    <a:pt x="2105" y="6818"/>
                    <a:pt x="2104" y="6825"/>
                    <a:pt x="2104" y="6840"/>
                  </a:cubicBezTo>
                  <a:cubicBezTo>
                    <a:pt x="2082" y="6803"/>
                    <a:pt x="2066" y="6771"/>
                    <a:pt x="2046" y="6742"/>
                  </a:cubicBezTo>
                  <a:cubicBezTo>
                    <a:pt x="2017" y="6702"/>
                    <a:pt x="1989" y="6659"/>
                    <a:pt x="1954" y="6624"/>
                  </a:cubicBezTo>
                  <a:cubicBezTo>
                    <a:pt x="1835" y="6510"/>
                    <a:pt x="1764" y="6371"/>
                    <a:pt x="1726" y="6213"/>
                  </a:cubicBezTo>
                  <a:cubicBezTo>
                    <a:pt x="1723" y="6197"/>
                    <a:pt x="1719" y="6182"/>
                    <a:pt x="1714" y="6166"/>
                  </a:cubicBezTo>
                  <a:cubicBezTo>
                    <a:pt x="1682" y="6061"/>
                    <a:pt x="1702" y="5955"/>
                    <a:pt x="1716" y="5850"/>
                  </a:cubicBezTo>
                  <a:cubicBezTo>
                    <a:pt x="1724" y="5786"/>
                    <a:pt x="1729" y="5721"/>
                    <a:pt x="1743" y="5658"/>
                  </a:cubicBezTo>
                  <a:cubicBezTo>
                    <a:pt x="1762" y="5574"/>
                    <a:pt x="1790" y="5493"/>
                    <a:pt x="1813" y="5410"/>
                  </a:cubicBezTo>
                  <a:cubicBezTo>
                    <a:pt x="1828" y="5353"/>
                    <a:pt x="1842" y="5296"/>
                    <a:pt x="1856" y="5240"/>
                  </a:cubicBezTo>
                  <a:moveTo>
                    <a:pt x="1491" y="4511"/>
                  </a:moveTo>
                  <a:cubicBezTo>
                    <a:pt x="1556" y="4594"/>
                    <a:pt x="1618" y="4670"/>
                    <a:pt x="1628" y="4774"/>
                  </a:cubicBezTo>
                  <a:cubicBezTo>
                    <a:pt x="1636" y="4862"/>
                    <a:pt x="1648" y="4950"/>
                    <a:pt x="1690" y="5029"/>
                  </a:cubicBezTo>
                  <a:cubicBezTo>
                    <a:pt x="1711" y="5069"/>
                    <a:pt x="1733" y="5112"/>
                    <a:pt x="1764" y="5144"/>
                  </a:cubicBezTo>
                  <a:cubicBezTo>
                    <a:pt x="1809" y="5190"/>
                    <a:pt x="1813" y="5241"/>
                    <a:pt x="1799" y="5297"/>
                  </a:cubicBezTo>
                  <a:cubicBezTo>
                    <a:pt x="1780" y="5369"/>
                    <a:pt x="1760" y="5442"/>
                    <a:pt x="1735" y="5512"/>
                  </a:cubicBezTo>
                  <a:cubicBezTo>
                    <a:pt x="1706" y="5593"/>
                    <a:pt x="1696" y="5677"/>
                    <a:pt x="1687" y="5760"/>
                  </a:cubicBezTo>
                  <a:cubicBezTo>
                    <a:pt x="1681" y="5808"/>
                    <a:pt x="1671" y="5856"/>
                    <a:pt x="1663" y="5904"/>
                  </a:cubicBezTo>
                  <a:cubicBezTo>
                    <a:pt x="1660" y="5904"/>
                    <a:pt x="1657" y="5905"/>
                    <a:pt x="1654" y="5906"/>
                  </a:cubicBezTo>
                  <a:cubicBezTo>
                    <a:pt x="1629" y="5759"/>
                    <a:pt x="1603" y="5614"/>
                    <a:pt x="1577" y="5467"/>
                  </a:cubicBezTo>
                  <a:cubicBezTo>
                    <a:pt x="1558" y="5360"/>
                    <a:pt x="1537" y="5254"/>
                    <a:pt x="1522" y="5146"/>
                  </a:cubicBezTo>
                  <a:cubicBezTo>
                    <a:pt x="1510" y="5057"/>
                    <a:pt x="1505" y="4967"/>
                    <a:pt x="1499" y="4877"/>
                  </a:cubicBezTo>
                  <a:cubicBezTo>
                    <a:pt x="1493" y="4778"/>
                    <a:pt x="1489" y="4679"/>
                    <a:pt x="1486" y="4580"/>
                  </a:cubicBezTo>
                  <a:cubicBezTo>
                    <a:pt x="1485" y="4560"/>
                    <a:pt x="1488" y="4539"/>
                    <a:pt x="1491" y="4511"/>
                  </a:cubicBezTo>
                  <a:moveTo>
                    <a:pt x="1135" y="5422"/>
                  </a:moveTo>
                  <a:cubicBezTo>
                    <a:pt x="1177" y="5349"/>
                    <a:pt x="1178" y="5268"/>
                    <a:pt x="1177" y="5188"/>
                  </a:cubicBezTo>
                  <a:cubicBezTo>
                    <a:pt x="1177" y="5105"/>
                    <a:pt x="1205" y="5030"/>
                    <a:pt x="1230" y="4953"/>
                  </a:cubicBezTo>
                  <a:cubicBezTo>
                    <a:pt x="1285" y="4783"/>
                    <a:pt x="1352" y="4617"/>
                    <a:pt x="1444" y="4472"/>
                  </a:cubicBezTo>
                  <a:cubicBezTo>
                    <a:pt x="1444" y="4541"/>
                    <a:pt x="1441" y="4618"/>
                    <a:pt x="1445" y="4695"/>
                  </a:cubicBezTo>
                  <a:cubicBezTo>
                    <a:pt x="1452" y="4828"/>
                    <a:pt x="1464" y="4961"/>
                    <a:pt x="1475" y="5094"/>
                  </a:cubicBezTo>
                  <a:cubicBezTo>
                    <a:pt x="1496" y="5357"/>
                    <a:pt x="1563" y="5612"/>
                    <a:pt x="1605" y="5871"/>
                  </a:cubicBezTo>
                  <a:cubicBezTo>
                    <a:pt x="1606" y="5878"/>
                    <a:pt x="1608" y="5886"/>
                    <a:pt x="1609" y="5893"/>
                  </a:cubicBezTo>
                  <a:cubicBezTo>
                    <a:pt x="1609" y="5896"/>
                    <a:pt x="1608" y="5899"/>
                    <a:pt x="1607" y="5905"/>
                  </a:cubicBezTo>
                  <a:cubicBezTo>
                    <a:pt x="1581" y="5875"/>
                    <a:pt x="1560" y="5843"/>
                    <a:pt x="1532" y="5818"/>
                  </a:cubicBezTo>
                  <a:cubicBezTo>
                    <a:pt x="1458" y="5755"/>
                    <a:pt x="1382" y="5694"/>
                    <a:pt x="1304" y="5636"/>
                  </a:cubicBezTo>
                  <a:cubicBezTo>
                    <a:pt x="1237" y="5586"/>
                    <a:pt x="1175" y="5533"/>
                    <a:pt x="1139" y="5455"/>
                  </a:cubicBezTo>
                  <a:cubicBezTo>
                    <a:pt x="1134" y="5445"/>
                    <a:pt x="1130" y="5430"/>
                    <a:pt x="1135" y="5422"/>
                  </a:cubicBezTo>
                  <a:moveTo>
                    <a:pt x="1018" y="5784"/>
                  </a:moveTo>
                  <a:cubicBezTo>
                    <a:pt x="987" y="5664"/>
                    <a:pt x="1026" y="5568"/>
                    <a:pt x="1103" y="5479"/>
                  </a:cubicBezTo>
                  <a:cubicBezTo>
                    <a:pt x="1121" y="5506"/>
                    <a:pt x="1136" y="5539"/>
                    <a:pt x="1160" y="5562"/>
                  </a:cubicBezTo>
                  <a:cubicBezTo>
                    <a:pt x="1217" y="5615"/>
                    <a:pt x="1277" y="5667"/>
                    <a:pt x="1340" y="5713"/>
                  </a:cubicBezTo>
                  <a:cubicBezTo>
                    <a:pt x="1424" y="5773"/>
                    <a:pt x="1504" y="5838"/>
                    <a:pt x="1563" y="5924"/>
                  </a:cubicBezTo>
                  <a:cubicBezTo>
                    <a:pt x="1619" y="6004"/>
                    <a:pt x="1655" y="6092"/>
                    <a:pt x="1676" y="6188"/>
                  </a:cubicBezTo>
                  <a:cubicBezTo>
                    <a:pt x="1704" y="6321"/>
                    <a:pt x="1749" y="6448"/>
                    <a:pt x="1835" y="6556"/>
                  </a:cubicBezTo>
                  <a:cubicBezTo>
                    <a:pt x="1853" y="6579"/>
                    <a:pt x="1870" y="6601"/>
                    <a:pt x="1891" y="6621"/>
                  </a:cubicBezTo>
                  <a:cubicBezTo>
                    <a:pt x="1973" y="6698"/>
                    <a:pt x="2030" y="6792"/>
                    <a:pt x="2080" y="6893"/>
                  </a:cubicBezTo>
                  <a:cubicBezTo>
                    <a:pt x="2121" y="6975"/>
                    <a:pt x="2165" y="7057"/>
                    <a:pt x="2207" y="7139"/>
                  </a:cubicBezTo>
                  <a:cubicBezTo>
                    <a:pt x="2211" y="7147"/>
                    <a:pt x="2214" y="7156"/>
                    <a:pt x="2217" y="7167"/>
                  </a:cubicBezTo>
                  <a:cubicBezTo>
                    <a:pt x="2042" y="7034"/>
                    <a:pt x="1865" y="6906"/>
                    <a:pt x="1714" y="6749"/>
                  </a:cubicBezTo>
                  <a:cubicBezTo>
                    <a:pt x="1665" y="6698"/>
                    <a:pt x="1608" y="6655"/>
                    <a:pt x="1559" y="6605"/>
                  </a:cubicBezTo>
                  <a:cubicBezTo>
                    <a:pt x="1493" y="6538"/>
                    <a:pt x="1427" y="6471"/>
                    <a:pt x="1369" y="6399"/>
                  </a:cubicBezTo>
                  <a:cubicBezTo>
                    <a:pt x="1292" y="6304"/>
                    <a:pt x="1206" y="6223"/>
                    <a:pt x="1097" y="6168"/>
                  </a:cubicBezTo>
                  <a:cubicBezTo>
                    <a:pt x="1053" y="6146"/>
                    <a:pt x="1033" y="6117"/>
                    <a:pt x="1040" y="6066"/>
                  </a:cubicBezTo>
                  <a:cubicBezTo>
                    <a:pt x="1055" y="5971"/>
                    <a:pt x="1041" y="5875"/>
                    <a:pt x="1018" y="5784"/>
                  </a:cubicBezTo>
                  <a:moveTo>
                    <a:pt x="2577" y="7685"/>
                  </a:moveTo>
                  <a:cubicBezTo>
                    <a:pt x="2483" y="7617"/>
                    <a:pt x="2372" y="7591"/>
                    <a:pt x="2260" y="7573"/>
                  </a:cubicBezTo>
                  <a:cubicBezTo>
                    <a:pt x="2153" y="7556"/>
                    <a:pt x="2044" y="7547"/>
                    <a:pt x="1938" y="7527"/>
                  </a:cubicBezTo>
                  <a:cubicBezTo>
                    <a:pt x="1854" y="7510"/>
                    <a:pt x="1772" y="7483"/>
                    <a:pt x="1690" y="7459"/>
                  </a:cubicBezTo>
                  <a:cubicBezTo>
                    <a:pt x="1683" y="7457"/>
                    <a:pt x="1676" y="7452"/>
                    <a:pt x="1673" y="7446"/>
                  </a:cubicBezTo>
                  <a:cubicBezTo>
                    <a:pt x="1618" y="7356"/>
                    <a:pt x="1535" y="7297"/>
                    <a:pt x="1451" y="7238"/>
                  </a:cubicBezTo>
                  <a:cubicBezTo>
                    <a:pt x="1384" y="7190"/>
                    <a:pt x="1318" y="7140"/>
                    <a:pt x="1255" y="7086"/>
                  </a:cubicBezTo>
                  <a:cubicBezTo>
                    <a:pt x="1191" y="7031"/>
                    <a:pt x="1172" y="6956"/>
                    <a:pt x="1176" y="6874"/>
                  </a:cubicBezTo>
                  <a:cubicBezTo>
                    <a:pt x="1179" y="6815"/>
                    <a:pt x="1180" y="6757"/>
                    <a:pt x="1185" y="6698"/>
                  </a:cubicBezTo>
                  <a:cubicBezTo>
                    <a:pt x="1191" y="6625"/>
                    <a:pt x="1170" y="6559"/>
                    <a:pt x="1144" y="6492"/>
                  </a:cubicBezTo>
                  <a:cubicBezTo>
                    <a:pt x="1110" y="6405"/>
                    <a:pt x="1081" y="6317"/>
                    <a:pt x="1051" y="6229"/>
                  </a:cubicBezTo>
                  <a:cubicBezTo>
                    <a:pt x="1046" y="6217"/>
                    <a:pt x="1047" y="6203"/>
                    <a:pt x="1045" y="6186"/>
                  </a:cubicBezTo>
                  <a:cubicBezTo>
                    <a:pt x="1165" y="6245"/>
                    <a:pt x="1259" y="6325"/>
                    <a:pt x="1335" y="6427"/>
                  </a:cubicBezTo>
                  <a:cubicBezTo>
                    <a:pt x="1406" y="6524"/>
                    <a:pt x="1492" y="6606"/>
                    <a:pt x="1583" y="6685"/>
                  </a:cubicBezTo>
                  <a:cubicBezTo>
                    <a:pt x="1681" y="6769"/>
                    <a:pt x="1770" y="6864"/>
                    <a:pt x="1867" y="6951"/>
                  </a:cubicBezTo>
                  <a:cubicBezTo>
                    <a:pt x="1924" y="7002"/>
                    <a:pt x="1987" y="7047"/>
                    <a:pt x="2050" y="7092"/>
                  </a:cubicBezTo>
                  <a:cubicBezTo>
                    <a:pt x="2137" y="7155"/>
                    <a:pt x="2216" y="7226"/>
                    <a:pt x="2277" y="7315"/>
                  </a:cubicBezTo>
                  <a:cubicBezTo>
                    <a:pt x="2285" y="7327"/>
                    <a:pt x="2302" y="7332"/>
                    <a:pt x="2315" y="7341"/>
                  </a:cubicBezTo>
                  <a:cubicBezTo>
                    <a:pt x="2320" y="7344"/>
                    <a:pt x="2326" y="7347"/>
                    <a:pt x="2329" y="7352"/>
                  </a:cubicBezTo>
                  <a:cubicBezTo>
                    <a:pt x="2374" y="7430"/>
                    <a:pt x="2443" y="7486"/>
                    <a:pt x="2507" y="7546"/>
                  </a:cubicBezTo>
                  <a:cubicBezTo>
                    <a:pt x="2561" y="7595"/>
                    <a:pt x="2613" y="7646"/>
                    <a:pt x="2661" y="7701"/>
                  </a:cubicBezTo>
                  <a:cubicBezTo>
                    <a:pt x="2684" y="7727"/>
                    <a:pt x="2697" y="7763"/>
                    <a:pt x="2718" y="7803"/>
                  </a:cubicBezTo>
                  <a:cubicBezTo>
                    <a:pt x="2666" y="7759"/>
                    <a:pt x="2624" y="7719"/>
                    <a:pt x="2577" y="7685"/>
                  </a:cubicBezTo>
                  <a:moveTo>
                    <a:pt x="2858" y="7970"/>
                  </a:moveTo>
                  <a:cubicBezTo>
                    <a:pt x="2847" y="7951"/>
                    <a:pt x="2834" y="7932"/>
                    <a:pt x="2824" y="7912"/>
                  </a:cubicBezTo>
                  <a:cubicBezTo>
                    <a:pt x="2791" y="7851"/>
                    <a:pt x="2760" y="7788"/>
                    <a:pt x="2726" y="7728"/>
                  </a:cubicBezTo>
                  <a:cubicBezTo>
                    <a:pt x="2705" y="7691"/>
                    <a:pt x="2680" y="7656"/>
                    <a:pt x="2652" y="7625"/>
                  </a:cubicBezTo>
                  <a:cubicBezTo>
                    <a:pt x="2618" y="7586"/>
                    <a:pt x="2603" y="7543"/>
                    <a:pt x="2602" y="7494"/>
                  </a:cubicBezTo>
                  <a:cubicBezTo>
                    <a:pt x="2598" y="7285"/>
                    <a:pt x="2621" y="7080"/>
                    <a:pt x="2669" y="6877"/>
                  </a:cubicBezTo>
                  <a:cubicBezTo>
                    <a:pt x="2687" y="6801"/>
                    <a:pt x="2688" y="6721"/>
                    <a:pt x="2696" y="6642"/>
                  </a:cubicBezTo>
                  <a:cubicBezTo>
                    <a:pt x="2750" y="6654"/>
                    <a:pt x="2790" y="6689"/>
                    <a:pt x="2803" y="6751"/>
                  </a:cubicBezTo>
                  <a:cubicBezTo>
                    <a:pt x="2833" y="6889"/>
                    <a:pt x="2836" y="7027"/>
                    <a:pt x="2793" y="7163"/>
                  </a:cubicBezTo>
                  <a:cubicBezTo>
                    <a:pt x="2765" y="7251"/>
                    <a:pt x="2743" y="7338"/>
                    <a:pt x="2744" y="7431"/>
                  </a:cubicBezTo>
                  <a:cubicBezTo>
                    <a:pt x="2745" y="7493"/>
                    <a:pt x="2756" y="7551"/>
                    <a:pt x="2784" y="7605"/>
                  </a:cubicBezTo>
                  <a:cubicBezTo>
                    <a:pt x="2830" y="7693"/>
                    <a:pt x="2852" y="7787"/>
                    <a:pt x="2856" y="7886"/>
                  </a:cubicBezTo>
                  <a:cubicBezTo>
                    <a:pt x="2857" y="7913"/>
                    <a:pt x="2861" y="7940"/>
                    <a:pt x="2858" y="7970"/>
                  </a:cubicBezTo>
                  <a:moveTo>
                    <a:pt x="3670" y="4768"/>
                  </a:moveTo>
                  <a:cubicBezTo>
                    <a:pt x="3702" y="4780"/>
                    <a:pt x="3708" y="4810"/>
                    <a:pt x="3707" y="4852"/>
                  </a:cubicBezTo>
                  <a:cubicBezTo>
                    <a:pt x="3702" y="4903"/>
                    <a:pt x="3674" y="4955"/>
                    <a:pt x="3629" y="4997"/>
                  </a:cubicBezTo>
                  <a:cubicBezTo>
                    <a:pt x="3612" y="5013"/>
                    <a:pt x="3596" y="5003"/>
                    <a:pt x="3590" y="4986"/>
                  </a:cubicBezTo>
                  <a:cubicBezTo>
                    <a:pt x="3574" y="4945"/>
                    <a:pt x="3558" y="4903"/>
                    <a:pt x="3550" y="4860"/>
                  </a:cubicBezTo>
                  <a:cubicBezTo>
                    <a:pt x="3542" y="4815"/>
                    <a:pt x="3628" y="4751"/>
                    <a:pt x="3670" y="4768"/>
                  </a:cubicBezTo>
                  <a:moveTo>
                    <a:pt x="3403" y="4975"/>
                  </a:moveTo>
                  <a:cubicBezTo>
                    <a:pt x="3405" y="4960"/>
                    <a:pt x="3406" y="4945"/>
                    <a:pt x="3410" y="4930"/>
                  </a:cubicBezTo>
                  <a:cubicBezTo>
                    <a:pt x="3416" y="4902"/>
                    <a:pt x="3434" y="4891"/>
                    <a:pt x="3462" y="4897"/>
                  </a:cubicBezTo>
                  <a:cubicBezTo>
                    <a:pt x="3502" y="4905"/>
                    <a:pt x="3534" y="4948"/>
                    <a:pt x="3541" y="5002"/>
                  </a:cubicBezTo>
                  <a:cubicBezTo>
                    <a:pt x="3547" y="5042"/>
                    <a:pt x="3527" y="5079"/>
                    <a:pt x="3491" y="5097"/>
                  </a:cubicBezTo>
                  <a:cubicBezTo>
                    <a:pt x="3456" y="5114"/>
                    <a:pt x="3443" y="5106"/>
                    <a:pt x="3438" y="5067"/>
                  </a:cubicBezTo>
                  <a:cubicBezTo>
                    <a:pt x="3437" y="5054"/>
                    <a:pt x="3430" y="5041"/>
                    <a:pt x="3423" y="5029"/>
                  </a:cubicBezTo>
                  <a:cubicBezTo>
                    <a:pt x="3415" y="5012"/>
                    <a:pt x="3406" y="4996"/>
                    <a:pt x="3397" y="4980"/>
                  </a:cubicBezTo>
                  <a:cubicBezTo>
                    <a:pt x="3399" y="4978"/>
                    <a:pt x="3401" y="4977"/>
                    <a:pt x="3403" y="4975"/>
                  </a:cubicBezTo>
                  <a:moveTo>
                    <a:pt x="3411" y="5182"/>
                  </a:moveTo>
                  <a:cubicBezTo>
                    <a:pt x="3414" y="5182"/>
                    <a:pt x="3417" y="5182"/>
                    <a:pt x="3420" y="5183"/>
                  </a:cubicBezTo>
                  <a:cubicBezTo>
                    <a:pt x="3441" y="5188"/>
                    <a:pt x="3480" y="5251"/>
                    <a:pt x="3478" y="5276"/>
                  </a:cubicBezTo>
                  <a:cubicBezTo>
                    <a:pt x="3476" y="5316"/>
                    <a:pt x="3444" y="5354"/>
                    <a:pt x="3417" y="5357"/>
                  </a:cubicBezTo>
                  <a:cubicBezTo>
                    <a:pt x="3402" y="5323"/>
                    <a:pt x="3388" y="5291"/>
                    <a:pt x="3374" y="5260"/>
                  </a:cubicBezTo>
                  <a:cubicBezTo>
                    <a:pt x="3367" y="5244"/>
                    <a:pt x="3394" y="5186"/>
                    <a:pt x="3410" y="5182"/>
                  </a:cubicBezTo>
                  <a:lnTo>
                    <a:pt x="3411" y="5182"/>
                  </a:lnTo>
                  <a:moveTo>
                    <a:pt x="3339" y="5045"/>
                  </a:moveTo>
                  <a:cubicBezTo>
                    <a:pt x="3347" y="5044"/>
                    <a:pt x="3361" y="5056"/>
                    <a:pt x="3365" y="5064"/>
                  </a:cubicBezTo>
                  <a:cubicBezTo>
                    <a:pt x="3372" y="5083"/>
                    <a:pt x="3376" y="5103"/>
                    <a:pt x="3379" y="5123"/>
                  </a:cubicBezTo>
                  <a:cubicBezTo>
                    <a:pt x="3386" y="5161"/>
                    <a:pt x="3309" y="5223"/>
                    <a:pt x="3273" y="5211"/>
                  </a:cubicBezTo>
                  <a:cubicBezTo>
                    <a:pt x="3246" y="5202"/>
                    <a:pt x="3239" y="5182"/>
                    <a:pt x="3241" y="5158"/>
                  </a:cubicBezTo>
                  <a:cubicBezTo>
                    <a:pt x="3237" y="5111"/>
                    <a:pt x="3279" y="5054"/>
                    <a:pt x="3339" y="5045"/>
                  </a:cubicBezTo>
                  <a:moveTo>
                    <a:pt x="3519" y="4650"/>
                  </a:moveTo>
                  <a:cubicBezTo>
                    <a:pt x="3470" y="4660"/>
                    <a:pt x="3430" y="4629"/>
                    <a:pt x="3429" y="4565"/>
                  </a:cubicBezTo>
                  <a:cubicBezTo>
                    <a:pt x="3444" y="4539"/>
                    <a:pt x="3465" y="4498"/>
                    <a:pt x="3491" y="4460"/>
                  </a:cubicBezTo>
                  <a:cubicBezTo>
                    <a:pt x="3496" y="4453"/>
                    <a:pt x="3521" y="4454"/>
                    <a:pt x="3535" y="4459"/>
                  </a:cubicBezTo>
                  <a:cubicBezTo>
                    <a:pt x="3569" y="4469"/>
                    <a:pt x="3609" y="4530"/>
                    <a:pt x="3607" y="4560"/>
                  </a:cubicBezTo>
                  <a:cubicBezTo>
                    <a:pt x="3603" y="4602"/>
                    <a:pt x="3564" y="4642"/>
                    <a:pt x="3519" y="4650"/>
                  </a:cubicBezTo>
                  <a:moveTo>
                    <a:pt x="3958" y="3573"/>
                  </a:moveTo>
                  <a:cubicBezTo>
                    <a:pt x="3965" y="3542"/>
                    <a:pt x="3990" y="3522"/>
                    <a:pt x="4023" y="3524"/>
                  </a:cubicBezTo>
                  <a:cubicBezTo>
                    <a:pt x="4056" y="3525"/>
                    <a:pt x="4071" y="3551"/>
                    <a:pt x="4078" y="3580"/>
                  </a:cubicBezTo>
                  <a:cubicBezTo>
                    <a:pt x="4084" y="3599"/>
                    <a:pt x="4084" y="3620"/>
                    <a:pt x="4086" y="3637"/>
                  </a:cubicBezTo>
                  <a:cubicBezTo>
                    <a:pt x="4084" y="3659"/>
                    <a:pt x="4083" y="3677"/>
                    <a:pt x="4079" y="3695"/>
                  </a:cubicBezTo>
                  <a:cubicBezTo>
                    <a:pt x="4072" y="3733"/>
                    <a:pt x="4040" y="3761"/>
                    <a:pt x="4008" y="3758"/>
                  </a:cubicBezTo>
                  <a:cubicBezTo>
                    <a:pt x="3978" y="3756"/>
                    <a:pt x="3942" y="3722"/>
                    <a:pt x="3943" y="3688"/>
                  </a:cubicBezTo>
                  <a:cubicBezTo>
                    <a:pt x="3943" y="3649"/>
                    <a:pt x="3949" y="3610"/>
                    <a:pt x="3958" y="3573"/>
                  </a:cubicBezTo>
                  <a:moveTo>
                    <a:pt x="3857" y="3359"/>
                  </a:moveTo>
                  <a:cubicBezTo>
                    <a:pt x="3858" y="3310"/>
                    <a:pt x="3880" y="3274"/>
                    <a:pt x="3909" y="3273"/>
                  </a:cubicBezTo>
                  <a:cubicBezTo>
                    <a:pt x="3950" y="3273"/>
                    <a:pt x="4005" y="3306"/>
                    <a:pt x="4005" y="3330"/>
                  </a:cubicBezTo>
                  <a:cubicBezTo>
                    <a:pt x="4005" y="3374"/>
                    <a:pt x="3955" y="3430"/>
                    <a:pt x="3918" y="3429"/>
                  </a:cubicBezTo>
                  <a:cubicBezTo>
                    <a:pt x="3884" y="3427"/>
                    <a:pt x="3855" y="3394"/>
                    <a:pt x="3857" y="3359"/>
                  </a:cubicBezTo>
                  <a:moveTo>
                    <a:pt x="3942" y="3822"/>
                  </a:moveTo>
                  <a:cubicBezTo>
                    <a:pt x="3962" y="3839"/>
                    <a:pt x="3965" y="3865"/>
                    <a:pt x="3952" y="3890"/>
                  </a:cubicBezTo>
                  <a:cubicBezTo>
                    <a:pt x="3938" y="3916"/>
                    <a:pt x="3918" y="3930"/>
                    <a:pt x="3889" y="3926"/>
                  </a:cubicBezTo>
                  <a:cubicBezTo>
                    <a:pt x="3869" y="3923"/>
                    <a:pt x="3849" y="3921"/>
                    <a:pt x="3831" y="3915"/>
                  </a:cubicBezTo>
                  <a:cubicBezTo>
                    <a:pt x="3798" y="3903"/>
                    <a:pt x="3776" y="3863"/>
                    <a:pt x="3782" y="3832"/>
                  </a:cubicBezTo>
                  <a:cubicBezTo>
                    <a:pt x="3787" y="3808"/>
                    <a:pt x="3826" y="3784"/>
                    <a:pt x="3859" y="3784"/>
                  </a:cubicBezTo>
                  <a:cubicBezTo>
                    <a:pt x="3861" y="3781"/>
                    <a:pt x="3862" y="3778"/>
                    <a:pt x="3864" y="3776"/>
                  </a:cubicBezTo>
                  <a:cubicBezTo>
                    <a:pt x="3890" y="3791"/>
                    <a:pt x="3919" y="3803"/>
                    <a:pt x="3942" y="3822"/>
                  </a:cubicBezTo>
                  <a:moveTo>
                    <a:pt x="3732" y="3689"/>
                  </a:moveTo>
                  <a:cubicBezTo>
                    <a:pt x="3740" y="3668"/>
                    <a:pt x="3754" y="3630"/>
                    <a:pt x="3769" y="3592"/>
                  </a:cubicBezTo>
                  <a:cubicBezTo>
                    <a:pt x="3778" y="3571"/>
                    <a:pt x="3788" y="3549"/>
                    <a:pt x="3801" y="3530"/>
                  </a:cubicBezTo>
                  <a:cubicBezTo>
                    <a:pt x="3807" y="3522"/>
                    <a:pt x="3827" y="3517"/>
                    <a:pt x="3836" y="3521"/>
                  </a:cubicBezTo>
                  <a:cubicBezTo>
                    <a:pt x="3849" y="3528"/>
                    <a:pt x="3865" y="3542"/>
                    <a:pt x="3868" y="3556"/>
                  </a:cubicBezTo>
                  <a:cubicBezTo>
                    <a:pt x="3877" y="3603"/>
                    <a:pt x="3885" y="3652"/>
                    <a:pt x="3865" y="3700"/>
                  </a:cubicBezTo>
                  <a:cubicBezTo>
                    <a:pt x="3851" y="3735"/>
                    <a:pt x="3817" y="3736"/>
                    <a:pt x="3789" y="3748"/>
                  </a:cubicBezTo>
                  <a:cubicBezTo>
                    <a:pt x="3750" y="3765"/>
                    <a:pt x="3731" y="3753"/>
                    <a:pt x="3732" y="3689"/>
                  </a:cubicBezTo>
                  <a:moveTo>
                    <a:pt x="3770" y="4117"/>
                  </a:moveTo>
                  <a:cubicBezTo>
                    <a:pt x="3777" y="4085"/>
                    <a:pt x="3785" y="4051"/>
                    <a:pt x="3802" y="4025"/>
                  </a:cubicBezTo>
                  <a:cubicBezTo>
                    <a:pt x="3815" y="4007"/>
                    <a:pt x="3844" y="3999"/>
                    <a:pt x="3866" y="3990"/>
                  </a:cubicBezTo>
                  <a:cubicBezTo>
                    <a:pt x="3870" y="3989"/>
                    <a:pt x="3881" y="4008"/>
                    <a:pt x="3886" y="4014"/>
                  </a:cubicBezTo>
                  <a:cubicBezTo>
                    <a:pt x="3879" y="4070"/>
                    <a:pt x="3868" y="4116"/>
                    <a:pt x="3833" y="4153"/>
                  </a:cubicBezTo>
                  <a:cubicBezTo>
                    <a:pt x="3819" y="4168"/>
                    <a:pt x="3800" y="4176"/>
                    <a:pt x="3784" y="4161"/>
                  </a:cubicBezTo>
                  <a:cubicBezTo>
                    <a:pt x="3774" y="4151"/>
                    <a:pt x="3767" y="4130"/>
                    <a:pt x="3770" y="4117"/>
                  </a:cubicBezTo>
                  <a:moveTo>
                    <a:pt x="3836" y="4334"/>
                  </a:moveTo>
                  <a:cubicBezTo>
                    <a:pt x="3861" y="4330"/>
                    <a:pt x="3882" y="4349"/>
                    <a:pt x="3874" y="4373"/>
                  </a:cubicBezTo>
                  <a:cubicBezTo>
                    <a:pt x="3854" y="4440"/>
                    <a:pt x="3830" y="4507"/>
                    <a:pt x="3803" y="4571"/>
                  </a:cubicBezTo>
                  <a:cubicBezTo>
                    <a:pt x="3791" y="4599"/>
                    <a:pt x="3760" y="4609"/>
                    <a:pt x="3728" y="4607"/>
                  </a:cubicBezTo>
                  <a:cubicBezTo>
                    <a:pt x="3687" y="4604"/>
                    <a:pt x="3676" y="4592"/>
                    <a:pt x="3678" y="4551"/>
                  </a:cubicBezTo>
                  <a:cubicBezTo>
                    <a:pt x="3675" y="4550"/>
                    <a:pt x="3672" y="4549"/>
                    <a:pt x="3669" y="4548"/>
                  </a:cubicBezTo>
                  <a:cubicBezTo>
                    <a:pt x="3689" y="4497"/>
                    <a:pt x="3707" y="4445"/>
                    <a:pt x="3730" y="4395"/>
                  </a:cubicBezTo>
                  <a:cubicBezTo>
                    <a:pt x="3750" y="4353"/>
                    <a:pt x="3794" y="4342"/>
                    <a:pt x="3836" y="4334"/>
                  </a:cubicBezTo>
                  <a:moveTo>
                    <a:pt x="3733" y="4082"/>
                  </a:moveTo>
                  <a:cubicBezTo>
                    <a:pt x="3728" y="4109"/>
                    <a:pt x="3725" y="4126"/>
                    <a:pt x="3722" y="4142"/>
                  </a:cubicBezTo>
                  <a:lnTo>
                    <a:pt x="3685" y="4142"/>
                  </a:lnTo>
                  <a:cubicBezTo>
                    <a:pt x="3701" y="4122"/>
                    <a:pt x="3714" y="4106"/>
                    <a:pt x="3733" y="4082"/>
                  </a:cubicBezTo>
                  <a:moveTo>
                    <a:pt x="3711" y="4191"/>
                  </a:moveTo>
                  <a:cubicBezTo>
                    <a:pt x="3741" y="4185"/>
                    <a:pt x="3763" y="4204"/>
                    <a:pt x="3757" y="4234"/>
                  </a:cubicBezTo>
                  <a:cubicBezTo>
                    <a:pt x="3750" y="4274"/>
                    <a:pt x="3723" y="4299"/>
                    <a:pt x="3688" y="4314"/>
                  </a:cubicBezTo>
                  <a:cubicBezTo>
                    <a:pt x="3665" y="4324"/>
                    <a:pt x="3642" y="4306"/>
                    <a:pt x="3642" y="4281"/>
                  </a:cubicBezTo>
                  <a:cubicBezTo>
                    <a:pt x="3643" y="4242"/>
                    <a:pt x="3676" y="4199"/>
                    <a:pt x="3711" y="4191"/>
                  </a:cubicBezTo>
                  <a:moveTo>
                    <a:pt x="3563" y="4315"/>
                  </a:moveTo>
                  <a:cubicBezTo>
                    <a:pt x="3564" y="4302"/>
                    <a:pt x="3584" y="4291"/>
                    <a:pt x="3599" y="4274"/>
                  </a:cubicBezTo>
                  <a:cubicBezTo>
                    <a:pt x="3605" y="4334"/>
                    <a:pt x="3637" y="4358"/>
                    <a:pt x="3687" y="4360"/>
                  </a:cubicBezTo>
                  <a:cubicBezTo>
                    <a:pt x="3670" y="4406"/>
                    <a:pt x="3654" y="4450"/>
                    <a:pt x="3637" y="4497"/>
                  </a:cubicBezTo>
                  <a:cubicBezTo>
                    <a:pt x="3601" y="4459"/>
                    <a:pt x="3577" y="4409"/>
                    <a:pt x="3508" y="4411"/>
                  </a:cubicBezTo>
                  <a:cubicBezTo>
                    <a:pt x="3546" y="4384"/>
                    <a:pt x="3559" y="4354"/>
                    <a:pt x="3563" y="4316"/>
                  </a:cubicBezTo>
                  <a:lnTo>
                    <a:pt x="3563" y="4315"/>
                  </a:lnTo>
                  <a:moveTo>
                    <a:pt x="3411" y="4349"/>
                  </a:moveTo>
                  <a:cubicBezTo>
                    <a:pt x="3415" y="4316"/>
                    <a:pt x="3469" y="4290"/>
                    <a:pt x="3498" y="4308"/>
                  </a:cubicBezTo>
                  <a:cubicBezTo>
                    <a:pt x="3505" y="4312"/>
                    <a:pt x="3510" y="4323"/>
                    <a:pt x="3520" y="4338"/>
                  </a:cubicBezTo>
                  <a:cubicBezTo>
                    <a:pt x="3504" y="4352"/>
                    <a:pt x="3492" y="4371"/>
                    <a:pt x="3477" y="4373"/>
                  </a:cubicBezTo>
                  <a:cubicBezTo>
                    <a:pt x="3457" y="4376"/>
                    <a:pt x="3434" y="4368"/>
                    <a:pt x="3413" y="4363"/>
                  </a:cubicBezTo>
                  <a:cubicBezTo>
                    <a:pt x="3411" y="4363"/>
                    <a:pt x="3410" y="4354"/>
                    <a:pt x="3411" y="4349"/>
                  </a:cubicBezTo>
                  <a:moveTo>
                    <a:pt x="3263" y="3610"/>
                  </a:moveTo>
                  <a:cubicBezTo>
                    <a:pt x="3265" y="3610"/>
                    <a:pt x="3266" y="3613"/>
                    <a:pt x="3268" y="3614"/>
                  </a:cubicBezTo>
                  <a:cubicBezTo>
                    <a:pt x="3348" y="3666"/>
                    <a:pt x="3312" y="3684"/>
                    <a:pt x="3268" y="3729"/>
                  </a:cubicBezTo>
                  <a:cubicBezTo>
                    <a:pt x="3263" y="3733"/>
                    <a:pt x="3258" y="3738"/>
                    <a:pt x="3252" y="3741"/>
                  </a:cubicBezTo>
                  <a:cubicBezTo>
                    <a:pt x="3235" y="3748"/>
                    <a:pt x="3217" y="3753"/>
                    <a:pt x="3199" y="3760"/>
                  </a:cubicBezTo>
                  <a:cubicBezTo>
                    <a:pt x="3194" y="3743"/>
                    <a:pt x="3188" y="3726"/>
                    <a:pt x="3184" y="3709"/>
                  </a:cubicBezTo>
                  <a:cubicBezTo>
                    <a:pt x="3180" y="3689"/>
                    <a:pt x="3178" y="3669"/>
                    <a:pt x="3175" y="3648"/>
                  </a:cubicBezTo>
                  <a:cubicBezTo>
                    <a:pt x="3173" y="3647"/>
                    <a:pt x="3170" y="3646"/>
                    <a:pt x="3168" y="3644"/>
                  </a:cubicBezTo>
                  <a:cubicBezTo>
                    <a:pt x="3181" y="3627"/>
                    <a:pt x="3190" y="3601"/>
                    <a:pt x="3207" y="3595"/>
                  </a:cubicBezTo>
                  <a:cubicBezTo>
                    <a:pt x="3221" y="3589"/>
                    <a:pt x="3244" y="3604"/>
                    <a:pt x="3263" y="3610"/>
                  </a:cubicBezTo>
                  <a:moveTo>
                    <a:pt x="3041" y="2347"/>
                  </a:moveTo>
                  <a:cubicBezTo>
                    <a:pt x="3013" y="2315"/>
                    <a:pt x="3000" y="2276"/>
                    <a:pt x="2999" y="2244"/>
                  </a:cubicBezTo>
                  <a:cubicBezTo>
                    <a:pt x="2999" y="2177"/>
                    <a:pt x="3029" y="2154"/>
                    <a:pt x="3083" y="2170"/>
                  </a:cubicBezTo>
                  <a:cubicBezTo>
                    <a:pt x="3132" y="2185"/>
                    <a:pt x="3180" y="2203"/>
                    <a:pt x="3192" y="2260"/>
                  </a:cubicBezTo>
                  <a:cubicBezTo>
                    <a:pt x="3196" y="2279"/>
                    <a:pt x="3197" y="2300"/>
                    <a:pt x="3192" y="2318"/>
                  </a:cubicBezTo>
                  <a:cubicBezTo>
                    <a:pt x="3183" y="2351"/>
                    <a:pt x="3163" y="2378"/>
                    <a:pt x="3127" y="2384"/>
                  </a:cubicBezTo>
                  <a:cubicBezTo>
                    <a:pt x="3092" y="2389"/>
                    <a:pt x="3063" y="2373"/>
                    <a:pt x="3041" y="2347"/>
                  </a:cubicBezTo>
                  <a:moveTo>
                    <a:pt x="3221" y="2551"/>
                  </a:moveTo>
                  <a:cubicBezTo>
                    <a:pt x="3267" y="2547"/>
                    <a:pt x="3301" y="2590"/>
                    <a:pt x="3300" y="2646"/>
                  </a:cubicBezTo>
                  <a:cubicBezTo>
                    <a:pt x="3299" y="2708"/>
                    <a:pt x="3253" y="2770"/>
                    <a:pt x="3208" y="2771"/>
                  </a:cubicBezTo>
                  <a:cubicBezTo>
                    <a:pt x="3143" y="2772"/>
                    <a:pt x="3104" y="2730"/>
                    <a:pt x="3104" y="2659"/>
                  </a:cubicBezTo>
                  <a:cubicBezTo>
                    <a:pt x="3103" y="2588"/>
                    <a:pt x="3156" y="2556"/>
                    <a:pt x="3221" y="2551"/>
                  </a:cubicBezTo>
                  <a:moveTo>
                    <a:pt x="2803" y="2482"/>
                  </a:moveTo>
                  <a:cubicBezTo>
                    <a:pt x="2815" y="2463"/>
                    <a:pt x="2822" y="2438"/>
                    <a:pt x="2837" y="2432"/>
                  </a:cubicBezTo>
                  <a:cubicBezTo>
                    <a:pt x="2850" y="2427"/>
                    <a:pt x="2875" y="2440"/>
                    <a:pt x="2889" y="2452"/>
                  </a:cubicBezTo>
                  <a:cubicBezTo>
                    <a:pt x="2907" y="2468"/>
                    <a:pt x="2922" y="2489"/>
                    <a:pt x="2933" y="2511"/>
                  </a:cubicBezTo>
                  <a:cubicBezTo>
                    <a:pt x="2949" y="2541"/>
                    <a:pt x="2935" y="2579"/>
                    <a:pt x="2909" y="2593"/>
                  </a:cubicBezTo>
                  <a:cubicBezTo>
                    <a:pt x="2885" y="2605"/>
                    <a:pt x="2855" y="2594"/>
                    <a:pt x="2838" y="2563"/>
                  </a:cubicBezTo>
                  <a:cubicBezTo>
                    <a:pt x="2825" y="2539"/>
                    <a:pt x="2816" y="2513"/>
                    <a:pt x="2803" y="2482"/>
                  </a:cubicBezTo>
                  <a:moveTo>
                    <a:pt x="2831" y="2627"/>
                  </a:moveTo>
                  <a:cubicBezTo>
                    <a:pt x="2858" y="2632"/>
                    <a:pt x="2885" y="2637"/>
                    <a:pt x="2911" y="2643"/>
                  </a:cubicBezTo>
                  <a:cubicBezTo>
                    <a:pt x="2892" y="2666"/>
                    <a:pt x="2872" y="2692"/>
                    <a:pt x="2851" y="2719"/>
                  </a:cubicBezTo>
                  <a:cubicBezTo>
                    <a:pt x="2815" y="2693"/>
                    <a:pt x="2829" y="2658"/>
                    <a:pt x="2831" y="2627"/>
                  </a:cubicBezTo>
                  <a:moveTo>
                    <a:pt x="2933" y="3034"/>
                  </a:moveTo>
                  <a:cubicBezTo>
                    <a:pt x="2917" y="3072"/>
                    <a:pt x="2885" y="3086"/>
                    <a:pt x="2851" y="3065"/>
                  </a:cubicBezTo>
                  <a:cubicBezTo>
                    <a:pt x="2821" y="3047"/>
                    <a:pt x="2793" y="3023"/>
                    <a:pt x="2770" y="2996"/>
                  </a:cubicBezTo>
                  <a:cubicBezTo>
                    <a:pt x="2742" y="2964"/>
                    <a:pt x="2747" y="2944"/>
                    <a:pt x="2786" y="2926"/>
                  </a:cubicBezTo>
                  <a:cubicBezTo>
                    <a:pt x="2802" y="2918"/>
                    <a:pt x="2820" y="2915"/>
                    <a:pt x="2838" y="2910"/>
                  </a:cubicBezTo>
                  <a:cubicBezTo>
                    <a:pt x="2903" y="2915"/>
                    <a:pt x="2955" y="2982"/>
                    <a:pt x="2933" y="3034"/>
                  </a:cubicBezTo>
                  <a:moveTo>
                    <a:pt x="2939" y="2854"/>
                  </a:moveTo>
                  <a:cubicBezTo>
                    <a:pt x="2917" y="2828"/>
                    <a:pt x="2897" y="2799"/>
                    <a:pt x="2882" y="2768"/>
                  </a:cubicBezTo>
                  <a:cubicBezTo>
                    <a:pt x="2872" y="2746"/>
                    <a:pt x="2922" y="2679"/>
                    <a:pt x="2947" y="2677"/>
                  </a:cubicBezTo>
                  <a:cubicBezTo>
                    <a:pt x="2958" y="2677"/>
                    <a:pt x="2974" y="2687"/>
                    <a:pt x="2979" y="2697"/>
                  </a:cubicBezTo>
                  <a:cubicBezTo>
                    <a:pt x="2998" y="2731"/>
                    <a:pt x="3015" y="2766"/>
                    <a:pt x="3029" y="2802"/>
                  </a:cubicBezTo>
                  <a:cubicBezTo>
                    <a:pt x="3049" y="2852"/>
                    <a:pt x="3038" y="2865"/>
                    <a:pt x="2985" y="2865"/>
                  </a:cubicBezTo>
                  <a:cubicBezTo>
                    <a:pt x="2969" y="2862"/>
                    <a:pt x="2947" y="2864"/>
                    <a:pt x="2939" y="2854"/>
                  </a:cubicBezTo>
                  <a:moveTo>
                    <a:pt x="2978" y="2912"/>
                  </a:moveTo>
                  <a:cubicBezTo>
                    <a:pt x="3010" y="2904"/>
                    <a:pt x="3042" y="2894"/>
                    <a:pt x="3077" y="2885"/>
                  </a:cubicBezTo>
                  <a:cubicBezTo>
                    <a:pt x="3082" y="2959"/>
                    <a:pt x="3088" y="3043"/>
                    <a:pt x="3094" y="3132"/>
                  </a:cubicBezTo>
                  <a:cubicBezTo>
                    <a:pt x="3089" y="3126"/>
                    <a:pt x="3087" y="3124"/>
                    <a:pt x="3085" y="3121"/>
                  </a:cubicBezTo>
                  <a:cubicBezTo>
                    <a:pt x="3048" y="3050"/>
                    <a:pt x="3012" y="2979"/>
                    <a:pt x="2977" y="2913"/>
                  </a:cubicBezTo>
                  <a:lnTo>
                    <a:pt x="2978" y="2912"/>
                  </a:lnTo>
                  <a:moveTo>
                    <a:pt x="3115" y="3398"/>
                  </a:moveTo>
                  <a:cubicBezTo>
                    <a:pt x="3101" y="3337"/>
                    <a:pt x="3088" y="3276"/>
                    <a:pt x="3075" y="3214"/>
                  </a:cubicBezTo>
                  <a:cubicBezTo>
                    <a:pt x="3076" y="3214"/>
                    <a:pt x="3077" y="3213"/>
                    <a:pt x="3078" y="3213"/>
                  </a:cubicBezTo>
                  <a:cubicBezTo>
                    <a:pt x="3089" y="3240"/>
                    <a:pt x="3099" y="3269"/>
                    <a:pt x="3112" y="3295"/>
                  </a:cubicBezTo>
                  <a:cubicBezTo>
                    <a:pt x="3118" y="3308"/>
                    <a:pt x="3132" y="3327"/>
                    <a:pt x="3141" y="3326"/>
                  </a:cubicBezTo>
                  <a:cubicBezTo>
                    <a:pt x="3166" y="3324"/>
                    <a:pt x="3159" y="3301"/>
                    <a:pt x="3157" y="3285"/>
                  </a:cubicBezTo>
                  <a:cubicBezTo>
                    <a:pt x="3146" y="3157"/>
                    <a:pt x="3134" y="3029"/>
                    <a:pt x="3123" y="2902"/>
                  </a:cubicBezTo>
                  <a:cubicBezTo>
                    <a:pt x="3120" y="2867"/>
                    <a:pt x="3122" y="2832"/>
                    <a:pt x="3122" y="2797"/>
                  </a:cubicBezTo>
                  <a:cubicBezTo>
                    <a:pt x="3171" y="2804"/>
                    <a:pt x="3173" y="2808"/>
                    <a:pt x="3169" y="2858"/>
                  </a:cubicBezTo>
                  <a:cubicBezTo>
                    <a:pt x="3163" y="2939"/>
                    <a:pt x="3159" y="3020"/>
                    <a:pt x="3153" y="3102"/>
                  </a:cubicBezTo>
                  <a:cubicBezTo>
                    <a:pt x="3148" y="3187"/>
                    <a:pt x="3167" y="3268"/>
                    <a:pt x="3192" y="3349"/>
                  </a:cubicBezTo>
                  <a:cubicBezTo>
                    <a:pt x="3211" y="3410"/>
                    <a:pt x="3232" y="3471"/>
                    <a:pt x="3228" y="3534"/>
                  </a:cubicBezTo>
                  <a:cubicBezTo>
                    <a:pt x="3204" y="3549"/>
                    <a:pt x="3183" y="3563"/>
                    <a:pt x="3157" y="3579"/>
                  </a:cubicBezTo>
                  <a:cubicBezTo>
                    <a:pt x="3143" y="3519"/>
                    <a:pt x="3128" y="3459"/>
                    <a:pt x="3115" y="3398"/>
                  </a:cubicBezTo>
                  <a:moveTo>
                    <a:pt x="2999" y="3677"/>
                  </a:moveTo>
                  <a:cubicBezTo>
                    <a:pt x="3009" y="3672"/>
                    <a:pt x="3022" y="3668"/>
                    <a:pt x="3032" y="3670"/>
                  </a:cubicBezTo>
                  <a:cubicBezTo>
                    <a:pt x="3084" y="3680"/>
                    <a:pt x="3126" y="3743"/>
                    <a:pt x="3110" y="3794"/>
                  </a:cubicBezTo>
                  <a:cubicBezTo>
                    <a:pt x="3100" y="3830"/>
                    <a:pt x="3086" y="3867"/>
                    <a:pt x="3065" y="3898"/>
                  </a:cubicBezTo>
                  <a:cubicBezTo>
                    <a:pt x="3029" y="3950"/>
                    <a:pt x="2975" y="3944"/>
                    <a:pt x="2947" y="3887"/>
                  </a:cubicBezTo>
                  <a:cubicBezTo>
                    <a:pt x="2936" y="3863"/>
                    <a:pt x="2930" y="3836"/>
                    <a:pt x="2922" y="3810"/>
                  </a:cubicBezTo>
                  <a:cubicBezTo>
                    <a:pt x="2930" y="3752"/>
                    <a:pt x="2949" y="3706"/>
                    <a:pt x="2999" y="3677"/>
                  </a:cubicBezTo>
                  <a:moveTo>
                    <a:pt x="2548" y="3578"/>
                  </a:moveTo>
                  <a:cubicBezTo>
                    <a:pt x="2553" y="3576"/>
                    <a:pt x="2563" y="3577"/>
                    <a:pt x="2566" y="3580"/>
                  </a:cubicBezTo>
                  <a:cubicBezTo>
                    <a:pt x="2585" y="3604"/>
                    <a:pt x="2610" y="3626"/>
                    <a:pt x="2621" y="3654"/>
                  </a:cubicBezTo>
                  <a:cubicBezTo>
                    <a:pt x="2642" y="3703"/>
                    <a:pt x="2645" y="3756"/>
                    <a:pt x="2640" y="3816"/>
                  </a:cubicBezTo>
                  <a:cubicBezTo>
                    <a:pt x="2575" y="3778"/>
                    <a:pt x="2531" y="3729"/>
                    <a:pt x="2501" y="3669"/>
                  </a:cubicBezTo>
                  <a:cubicBezTo>
                    <a:pt x="2483" y="3633"/>
                    <a:pt x="2509" y="3586"/>
                    <a:pt x="2548" y="3578"/>
                  </a:cubicBezTo>
                  <a:moveTo>
                    <a:pt x="2509" y="3804"/>
                  </a:moveTo>
                  <a:cubicBezTo>
                    <a:pt x="2527" y="3836"/>
                    <a:pt x="2516" y="3870"/>
                    <a:pt x="2505" y="3901"/>
                  </a:cubicBezTo>
                  <a:cubicBezTo>
                    <a:pt x="2502" y="3909"/>
                    <a:pt x="2490" y="3919"/>
                    <a:pt x="2482" y="3920"/>
                  </a:cubicBezTo>
                  <a:cubicBezTo>
                    <a:pt x="2476" y="3921"/>
                    <a:pt x="2464" y="3912"/>
                    <a:pt x="2461" y="3904"/>
                  </a:cubicBezTo>
                  <a:cubicBezTo>
                    <a:pt x="2449" y="3878"/>
                    <a:pt x="2440" y="3850"/>
                    <a:pt x="2427" y="3814"/>
                  </a:cubicBezTo>
                  <a:cubicBezTo>
                    <a:pt x="2443" y="3799"/>
                    <a:pt x="2459" y="3782"/>
                    <a:pt x="2474" y="3766"/>
                  </a:cubicBezTo>
                  <a:cubicBezTo>
                    <a:pt x="2486" y="3779"/>
                    <a:pt x="2501" y="3789"/>
                    <a:pt x="2509" y="3804"/>
                  </a:cubicBezTo>
                  <a:moveTo>
                    <a:pt x="2378" y="3742"/>
                  </a:moveTo>
                  <a:cubicBezTo>
                    <a:pt x="2355" y="3763"/>
                    <a:pt x="2338" y="3763"/>
                    <a:pt x="2323" y="3736"/>
                  </a:cubicBezTo>
                  <a:cubicBezTo>
                    <a:pt x="2307" y="3708"/>
                    <a:pt x="2298" y="3676"/>
                    <a:pt x="2287" y="3649"/>
                  </a:cubicBezTo>
                  <a:cubicBezTo>
                    <a:pt x="2296" y="3615"/>
                    <a:pt x="2301" y="3588"/>
                    <a:pt x="2310" y="3564"/>
                  </a:cubicBezTo>
                  <a:cubicBezTo>
                    <a:pt x="2318" y="3541"/>
                    <a:pt x="2337" y="3532"/>
                    <a:pt x="2359" y="3545"/>
                  </a:cubicBezTo>
                  <a:cubicBezTo>
                    <a:pt x="2382" y="3558"/>
                    <a:pt x="2404" y="3572"/>
                    <a:pt x="2425" y="3587"/>
                  </a:cubicBezTo>
                  <a:cubicBezTo>
                    <a:pt x="2431" y="3592"/>
                    <a:pt x="2435" y="3602"/>
                    <a:pt x="2435" y="3609"/>
                  </a:cubicBezTo>
                  <a:cubicBezTo>
                    <a:pt x="2434" y="3661"/>
                    <a:pt x="2419" y="3707"/>
                    <a:pt x="2378" y="3742"/>
                  </a:cubicBezTo>
                  <a:moveTo>
                    <a:pt x="2246" y="3986"/>
                  </a:moveTo>
                  <a:cubicBezTo>
                    <a:pt x="2164" y="3986"/>
                    <a:pt x="2154" y="3967"/>
                    <a:pt x="2193" y="3895"/>
                  </a:cubicBezTo>
                  <a:cubicBezTo>
                    <a:pt x="2214" y="3857"/>
                    <a:pt x="2248" y="3841"/>
                    <a:pt x="2287" y="3844"/>
                  </a:cubicBezTo>
                  <a:cubicBezTo>
                    <a:pt x="2324" y="3847"/>
                    <a:pt x="2349" y="3872"/>
                    <a:pt x="2364" y="3906"/>
                  </a:cubicBezTo>
                  <a:cubicBezTo>
                    <a:pt x="2372" y="3922"/>
                    <a:pt x="2371" y="3934"/>
                    <a:pt x="2353" y="3946"/>
                  </a:cubicBezTo>
                  <a:cubicBezTo>
                    <a:pt x="2298" y="3980"/>
                    <a:pt x="2287" y="3986"/>
                    <a:pt x="2246" y="3986"/>
                  </a:cubicBezTo>
                  <a:moveTo>
                    <a:pt x="2435" y="4253"/>
                  </a:moveTo>
                  <a:cubicBezTo>
                    <a:pt x="2424" y="4268"/>
                    <a:pt x="2398" y="4275"/>
                    <a:pt x="2377" y="4278"/>
                  </a:cubicBezTo>
                  <a:cubicBezTo>
                    <a:pt x="2353" y="4280"/>
                    <a:pt x="2342" y="4259"/>
                    <a:pt x="2339" y="4237"/>
                  </a:cubicBezTo>
                  <a:cubicBezTo>
                    <a:pt x="2333" y="4193"/>
                    <a:pt x="2328" y="4149"/>
                    <a:pt x="2323" y="4104"/>
                  </a:cubicBezTo>
                  <a:cubicBezTo>
                    <a:pt x="2327" y="4102"/>
                    <a:pt x="2332" y="4099"/>
                    <a:pt x="2337" y="4097"/>
                  </a:cubicBezTo>
                  <a:cubicBezTo>
                    <a:pt x="2370" y="4129"/>
                    <a:pt x="2407" y="4159"/>
                    <a:pt x="2436" y="4195"/>
                  </a:cubicBezTo>
                  <a:cubicBezTo>
                    <a:pt x="2446" y="4207"/>
                    <a:pt x="2445" y="4240"/>
                    <a:pt x="2435" y="4253"/>
                  </a:cubicBezTo>
                  <a:moveTo>
                    <a:pt x="2504" y="4157"/>
                  </a:moveTo>
                  <a:cubicBezTo>
                    <a:pt x="2453" y="4128"/>
                    <a:pt x="2406" y="4093"/>
                    <a:pt x="2360" y="4057"/>
                  </a:cubicBezTo>
                  <a:cubicBezTo>
                    <a:pt x="2348" y="4049"/>
                    <a:pt x="2340" y="4025"/>
                    <a:pt x="2343" y="4012"/>
                  </a:cubicBezTo>
                  <a:cubicBezTo>
                    <a:pt x="2346" y="4001"/>
                    <a:pt x="2368" y="3991"/>
                    <a:pt x="2382" y="3988"/>
                  </a:cubicBezTo>
                  <a:cubicBezTo>
                    <a:pt x="2418" y="3983"/>
                    <a:pt x="2455" y="3979"/>
                    <a:pt x="2492" y="3980"/>
                  </a:cubicBezTo>
                  <a:cubicBezTo>
                    <a:pt x="2551" y="3981"/>
                    <a:pt x="2604" y="4036"/>
                    <a:pt x="2604" y="4091"/>
                  </a:cubicBezTo>
                  <a:cubicBezTo>
                    <a:pt x="2604" y="4133"/>
                    <a:pt x="2541" y="4178"/>
                    <a:pt x="2504" y="4157"/>
                  </a:cubicBezTo>
                  <a:moveTo>
                    <a:pt x="2538" y="3947"/>
                  </a:moveTo>
                  <a:cubicBezTo>
                    <a:pt x="2546" y="3903"/>
                    <a:pt x="2554" y="3860"/>
                    <a:pt x="2562" y="3815"/>
                  </a:cubicBezTo>
                  <a:cubicBezTo>
                    <a:pt x="2586" y="3832"/>
                    <a:pt x="2615" y="3842"/>
                    <a:pt x="2597" y="3886"/>
                  </a:cubicBezTo>
                  <a:cubicBezTo>
                    <a:pt x="2584" y="3920"/>
                    <a:pt x="2609" y="3948"/>
                    <a:pt x="2635" y="3969"/>
                  </a:cubicBezTo>
                  <a:cubicBezTo>
                    <a:pt x="2657" y="3987"/>
                    <a:pt x="2681" y="4001"/>
                    <a:pt x="2704" y="4017"/>
                  </a:cubicBezTo>
                  <a:cubicBezTo>
                    <a:pt x="2684" y="4032"/>
                    <a:pt x="2665" y="4046"/>
                    <a:pt x="2642" y="4063"/>
                  </a:cubicBezTo>
                  <a:cubicBezTo>
                    <a:pt x="2634" y="3998"/>
                    <a:pt x="2586" y="3969"/>
                    <a:pt x="2538" y="3947"/>
                  </a:cubicBezTo>
                  <a:moveTo>
                    <a:pt x="2704" y="4292"/>
                  </a:moveTo>
                  <a:cubicBezTo>
                    <a:pt x="2673" y="4299"/>
                    <a:pt x="2647" y="4282"/>
                    <a:pt x="2642" y="4251"/>
                  </a:cubicBezTo>
                  <a:cubicBezTo>
                    <a:pt x="2633" y="4187"/>
                    <a:pt x="2654" y="4131"/>
                    <a:pt x="2689" y="4079"/>
                  </a:cubicBezTo>
                  <a:cubicBezTo>
                    <a:pt x="2703" y="4059"/>
                    <a:pt x="2736" y="4060"/>
                    <a:pt x="2759" y="4075"/>
                  </a:cubicBezTo>
                  <a:cubicBezTo>
                    <a:pt x="2772" y="4083"/>
                    <a:pt x="2789" y="4085"/>
                    <a:pt x="2813" y="4093"/>
                  </a:cubicBezTo>
                  <a:cubicBezTo>
                    <a:pt x="2842" y="4158"/>
                    <a:pt x="2783" y="4274"/>
                    <a:pt x="2704" y="4292"/>
                  </a:cubicBezTo>
                  <a:moveTo>
                    <a:pt x="2840" y="3985"/>
                  </a:moveTo>
                  <a:cubicBezTo>
                    <a:pt x="2774" y="4006"/>
                    <a:pt x="2677" y="3961"/>
                    <a:pt x="2648" y="3919"/>
                  </a:cubicBezTo>
                  <a:cubicBezTo>
                    <a:pt x="2641" y="3908"/>
                    <a:pt x="2639" y="3884"/>
                    <a:pt x="2646" y="3875"/>
                  </a:cubicBezTo>
                  <a:cubicBezTo>
                    <a:pt x="2657" y="3861"/>
                    <a:pt x="2678" y="3844"/>
                    <a:pt x="2694" y="3845"/>
                  </a:cubicBezTo>
                  <a:cubicBezTo>
                    <a:pt x="2736" y="3848"/>
                    <a:pt x="2774" y="3866"/>
                    <a:pt x="2798" y="3903"/>
                  </a:cubicBezTo>
                  <a:cubicBezTo>
                    <a:pt x="2802" y="3908"/>
                    <a:pt x="2807" y="3912"/>
                    <a:pt x="2812" y="3916"/>
                  </a:cubicBezTo>
                  <a:cubicBezTo>
                    <a:pt x="2845" y="3940"/>
                    <a:pt x="2847" y="3944"/>
                    <a:pt x="2840" y="3985"/>
                  </a:cubicBezTo>
                  <a:moveTo>
                    <a:pt x="2811" y="3846"/>
                  </a:moveTo>
                  <a:cubicBezTo>
                    <a:pt x="2792" y="3836"/>
                    <a:pt x="2772" y="3819"/>
                    <a:pt x="2764" y="3800"/>
                  </a:cubicBezTo>
                  <a:cubicBezTo>
                    <a:pt x="2745" y="3757"/>
                    <a:pt x="2733" y="3711"/>
                    <a:pt x="2718" y="3666"/>
                  </a:cubicBezTo>
                  <a:cubicBezTo>
                    <a:pt x="2720" y="3665"/>
                    <a:pt x="2723" y="3664"/>
                    <a:pt x="2725" y="3663"/>
                  </a:cubicBezTo>
                  <a:cubicBezTo>
                    <a:pt x="2727" y="3643"/>
                    <a:pt x="2729" y="3622"/>
                    <a:pt x="2733" y="3602"/>
                  </a:cubicBezTo>
                  <a:cubicBezTo>
                    <a:pt x="2737" y="3576"/>
                    <a:pt x="2756" y="3567"/>
                    <a:pt x="2781" y="3580"/>
                  </a:cubicBezTo>
                  <a:cubicBezTo>
                    <a:pt x="2847" y="3614"/>
                    <a:pt x="2895" y="3708"/>
                    <a:pt x="2884" y="3782"/>
                  </a:cubicBezTo>
                  <a:cubicBezTo>
                    <a:pt x="2883" y="3790"/>
                    <a:pt x="2882" y="3797"/>
                    <a:pt x="2882" y="3805"/>
                  </a:cubicBezTo>
                  <a:cubicBezTo>
                    <a:pt x="2879" y="3853"/>
                    <a:pt x="2853" y="3870"/>
                    <a:pt x="2811" y="3846"/>
                  </a:cubicBezTo>
                  <a:moveTo>
                    <a:pt x="2858" y="4178"/>
                  </a:moveTo>
                  <a:cubicBezTo>
                    <a:pt x="2861" y="4154"/>
                    <a:pt x="2863" y="4132"/>
                    <a:pt x="2866" y="4103"/>
                  </a:cubicBezTo>
                  <a:cubicBezTo>
                    <a:pt x="2880" y="4119"/>
                    <a:pt x="2892" y="4131"/>
                    <a:pt x="2904" y="4144"/>
                  </a:cubicBezTo>
                  <a:cubicBezTo>
                    <a:pt x="2887" y="4156"/>
                    <a:pt x="2874" y="4167"/>
                    <a:pt x="2858" y="4178"/>
                  </a:cubicBezTo>
                  <a:moveTo>
                    <a:pt x="2883" y="4276"/>
                  </a:moveTo>
                  <a:cubicBezTo>
                    <a:pt x="2875" y="4268"/>
                    <a:pt x="2874" y="4246"/>
                    <a:pt x="2879" y="4235"/>
                  </a:cubicBezTo>
                  <a:cubicBezTo>
                    <a:pt x="2882" y="4228"/>
                    <a:pt x="2904" y="4224"/>
                    <a:pt x="2915" y="4226"/>
                  </a:cubicBezTo>
                  <a:cubicBezTo>
                    <a:pt x="2979" y="4237"/>
                    <a:pt x="3016" y="4280"/>
                    <a:pt x="3043" y="4339"/>
                  </a:cubicBezTo>
                  <a:cubicBezTo>
                    <a:pt x="2978" y="4341"/>
                    <a:pt x="2926" y="4318"/>
                    <a:pt x="2883" y="4276"/>
                  </a:cubicBezTo>
                  <a:moveTo>
                    <a:pt x="2936" y="4047"/>
                  </a:moveTo>
                  <a:cubicBezTo>
                    <a:pt x="2919" y="4025"/>
                    <a:pt x="2914" y="3994"/>
                    <a:pt x="2903" y="3968"/>
                  </a:cubicBezTo>
                  <a:cubicBezTo>
                    <a:pt x="2893" y="3945"/>
                    <a:pt x="2883" y="3923"/>
                    <a:pt x="2871" y="3897"/>
                  </a:cubicBezTo>
                  <a:cubicBezTo>
                    <a:pt x="2878" y="3893"/>
                    <a:pt x="2887" y="3889"/>
                    <a:pt x="2895" y="3885"/>
                  </a:cubicBezTo>
                  <a:cubicBezTo>
                    <a:pt x="2987" y="4015"/>
                    <a:pt x="3063" y="4006"/>
                    <a:pt x="3141" y="3851"/>
                  </a:cubicBezTo>
                  <a:cubicBezTo>
                    <a:pt x="3150" y="4014"/>
                    <a:pt x="3160" y="4172"/>
                    <a:pt x="3169" y="4337"/>
                  </a:cubicBezTo>
                  <a:cubicBezTo>
                    <a:pt x="3146" y="4305"/>
                    <a:pt x="3128" y="4277"/>
                    <a:pt x="3107" y="4252"/>
                  </a:cubicBezTo>
                  <a:cubicBezTo>
                    <a:pt x="3050" y="4183"/>
                    <a:pt x="2991" y="4117"/>
                    <a:pt x="2936" y="4047"/>
                  </a:cubicBezTo>
                  <a:moveTo>
                    <a:pt x="3044" y="5117"/>
                  </a:moveTo>
                  <a:cubicBezTo>
                    <a:pt x="3088" y="5117"/>
                    <a:pt x="3127" y="5158"/>
                    <a:pt x="3127" y="5204"/>
                  </a:cubicBezTo>
                  <a:cubicBezTo>
                    <a:pt x="3127" y="5251"/>
                    <a:pt x="3090" y="5287"/>
                    <a:pt x="3042" y="5288"/>
                  </a:cubicBezTo>
                  <a:cubicBezTo>
                    <a:pt x="2996" y="5288"/>
                    <a:pt x="2956" y="5249"/>
                    <a:pt x="2955" y="5203"/>
                  </a:cubicBezTo>
                  <a:cubicBezTo>
                    <a:pt x="2954" y="5158"/>
                    <a:pt x="2996" y="5117"/>
                    <a:pt x="3043" y="5117"/>
                  </a:cubicBezTo>
                  <a:lnTo>
                    <a:pt x="3044" y="5117"/>
                  </a:lnTo>
                  <a:moveTo>
                    <a:pt x="2991" y="4665"/>
                  </a:moveTo>
                  <a:cubicBezTo>
                    <a:pt x="3041" y="4667"/>
                    <a:pt x="3066" y="4686"/>
                    <a:pt x="3065" y="4723"/>
                  </a:cubicBezTo>
                  <a:cubicBezTo>
                    <a:pt x="3065" y="4755"/>
                    <a:pt x="3041" y="4790"/>
                    <a:pt x="3020" y="4789"/>
                  </a:cubicBezTo>
                  <a:cubicBezTo>
                    <a:pt x="2971" y="4788"/>
                    <a:pt x="2946" y="4764"/>
                    <a:pt x="2947" y="4719"/>
                  </a:cubicBezTo>
                  <a:cubicBezTo>
                    <a:pt x="2949" y="4673"/>
                    <a:pt x="2956" y="4664"/>
                    <a:pt x="2991" y="4665"/>
                  </a:cubicBezTo>
                  <a:moveTo>
                    <a:pt x="2891" y="4737"/>
                  </a:moveTo>
                  <a:cubicBezTo>
                    <a:pt x="2907" y="4760"/>
                    <a:pt x="2917" y="4775"/>
                    <a:pt x="2928" y="4791"/>
                  </a:cubicBezTo>
                  <a:cubicBezTo>
                    <a:pt x="2910" y="4806"/>
                    <a:pt x="2894" y="4819"/>
                    <a:pt x="2875" y="4835"/>
                  </a:cubicBezTo>
                  <a:cubicBezTo>
                    <a:pt x="2880" y="4804"/>
                    <a:pt x="2884" y="4776"/>
                    <a:pt x="2891" y="4737"/>
                  </a:cubicBezTo>
                  <a:moveTo>
                    <a:pt x="2910" y="4854"/>
                  </a:moveTo>
                  <a:cubicBezTo>
                    <a:pt x="2921" y="4835"/>
                    <a:pt x="2949" y="4837"/>
                    <a:pt x="2956" y="4859"/>
                  </a:cubicBezTo>
                  <a:cubicBezTo>
                    <a:pt x="2965" y="4883"/>
                    <a:pt x="2968" y="4909"/>
                    <a:pt x="2973" y="4934"/>
                  </a:cubicBezTo>
                  <a:cubicBezTo>
                    <a:pt x="2968" y="4987"/>
                    <a:pt x="2959" y="5037"/>
                    <a:pt x="2925" y="5078"/>
                  </a:cubicBezTo>
                  <a:cubicBezTo>
                    <a:pt x="2905" y="5103"/>
                    <a:pt x="2888" y="5100"/>
                    <a:pt x="2879" y="5070"/>
                  </a:cubicBezTo>
                  <a:cubicBezTo>
                    <a:pt x="2854" y="4993"/>
                    <a:pt x="2873" y="4922"/>
                    <a:pt x="2911" y="4854"/>
                  </a:cubicBezTo>
                  <a:lnTo>
                    <a:pt x="2910" y="4854"/>
                  </a:lnTo>
                  <a:moveTo>
                    <a:pt x="2671" y="4450"/>
                  </a:moveTo>
                  <a:cubicBezTo>
                    <a:pt x="2692" y="4426"/>
                    <a:pt x="2714" y="4408"/>
                    <a:pt x="2749" y="4422"/>
                  </a:cubicBezTo>
                  <a:cubicBezTo>
                    <a:pt x="2787" y="4437"/>
                    <a:pt x="2812" y="4459"/>
                    <a:pt x="2816" y="4501"/>
                  </a:cubicBezTo>
                  <a:cubicBezTo>
                    <a:pt x="2817" y="4507"/>
                    <a:pt x="2816" y="4514"/>
                    <a:pt x="2816" y="4521"/>
                  </a:cubicBezTo>
                  <a:cubicBezTo>
                    <a:pt x="2815" y="4560"/>
                    <a:pt x="2809" y="4598"/>
                    <a:pt x="2780" y="4629"/>
                  </a:cubicBezTo>
                  <a:cubicBezTo>
                    <a:pt x="2761" y="4649"/>
                    <a:pt x="2739" y="4655"/>
                    <a:pt x="2713" y="4644"/>
                  </a:cubicBezTo>
                  <a:cubicBezTo>
                    <a:pt x="2646" y="4615"/>
                    <a:pt x="2622" y="4504"/>
                    <a:pt x="2671" y="4449"/>
                  </a:cubicBezTo>
                  <a:lnTo>
                    <a:pt x="2671" y="4450"/>
                  </a:lnTo>
                  <a:moveTo>
                    <a:pt x="2667" y="4826"/>
                  </a:moveTo>
                  <a:cubicBezTo>
                    <a:pt x="2661" y="4775"/>
                    <a:pt x="2678" y="4740"/>
                    <a:pt x="2726" y="4715"/>
                  </a:cubicBezTo>
                  <a:cubicBezTo>
                    <a:pt x="2745" y="4705"/>
                    <a:pt x="2766" y="4694"/>
                    <a:pt x="2787" y="4694"/>
                  </a:cubicBezTo>
                  <a:cubicBezTo>
                    <a:pt x="2825" y="4694"/>
                    <a:pt x="2844" y="4718"/>
                    <a:pt x="2843" y="4757"/>
                  </a:cubicBezTo>
                  <a:cubicBezTo>
                    <a:pt x="2844" y="4818"/>
                    <a:pt x="2807" y="4856"/>
                    <a:pt x="2760" y="4883"/>
                  </a:cubicBezTo>
                  <a:cubicBezTo>
                    <a:pt x="2723" y="4905"/>
                    <a:pt x="2673" y="4872"/>
                    <a:pt x="2667" y="4826"/>
                  </a:cubicBezTo>
                  <a:moveTo>
                    <a:pt x="2849" y="4870"/>
                  </a:moveTo>
                  <a:cubicBezTo>
                    <a:pt x="2841" y="4907"/>
                    <a:pt x="2832" y="4943"/>
                    <a:pt x="2824" y="4980"/>
                  </a:cubicBezTo>
                  <a:cubicBezTo>
                    <a:pt x="2802" y="4964"/>
                    <a:pt x="2780" y="4949"/>
                    <a:pt x="2760" y="4935"/>
                  </a:cubicBezTo>
                  <a:cubicBezTo>
                    <a:pt x="2789" y="4914"/>
                    <a:pt x="2819" y="4893"/>
                    <a:pt x="2849" y="4870"/>
                  </a:cubicBezTo>
                  <a:moveTo>
                    <a:pt x="2737" y="5423"/>
                  </a:moveTo>
                  <a:cubicBezTo>
                    <a:pt x="2714" y="5449"/>
                    <a:pt x="2688" y="5451"/>
                    <a:pt x="2659" y="5432"/>
                  </a:cubicBezTo>
                  <a:cubicBezTo>
                    <a:pt x="2600" y="5391"/>
                    <a:pt x="2586" y="5276"/>
                    <a:pt x="2634" y="5224"/>
                  </a:cubicBezTo>
                  <a:cubicBezTo>
                    <a:pt x="2660" y="5196"/>
                    <a:pt x="2702" y="5191"/>
                    <a:pt x="2755" y="5211"/>
                  </a:cubicBezTo>
                  <a:cubicBezTo>
                    <a:pt x="2785" y="5222"/>
                    <a:pt x="2792" y="5250"/>
                    <a:pt x="2798" y="5276"/>
                  </a:cubicBezTo>
                  <a:cubicBezTo>
                    <a:pt x="2788" y="5331"/>
                    <a:pt x="2773" y="5382"/>
                    <a:pt x="2737" y="5423"/>
                  </a:cubicBezTo>
                  <a:moveTo>
                    <a:pt x="2737" y="5110"/>
                  </a:moveTo>
                  <a:cubicBezTo>
                    <a:pt x="2694" y="5110"/>
                    <a:pt x="2654" y="5073"/>
                    <a:pt x="2655" y="5033"/>
                  </a:cubicBezTo>
                  <a:cubicBezTo>
                    <a:pt x="2655" y="5002"/>
                    <a:pt x="2687" y="4973"/>
                    <a:pt x="2720" y="4974"/>
                  </a:cubicBezTo>
                  <a:cubicBezTo>
                    <a:pt x="2763" y="4975"/>
                    <a:pt x="2800" y="5013"/>
                    <a:pt x="2799" y="5054"/>
                  </a:cubicBezTo>
                  <a:cubicBezTo>
                    <a:pt x="2799" y="5087"/>
                    <a:pt x="2773" y="5110"/>
                    <a:pt x="2737" y="5110"/>
                  </a:cubicBezTo>
                  <a:moveTo>
                    <a:pt x="3160" y="5544"/>
                  </a:moveTo>
                  <a:cubicBezTo>
                    <a:pt x="3022" y="5434"/>
                    <a:pt x="2921" y="5279"/>
                    <a:pt x="2803" y="5137"/>
                  </a:cubicBezTo>
                  <a:cubicBezTo>
                    <a:pt x="2816" y="5122"/>
                    <a:pt x="2827" y="5109"/>
                    <a:pt x="2838" y="5095"/>
                  </a:cubicBezTo>
                  <a:cubicBezTo>
                    <a:pt x="2861" y="5123"/>
                    <a:pt x="2892" y="5137"/>
                    <a:pt x="2929" y="5138"/>
                  </a:cubicBezTo>
                  <a:cubicBezTo>
                    <a:pt x="2912" y="5185"/>
                    <a:pt x="2903" y="5235"/>
                    <a:pt x="2937" y="5276"/>
                  </a:cubicBezTo>
                  <a:cubicBezTo>
                    <a:pt x="2956" y="5298"/>
                    <a:pt x="2983" y="5317"/>
                    <a:pt x="3010" y="5326"/>
                  </a:cubicBezTo>
                  <a:cubicBezTo>
                    <a:pt x="3077" y="5348"/>
                    <a:pt x="3135" y="5312"/>
                    <a:pt x="3171" y="5228"/>
                  </a:cubicBezTo>
                  <a:cubicBezTo>
                    <a:pt x="3167" y="5338"/>
                    <a:pt x="3164" y="5443"/>
                    <a:pt x="3160" y="5544"/>
                  </a:cubicBezTo>
                  <a:moveTo>
                    <a:pt x="3197" y="4903"/>
                  </a:moveTo>
                  <a:cubicBezTo>
                    <a:pt x="3194" y="4817"/>
                    <a:pt x="3195" y="4730"/>
                    <a:pt x="3190" y="4643"/>
                  </a:cubicBezTo>
                  <a:cubicBezTo>
                    <a:pt x="3185" y="4548"/>
                    <a:pt x="3157" y="4459"/>
                    <a:pt x="3116" y="4374"/>
                  </a:cubicBezTo>
                  <a:cubicBezTo>
                    <a:pt x="3112" y="4365"/>
                    <a:pt x="3110" y="4354"/>
                    <a:pt x="3107" y="4345"/>
                  </a:cubicBezTo>
                  <a:cubicBezTo>
                    <a:pt x="3110" y="4343"/>
                    <a:pt x="3113" y="4342"/>
                    <a:pt x="3116" y="4341"/>
                  </a:cubicBezTo>
                  <a:cubicBezTo>
                    <a:pt x="3122" y="4351"/>
                    <a:pt x="3130" y="4361"/>
                    <a:pt x="3134" y="4372"/>
                  </a:cubicBezTo>
                  <a:cubicBezTo>
                    <a:pt x="3156" y="4429"/>
                    <a:pt x="3176" y="4486"/>
                    <a:pt x="3199" y="4543"/>
                  </a:cubicBezTo>
                  <a:cubicBezTo>
                    <a:pt x="3204" y="4554"/>
                    <a:pt x="3217" y="4563"/>
                    <a:pt x="3227" y="4572"/>
                  </a:cubicBezTo>
                  <a:cubicBezTo>
                    <a:pt x="3233" y="4559"/>
                    <a:pt x="3247" y="4544"/>
                    <a:pt x="3245" y="4533"/>
                  </a:cubicBezTo>
                  <a:cubicBezTo>
                    <a:pt x="3212" y="4363"/>
                    <a:pt x="3204" y="4192"/>
                    <a:pt x="3192" y="4021"/>
                  </a:cubicBezTo>
                  <a:cubicBezTo>
                    <a:pt x="3187" y="3950"/>
                    <a:pt x="3191" y="3880"/>
                    <a:pt x="3191" y="3810"/>
                  </a:cubicBezTo>
                  <a:cubicBezTo>
                    <a:pt x="3221" y="3800"/>
                    <a:pt x="3250" y="3791"/>
                    <a:pt x="3269" y="3785"/>
                  </a:cubicBezTo>
                  <a:cubicBezTo>
                    <a:pt x="3262" y="3884"/>
                    <a:pt x="3251" y="3987"/>
                    <a:pt x="3249" y="4091"/>
                  </a:cubicBezTo>
                  <a:cubicBezTo>
                    <a:pt x="3248" y="4170"/>
                    <a:pt x="3255" y="4249"/>
                    <a:pt x="3264" y="4328"/>
                  </a:cubicBezTo>
                  <a:cubicBezTo>
                    <a:pt x="3269" y="4362"/>
                    <a:pt x="3289" y="4394"/>
                    <a:pt x="3303" y="4431"/>
                  </a:cubicBezTo>
                  <a:cubicBezTo>
                    <a:pt x="3322" y="4409"/>
                    <a:pt x="3340" y="4389"/>
                    <a:pt x="3358" y="4369"/>
                  </a:cubicBezTo>
                  <a:cubicBezTo>
                    <a:pt x="3380" y="4386"/>
                    <a:pt x="3400" y="4403"/>
                    <a:pt x="3424" y="4420"/>
                  </a:cubicBezTo>
                  <a:cubicBezTo>
                    <a:pt x="3421" y="4424"/>
                    <a:pt x="3417" y="4431"/>
                    <a:pt x="3411" y="4436"/>
                  </a:cubicBezTo>
                  <a:cubicBezTo>
                    <a:pt x="3349" y="4482"/>
                    <a:pt x="3335" y="4549"/>
                    <a:pt x="3327" y="4620"/>
                  </a:cubicBezTo>
                  <a:cubicBezTo>
                    <a:pt x="3318" y="4703"/>
                    <a:pt x="3309" y="4786"/>
                    <a:pt x="3300" y="4869"/>
                  </a:cubicBezTo>
                  <a:cubicBezTo>
                    <a:pt x="3297" y="4891"/>
                    <a:pt x="3296" y="4912"/>
                    <a:pt x="3294" y="4934"/>
                  </a:cubicBezTo>
                  <a:cubicBezTo>
                    <a:pt x="3291" y="4965"/>
                    <a:pt x="3298" y="4998"/>
                    <a:pt x="3259" y="5019"/>
                  </a:cubicBezTo>
                  <a:cubicBezTo>
                    <a:pt x="3238" y="5030"/>
                    <a:pt x="3228" y="5062"/>
                    <a:pt x="3209" y="5092"/>
                  </a:cubicBezTo>
                  <a:cubicBezTo>
                    <a:pt x="3205" y="5025"/>
                    <a:pt x="3200" y="4964"/>
                    <a:pt x="3197" y="4903"/>
                  </a:cubicBezTo>
                  <a:moveTo>
                    <a:pt x="3243" y="5475"/>
                  </a:moveTo>
                  <a:cubicBezTo>
                    <a:pt x="3211" y="5463"/>
                    <a:pt x="3202" y="5444"/>
                    <a:pt x="3207" y="5398"/>
                  </a:cubicBezTo>
                  <a:cubicBezTo>
                    <a:pt x="3210" y="5375"/>
                    <a:pt x="3212" y="5353"/>
                    <a:pt x="3217" y="5330"/>
                  </a:cubicBezTo>
                  <a:cubicBezTo>
                    <a:pt x="3226" y="5291"/>
                    <a:pt x="3265" y="5263"/>
                    <a:pt x="3304" y="5268"/>
                  </a:cubicBezTo>
                  <a:cubicBezTo>
                    <a:pt x="3337" y="5272"/>
                    <a:pt x="3362" y="5306"/>
                    <a:pt x="3367" y="5347"/>
                  </a:cubicBezTo>
                  <a:cubicBezTo>
                    <a:pt x="3357" y="5378"/>
                    <a:pt x="3349" y="5411"/>
                    <a:pt x="3334" y="5440"/>
                  </a:cubicBezTo>
                  <a:cubicBezTo>
                    <a:pt x="3316" y="5477"/>
                    <a:pt x="3281" y="5488"/>
                    <a:pt x="3243" y="5475"/>
                  </a:cubicBezTo>
                  <a:moveTo>
                    <a:pt x="3665" y="5957"/>
                  </a:moveTo>
                  <a:cubicBezTo>
                    <a:pt x="3631" y="6029"/>
                    <a:pt x="3598" y="6103"/>
                    <a:pt x="3559" y="6172"/>
                  </a:cubicBezTo>
                  <a:cubicBezTo>
                    <a:pt x="3500" y="6274"/>
                    <a:pt x="3436" y="6372"/>
                    <a:pt x="3374" y="6472"/>
                  </a:cubicBezTo>
                  <a:cubicBezTo>
                    <a:pt x="3367" y="6482"/>
                    <a:pt x="3358" y="6492"/>
                    <a:pt x="3342" y="6501"/>
                  </a:cubicBezTo>
                  <a:cubicBezTo>
                    <a:pt x="3342" y="6490"/>
                    <a:pt x="3341" y="6479"/>
                    <a:pt x="3341" y="6468"/>
                  </a:cubicBezTo>
                  <a:cubicBezTo>
                    <a:pt x="3340" y="6340"/>
                    <a:pt x="3339" y="6211"/>
                    <a:pt x="3339" y="6083"/>
                  </a:cubicBezTo>
                  <a:cubicBezTo>
                    <a:pt x="3339" y="5966"/>
                    <a:pt x="3337" y="5848"/>
                    <a:pt x="3341" y="5732"/>
                  </a:cubicBezTo>
                  <a:cubicBezTo>
                    <a:pt x="3343" y="5653"/>
                    <a:pt x="3349" y="5574"/>
                    <a:pt x="3360" y="5496"/>
                  </a:cubicBezTo>
                  <a:cubicBezTo>
                    <a:pt x="3365" y="5464"/>
                    <a:pt x="3386" y="5435"/>
                    <a:pt x="3400" y="5402"/>
                  </a:cubicBezTo>
                  <a:cubicBezTo>
                    <a:pt x="3461" y="5396"/>
                    <a:pt x="3499" y="5361"/>
                    <a:pt x="3517" y="5296"/>
                  </a:cubicBezTo>
                  <a:cubicBezTo>
                    <a:pt x="3527" y="5257"/>
                    <a:pt x="3526" y="5254"/>
                    <a:pt x="3455" y="5147"/>
                  </a:cubicBezTo>
                  <a:cubicBezTo>
                    <a:pt x="3507" y="5143"/>
                    <a:pt x="3545" y="5118"/>
                    <a:pt x="3570" y="5073"/>
                  </a:cubicBezTo>
                  <a:cubicBezTo>
                    <a:pt x="3574" y="5067"/>
                    <a:pt x="3575" y="5058"/>
                    <a:pt x="3580" y="5053"/>
                  </a:cubicBezTo>
                  <a:cubicBezTo>
                    <a:pt x="3584" y="5048"/>
                    <a:pt x="3592" y="5047"/>
                    <a:pt x="3604" y="5042"/>
                  </a:cubicBezTo>
                  <a:cubicBezTo>
                    <a:pt x="3593" y="5073"/>
                    <a:pt x="3584" y="5096"/>
                    <a:pt x="3576" y="5119"/>
                  </a:cubicBezTo>
                  <a:cubicBezTo>
                    <a:pt x="3546" y="5204"/>
                    <a:pt x="3555" y="5291"/>
                    <a:pt x="3568" y="5377"/>
                  </a:cubicBezTo>
                  <a:cubicBezTo>
                    <a:pt x="3583" y="5479"/>
                    <a:pt x="3597" y="5581"/>
                    <a:pt x="3617" y="5682"/>
                  </a:cubicBezTo>
                  <a:cubicBezTo>
                    <a:pt x="3628" y="5738"/>
                    <a:pt x="3650" y="5791"/>
                    <a:pt x="3669" y="5846"/>
                  </a:cubicBezTo>
                  <a:cubicBezTo>
                    <a:pt x="3682" y="5884"/>
                    <a:pt x="3683" y="5921"/>
                    <a:pt x="3665" y="5957"/>
                  </a:cubicBezTo>
                  <a:moveTo>
                    <a:pt x="3899" y="5250"/>
                  </a:moveTo>
                  <a:cubicBezTo>
                    <a:pt x="3911" y="5317"/>
                    <a:pt x="3896" y="5390"/>
                    <a:pt x="3884" y="5459"/>
                  </a:cubicBezTo>
                  <a:cubicBezTo>
                    <a:pt x="3866" y="5562"/>
                    <a:pt x="3827" y="5657"/>
                    <a:pt x="3773" y="5745"/>
                  </a:cubicBezTo>
                  <a:cubicBezTo>
                    <a:pt x="3753" y="5779"/>
                    <a:pt x="3738" y="5815"/>
                    <a:pt x="3720" y="5853"/>
                  </a:cubicBezTo>
                  <a:cubicBezTo>
                    <a:pt x="3663" y="5706"/>
                    <a:pt x="3622" y="5560"/>
                    <a:pt x="3614" y="5405"/>
                  </a:cubicBezTo>
                  <a:cubicBezTo>
                    <a:pt x="3611" y="5353"/>
                    <a:pt x="3604" y="5301"/>
                    <a:pt x="3601" y="5249"/>
                  </a:cubicBezTo>
                  <a:cubicBezTo>
                    <a:pt x="3599" y="5229"/>
                    <a:pt x="3601" y="5208"/>
                    <a:pt x="3604" y="5187"/>
                  </a:cubicBezTo>
                  <a:cubicBezTo>
                    <a:pt x="3614" y="5117"/>
                    <a:pt x="3641" y="5062"/>
                    <a:pt x="3713" y="5031"/>
                  </a:cubicBezTo>
                  <a:cubicBezTo>
                    <a:pt x="3750" y="5015"/>
                    <a:pt x="3779" y="4980"/>
                    <a:pt x="3811" y="4954"/>
                  </a:cubicBezTo>
                  <a:cubicBezTo>
                    <a:pt x="3841" y="5051"/>
                    <a:pt x="3881" y="5149"/>
                    <a:pt x="3899" y="5250"/>
                  </a:cubicBezTo>
                  <a:moveTo>
                    <a:pt x="4564" y="5789"/>
                  </a:moveTo>
                  <a:cubicBezTo>
                    <a:pt x="4494" y="5808"/>
                    <a:pt x="4428" y="5839"/>
                    <a:pt x="4361" y="5868"/>
                  </a:cubicBezTo>
                  <a:cubicBezTo>
                    <a:pt x="4303" y="5894"/>
                    <a:pt x="4246" y="5914"/>
                    <a:pt x="4179" y="5901"/>
                  </a:cubicBezTo>
                  <a:cubicBezTo>
                    <a:pt x="4129" y="5891"/>
                    <a:pt x="4077" y="5891"/>
                    <a:pt x="4016" y="5886"/>
                  </a:cubicBezTo>
                  <a:cubicBezTo>
                    <a:pt x="4075" y="5845"/>
                    <a:pt x="4133" y="5836"/>
                    <a:pt x="4192" y="5828"/>
                  </a:cubicBezTo>
                  <a:cubicBezTo>
                    <a:pt x="4294" y="5816"/>
                    <a:pt x="4394" y="5799"/>
                    <a:pt x="4489" y="5757"/>
                  </a:cubicBezTo>
                  <a:cubicBezTo>
                    <a:pt x="4528" y="5739"/>
                    <a:pt x="4568" y="5722"/>
                    <a:pt x="4607" y="5705"/>
                  </a:cubicBezTo>
                  <a:cubicBezTo>
                    <a:pt x="4697" y="5666"/>
                    <a:pt x="4758" y="5600"/>
                    <a:pt x="4801" y="5515"/>
                  </a:cubicBezTo>
                  <a:cubicBezTo>
                    <a:pt x="4809" y="5500"/>
                    <a:pt x="4817" y="5484"/>
                    <a:pt x="4825" y="5469"/>
                  </a:cubicBezTo>
                  <a:cubicBezTo>
                    <a:pt x="4827" y="5471"/>
                    <a:pt x="4830" y="5472"/>
                    <a:pt x="4832" y="5474"/>
                  </a:cubicBezTo>
                  <a:cubicBezTo>
                    <a:pt x="4780" y="5610"/>
                    <a:pt x="4729" y="5743"/>
                    <a:pt x="4564" y="5788"/>
                  </a:cubicBezTo>
                  <a:lnTo>
                    <a:pt x="4564" y="5789"/>
                  </a:lnTo>
                  <a:moveTo>
                    <a:pt x="4898" y="5250"/>
                  </a:moveTo>
                  <a:cubicBezTo>
                    <a:pt x="4850" y="5338"/>
                    <a:pt x="4801" y="5427"/>
                    <a:pt x="4752" y="5515"/>
                  </a:cubicBezTo>
                  <a:cubicBezTo>
                    <a:pt x="4715" y="5580"/>
                    <a:pt x="4663" y="5629"/>
                    <a:pt x="4595" y="5662"/>
                  </a:cubicBezTo>
                  <a:cubicBezTo>
                    <a:pt x="4458" y="5731"/>
                    <a:pt x="4314" y="5774"/>
                    <a:pt x="4161" y="5791"/>
                  </a:cubicBezTo>
                  <a:cubicBezTo>
                    <a:pt x="4035" y="5805"/>
                    <a:pt x="3935" y="5869"/>
                    <a:pt x="3853" y="5965"/>
                  </a:cubicBezTo>
                  <a:cubicBezTo>
                    <a:pt x="3929" y="5827"/>
                    <a:pt x="4012" y="5699"/>
                    <a:pt x="4174" y="5645"/>
                  </a:cubicBezTo>
                  <a:cubicBezTo>
                    <a:pt x="4367" y="5579"/>
                    <a:pt x="4532" y="5468"/>
                    <a:pt x="4677" y="5325"/>
                  </a:cubicBezTo>
                  <a:cubicBezTo>
                    <a:pt x="4714" y="5288"/>
                    <a:pt x="4746" y="5245"/>
                    <a:pt x="4777" y="5202"/>
                  </a:cubicBezTo>
                  <a:cubicBezTo>
                    <a:pt x="4809" y="5159"/>
                    <a:pt x="4851" y="5133"/>
                    <a:pt x="4898" y="5109"/>
                  </a:cubicBezTo>
                  <a:cubicBezTo>
                    <a:pt x="4902" y="5146"/>
                    <a:pt x="4906" y="5181"/>
                    <a:pt x="4908" y="5216"/>
                  </a:cubicBezTo>
                  <a:cubicBezTo>
                    <a:pt x="4908" y="5227"/>
                    <a:pt x="4903" y="5240"/>
                    <a:pt x="4898" y="5250"/>
                  </a:cubicBezTo>
                  <a:moveTo>
                    <a:pt x="4824" y="3963"/>
                  </a:moveTo>
                  <a:cubicBezTo>
                    <a:pt x="4827" y="3965"/>
                    <a:pt x="4830" y="3968"/>
                    <a:pt x="4833" y="3970"/>
                  </a:cubicBezTo>
                  <a:cubicBezTo>
                    <a:pt x="4812" y="4029"/>
                    <a:pt x="4786" y="4087"/>
                    <a:pt x="4771" y="4148"/>
                  </a:cubicBezTo>
                  <a:cubicBezTo>
                    <a:pt x="4754" y="4220"/>
                    <a:pt x="4742" y="4294"/>
                    <a:pt x="4734" y="4369"/>
                  </a:cubicBezTo>
                  <a:cubicBezTo>
                    <a:pt x="4727" y="4425"/>
                    <a:pt x="4754" y="4456"/>
                    <a:pt x="4817" y="4482"/>
                  </a:cubicBezTo>
                  <a:cubicBezTo>
                    <a:pt x="4869" y="4504"/>
                    <a:pt x="4886" y="4531"/>
                    <a:pt x="4881" y="4586"/>
                  </a:cubicBezTo>
                  <a:cubicBezTo>
                    <a:pt x="4880" y="4594"/>
                    <a:pt x="4878" y="4604"/>
                    <a:pt x="4873" y="4610"/>
                  </a:cubicBezTo>
                  <a:cubicBezTo>
                    <a:pt x="4813" y="4683"/>
                    <a:pt x="4752" y="4755"/>
                    <a:pt x="4693" y="4829"/>
                  </a:cubicBezTo>
                  <a:cubicBezTo>
                    <a:pt x="4640" y="4896"/>
                    <a:pt x="4575" y="4943"/>
                    <a:pt x="4491" y="4964"/>
                  </a:cubicBezTo>
                  <a:cubicBezTo>
                    <a:pt x="4413" y="4983"/>
                    <a:pt x="4346" y="5026"/>
                    <a:pt x="4281" y="5077"/>
                  </a:cubicBezTo>
                  <a:cubicBezTo>
                    <a:pt x="4303" y="5029"/>
                    <a:pt x="4326" y="4980"/>
                    <a:pt x="4349" y="4932"/>
                  </a:cubicBezTo>
                  <a:cubicBezTo>
                    <a:pt x="4354" y="4920"/>
                    <a:pt x="4360" y="4909"/>
                    <a:pt x="4368" y="4898"/>
                  </a:cubicBezTo>
                  <a:cubicBezTo>
                    <a:pt x="4483" y="4734"/>
                    <a:pt x="4533" y="4545"/>
                    <a:pt x="4581" y="4355"/>
                  </a:cubicBezTo>
                  <a:cubicBezTo>
                    <a:pt x="4599" y="4288"/>
                    <a:pt x="4625" y="4226"/>
                    <a:pt x="4667" y="4170"/>
                  </a:cubicBezTo>
                  <a:cubicBezTo>
                    <a:pt x="4708" y="4116"/>
                    <a:pt x="4748" y="4060"/>
                    <a:pt x="4789" y="4005"/>
                  </a:cubicBezTo>
                  <a:cubicBezTo>
                    <a:pt x="4800" y="3991"/>
                    <a:pt x="4812" y="3977"/>
                    <a:pt x="4824" y="3963"/>
                  </a:cubicBezTo>
                  <a:moveTo>
                    <a:pt x="4278" y="4480"/>
                  </a:moveTo>
                  <a:cubicBezTo>
                    <a:pt x="4285" y="4449"/>
                    <a:pt x="4316" y="4423"/>
                    <a:pt x="4338" y="4396"/>
                  </a:cubicBezTo>
                  <a:cubicBezTo>
                    <a:pt x="4430" y="4286"/>
                    <a:pt x="4521" y="4175"/>
                    <a:pt x="4617" y="4068"/>
                  </a:cubicBezTo>
                  <a:cubicBezTo>
                    <a:pt x="4658" y="4023"/>
                    <a:pt x="4712" y="3989"/>
                    <a:pt x="4760" y="3951"/>
                  </a:cubicBezTo>
                  <a:cubicBezTo>
                    <a:pt x="4766" y="3946"/>
                    <a:pt x="4774" y="3944"/>
                    <a:pt x="4780" y="3941"/>
                  </a:cubicBezTo>
                  <a:cubicBezTo>
                    <a:pt x="4730" y="4010"/>
                    <a:pt x="4679" y="4079"/>
                    <a:pt x="4629" y="4148"/>
                  </a:cubicBezTo>
                  <a:cubicBezTo>
                    <a:pt x="4586" y="4206"/>
                    <a:pt x="4559" y="4272"/>
                    <a:pt x="4540" y="4342"/>
                  </a:cubicBezTo>
                  <a:cubicBezTo>
                    <a:pt x="4512" y="4445"/>
                    <a:pt x="4483" y="4547"/>
                    <a:pt x="4449" y="4648"/>
                  </a:cubicBezTo>
                  <a:cubicBezTo>
                    <a:pt x="4433" y="4696"/>
                    <a:pt x="4407" y="4741"/>
                    <a:pt x="4383" y="4786"/>
                  </a:cubicBezTo>
                  <a:cubicBezTo>
                    <a:pt x="4354" y="4840"/>
                    <a:pt x="4322" y="4893"/>
                    <a:pt x="4286" y="4955"/>
                  </a:cubicBezTo>
                  <a:cubicBezTo>
                    <a:pt x="4296" y="4907"/>
                    <a:pt x="4304" y="4868"/>
                    <a:pt x="4313" y="4829"/>
                  </a:cubicBezTo>
                  <a:cubicBezTo>
                    <a:pt x="4332" y="4744"/>
                    <a:pt x="4312" y="4662"/>
                    <a:pt x="4297" y="4580"/>
                  </a:cubicBezTo>
                  <a:cubicBezTo>
                    <a:pt x="4291" y="4546"/>
                    <a:pt x="4271" y="4510"/>
                    <a:pt x="4278" y="4480"/>
                  </a:cubicBezTo>
                  <a:moveTo>
                    <a:pt x="3776" y="5989"/>
                  </a:moveTo>
                  <a:cubicBezTo>
                    <a:pt x="3844" y="5851"/>
                    <a:pt x="3891" y="5704"/>
                    <a:pt x="3979" y="5575"/>
                  </a:cubicBezTo>
                  <a:cubicBezTo>
                    <a:pt x="4052" y="5465"/>
                    <a:pt x="4111" y="5344"/>
                    <a:pt x="4192" y="5240"/>
                  </a:cubicBezTo>
                  <a:cubicBezTo>
                    <a:pt x="4272" y="5137"/>
                    <a:pt x="4365" y="5039"/>
                    <a:pt x="4500" y="5005"/>
                  </a:cubicBezTo>
                  <a:cubicBezTo>
                    <a:pt x="4601" y="4981"/>
                    <a:pt x="4677" y="4924"/>
                    <a:pt x="4737" y="4843"/>
                  </a:cubicBezTo>
                  <a:cubicBezTo>
                    <a:pt x="4768" y="4801"/>
                    <a:pt x="4800" y="4760"/>
                    <a:pt x="4832" y="4719"/>
                  </a:cubicBezTo>
                  <a:cubicBezTo>
                    <a:pt x="4842" y="4706"/>
                    <a:pt x="4853" y="4695"/>
                    <a:pt x="4870" y="4675"/>
                  </a:cubicBezTo>
                  <a:cubicBezTo>
                    <a:pt x="4870" y="4712"/>
                    <a:pt x="4871" y="4740"/>
                    <a:pt x="4870" y="4767"/>
                  </a:cubicBezTo>
                  <a:cubicBezTo>
                    <a:pt x="4869" y="4796"/>
                    <a:pt x="4880" y="4819"/>
                    <a:pt x="4906" y="4831"/>
                  </a:cubicBezTo>
                  <a:cubicBezTo>
                    <a:pt x="4994" y="4873"/>
                    <a:pt x="4995" y="4990"/>
                    <a:pt x="4910" y="5051"/>
                  </a:cubicBezTo>
                  <a:cubicBezTo>
                    <a:pt x="4909" y="5052"/>
                    <a:pt x="4907" y="5053"/>
                    <a:pt x="4905" y="5054"/>
                  </a:cubicBezTo>
                  <a:cubicBezTo>
                    <a:pt x="4818" y="5103"/>
                    <a:pt x="4750" y="5170"/>
                    <a:pt x="4686" y="5248"/>
                  </a:cubicBezTo>
                  <a:cubicBezTo>
                    <a:pt x="4560" y="5402"/>
                    <a:pt x="4397" y="5518"/>
                    <a:pt x="4208" y="5583"/>
                  </a:cubicBezTo>
                  <a:cubicBezTo>
                    <a:pt x="4033" y="5643"/>
                    <a:pt x="3916" y="5755"/>
                    <a:pt x="3831" y="5912"/>
                  </a:cubicBezTo>
                  <a:cubicBezTo>
                    <a:pt x="3806" y="5957"/>
                    <a:pt x="3782" y="6002"/>
                    <a:pt x="3758" y="6046"/>
                  </a:cubicBezTo>
                  <a:cubicBezTo>
                    <a:pt x="3756" y="6046"/>
                    <a:pt x="3754" y="6045"/>
                    <a:pt x="3752" y="6045"/>
                  </a:cubicBezTo>
                  <a:cubicBezTo>
                    <a:pt x="3760" y="6026"/>
                    <a:pt x="3767" y="6007"/>
                    <a:pt x="3776" y="5989"/>
                  </a:cubicBezTo>
                  <a:moveTo>
                    <a:pt x="4758" y="6548"/>
                  </a:moveTo>
                  <a:cubicBezTo>
                    <a:pt x="4767" y="6527"/>
                    <a:pt x="4777" y="6524"/>
                    <a:pt x="4798" y="6535"/>
                  </a:cubicBezTo>
                  <a:cubicBezTo>
                    <a:pt x="4840" y="6558"/>
                    <a:pt x="4883" y="6582"/>
                    <a:pt x="4929" y="6599"/>
                  </a:cubicBezTo>
                  <a:cubicBezTo>
                    <a:pt x="4978" y="6616"/>
                    <a:pt x="5026" y="6605"/>
                    <a:pt x="5074" y="6584"/>
                  </a:cubicBezTo>
                  <a:cubicBezTo>
                    <a:pt x="5237" y="6511"/>
                    <a:pt x="5400" y="6440"/>
                    <a:pt x="5563" y="6369"/>
                  </a:cubicBezTo>
                  <a:cubicBezTo>
                    <a:pt x="5634" y="6339"/>
                    <a:pt x="5707" y="6326"/>
                    <a:pt x="5782" y="6356"/>
                  </a:cubicBezTo>
                  <a:cubicBezTo>
                    <a:pt x="5794" y="6361"/>
                    <a:pt x="5807" y="6365"/>
                    <a:pt x="5820" y="6366"/>
                  </a:cubicBezTo>
                  <a:cubicBezTo>
                    <a:pt x="5889" y="6371"/>
                    <a:pt x="5931" y="6420"/>
                    <a:pt x="5974" y="6466"/>
                  </a:cubicBezTo>
                  <a:cubicBezTo>
                    <a:pt x="5980" y="6472"/>
                    <a:pt x="5982" y="6484"/>
                    <a:pt x="5980" y="6493"/>
                  </a:cubicBezTo>
                  <a:cubicBezTo>
                    <a:pt x="5970" y="6533"/>
                    <a:pt x="5962" y="6576"/>
                    <a:pt x="5945" y="6614"/>
                  </a:cubicBezTo>
                  <a:cubicBezTo>
                    <a:pt x="5898" y="6715"/>
                    <a:pt x="5845" y="6814"/>
                    <a:pt x="5796" y="6914"/>
                  </a:cubicBezTo>
                  <a:cubicBezTo>
                    <a:pt x="5761" y="6985"/>
                    <a:pt x="5715" y="7045"/>
                    <a:pt x="5653" y="7094"/>
                  </a:cubicBezTo>
                  <a:cubicBezTo>
                    <a:pt x="5497" y="7216"/>
                    <a:pt x="5331" y="7319"/>
                    <a:pt x="5143" y="7386"/>
                  </a:cubicBezTo>
                  <a:cubicBezTo>
                    <a:pt x="4966" y="7449"/>
                    <a:pt x="4790" y="7517"/>
                    <a:pt x="4605" y="7555"/>
                  </a:cubicBezTo>
                  <a:cubicBezTo>
                    <a:pt x="4474" y="7582"/>
                    <a:pt x="4342" y="7605"/>
                    <a:pt x="4219" y="7659"/>
                  </a:cubicBezTo>
                  <a:cubicBezTo>
                    <a:pt x="4188" y="7673"/>
                    <a:pt x="4159" y="7688"/>
                    <a:pt x="4125" y="7705"/>
                  </a:cubicBezTo>
                  <a:cubicBezTo>
                    <a:pt x="4229" y="7504"/>
                    <a:pt x="4275" y="7288"/>
                    <a:pt x="4339" y="7078"/>
                  </a:cubicBezTo>
                  <a:cubicBezTo>
                    <a:pt x="4374" y="6963"/>
                    <a:pt x="4434" y="6868"/>
                    <a:pt x="4521" y="6789"/>
                  </a:cubicBezTo>
                  <a:cubicBezTo>
                    <a:pt x="4572" y="6742"/>
                    <a:pt x="4625" y="6697"/>
                    <a:pt x="4680" y="6654"/>
                  </a:cubicBezTo>
                  <a:cubicBezTo>
                    <a:pt x="4718" y="6626"/>
                    <a:pt x="4740" y="6589"/>
                    <a:pt x="4758" y="6548"/>
                  </a:cubicBezTo>
                  <a:moveTo>
                    <a:pt x="3817" y="7677"/>
                  </a:moveTo>
                  <a:cubicBezTo>
                    <a:pt x="3853" y="7521"/>
                    <a:pt x="3880" y="7363"/>
                    <a:pt x="3942" y="7214"/>
                  </a:cubicBezTo>
                  <a:cubicBezTo>
                    <a:pt x="3977" y="7128"/>
                    <a:pt x="4017" y="7046"/>
                    <a:pt x="4089" y="6982"/>
                  </a:cubicBezTo>
                  <a:cubicBezTo>
                    <a:pt x="4126" y="6949"/>
                    <a:pt x="4168" y="6929"/>
                    <a:pt x="4217" y="6926"/>
                  </a:cubicBezTo>
                  <a:cubicBezTo>
                    <a:pt x="4272" y="6923"/>
                    <a:pt x="4316" y="6902"/>
                    <a:pt x="4355" y="6861"/>
                  </a:cubicBezTo>
                  <a:cubicBezTo>
                    <a:pt x="4434" y="6777"/>
                    <a:pt x="4515" y="6693"/>
                    <a:pt x="4599" y="6612"/>
                  </a:cubicBezTo>
                  <a:cubicBezTo>
                    <a:pt x="4628" y="6584"/>
                    <a:pt x="4668" y="6566"/>
                    <a:pt x="4703" y="6543"/>
                  </a:cubicBezTo>
                  <a:cubicBezTo>
                    <a:pt x="4706" y="6547"/>
                    <a:pt x="4709" y="6551"/>
                    <a:pt x="4712" y="6555"/>
                  </a:cubicBezTo>
                  <a:cubicBezTo>
                    <a:pt x="4692" y="6577"/>
                    <a:pt x="4672" y="6601"/>
                    <a:pt x="4650" y="6621"/>
                  </a:cubicBezTo>
                  <a:cubicBezTo>
                    <a:pt x="4588" y="6677"/>
                    <a:pt x="4522" y="6729"/>
                    <a:pt x="4462" y="6787"/>
                  </a:cubicBezTo>
                  <a:cubicBezTo>
                    <a:pt x="4382" y="6863"/>
                    <a:pt x="4330" y="6955"/>
                    <a:pt x="4299" y="7062"/>
                  </a:cubicBezTo>
                  <a:cubicBezTo>
                    <a:pt x="4256" y="7214"/>
                    <a:pt x="4206" y="7365"/>
                    <a:pt x="4160" y="7517"/>
                  </a:cubicBezTo>
                  <a:cubicBezTo>
                    <a:pt x="4130" y="7615"/>
                    <a:pt x="4079" y="7700"/>
                    <a:pt x="4002" y="7768"/>
                  </a:cubicBezTo>
                  <a:cubicBezTo>
                    <a:pt x="3925" y="7837"/>
                    <a:pt x="3847" y="7904"/>
                    <a:pt x="3770" y="7972"/>
                  </a:cubicBezTo>
                  <a:cubicBezTo>
                    <a:pt x="3765" y="7970"/>
                    <a:pt x="3761" y="7968"/>
                    <a:pt x="3757" y="7966"/>
                  </a:cubicBezTo>
                  <a:cubicBezTo>
                    <a:pt x="3777" y="7870"/>
                    <a:pt x="3795" y="7773"/>
                    <a:pt x="3817" y="7677"/>
                  </a:cubicBezTo>
                  <a:moveTo>
                    <a:pt x="6037" y="7889"/>
                  </a:moveTo>
                  <a:cubicBezTo>
                    <a:pt x="6018" y="7913"/>
                    <a:pt x="5997" y="7936"/>
                    <a:pt x="5987" y="7964"/>
                  </a:cubicBezTo>
                  <a:cubicBezTo>
                    <a:pt x="5939" y="8093"/>
                    <a:pt x="5839" y="8174"/>
                    <a:pt x="5733" y="8249"/>
                  </a:cubicBezTo>
                  <a:cubicBezTo>
                    <a:pt x="5673" y="8292"/>
                    <a:pt x="5611" y="8334"/>
                    <a:pt x="5533" y="8339"/>
                  </a:cubicBezTo>
                  <a:cubicBezTo>
                    <a:pt x="5517" y="8340"/>
                    <a:pt x="5500" y="8340"/>
                    <a:pt x="5486" y="8335"/>
                  </a:cubicBezTo>
                  <a:cubicBezTo>
                    <a:pt x="5444" y="8321"/>
                    <a:pt x="5403" y="8302"/>
                    <a:pt x="5361" y="8286"/>
                  </a:cubicBezTo>
                  <a:cubicBezTo>
                    <a:pt x="5316" y="8269"/>
                    <a:pt x="5270" y="8253"/>
                    <a:pt x="5224" y="8238"/>
                  </a:cubicBezTo>
                  <a:cubicBezTo>
                    <a:pt x="5197" y="8229"/>
                    <a:pt x="5172" y="8220"/>
                    <a:pt x="5154" y="8195"/>
                  </a:cubicBezTo>
                  <a:cubicBezTo>
                    <a:pt x="5123" y="8153"/>
                    <a:pt x="5081" y="8124"/>
                    <a:pt x="5033" y="8103"/>
                  </a:cubicBezTo>
                  <a:cubicBezTo>
                    <a:pt x="4948" y="8067"/>
                    <a:pt x="4865" y="8026"/>
                    <a:pt x="4780" y="7991"/>
                  </a:cubicBezTo>
                  <a:cubicBezTo>
                    <a:pt x="4685" y="7951"/>
                    <a:pt x="4586" y="7929"/>
                    <a:pt x="4481" y="7936"/>
                  </a:cubicBezTo>
                  <a:cubicBezTo>
                    <a:pt x="4383" y="7942"/>
                    <a:pt x="4284" y="7947"/>
                    <a:pt x="4185" y="7950"/>
                  </a:cubicBezTo>
                  <a:cubicBezTo>
                    <a:pt x="4031" y="7954"/>
                    <a:pt x="3891" y="8004"/>
                    <a:pt x="3758" y="8077"/>
                  </a:cubicBezTo>
                  <a:cubicBezTo>
                    <a:pt x="3749" y="8082"/>
                    <a:pt x="3739" y="8087"/>
                    <a:pt x="3729" y="8092"/>
                  </a:cubicBezTo>
                  <a:cubicBezTo>
                    <a:pt x="3727" y="8090"/>
                    <a:pt x="3724" y="8088"/>
                    <a:pt x="3722" y="8085"/>
                  </a:cubicBezTo>
                  <a:cubicBezTo>
                    <a:pt x="3740" y="8063"/>
                    <a:pt x="3754" y="8036"/>
                    <a:pt x="3776" y="8019"/>
                  </a:cubicBezTo>
                  <a:cubicBezTo>
                    <a:pt x="3878" y="7939"/>
                    <a:pt x="3981" y="7861"/>
                    <a:pt x="4086" y="7785"/>
                  </a:cubicBezTo>
                  <a:cubicBezTo>
                    <a:pt x="4206" y="7698"/>
                    <a:pt x="4343" y="7648"/>
                    <a:pt x="4488" y="7623"/>
                  </a:cubicBezTo>
                  <a:cubicBezTo>
                    <a:pt x="4629" y="7599"/>
                    <a:pt x="4764" y="7554"/>
                    <a:pt x="4902" y="7520"/>
                  </a:cubicBezTo>
                  <a:cubicBezTo>
                    <a:pt x="5126" y="7464"/>
                    <a:pt x="5349" y="7464"/>
                    <a:pt x="5570" y="7554"/>
                  </a:cubicBezTo>
                  <a:cubicBezTo>
                    <a:pt x="5724" y="7617"/>
                    <a:pt x="5865" y="7701"/>
                    <a:pt x="6004" y="7790"/>
                  </a:cubicBezTo>
                  <a:cubicBezTo>
                    <a:pt x="6016" y="7798"/>
                    <a:pt x="6028" y="7806"/>
                    <a:pt x="6037" y="7816"/>
                  </a:cubicBezTo>
                  <a:cubicBezTo>
                    <a:pt x="6057" y="7837"/>
                    <a:pt x="6055" y="7867"/>
                    <a:pt x="6037" y="7889"/>
                  </a:cubicBezTo>
                  <a:moveTo>
                    <a:pt x="7153" y="7649"/>
                  </a:moveTo>
                  <a:cubicBezTo>
                    <a:pt x="7104" y="7672"/>
                    <a:pt x="7052" y="7670"/>
                    <a:pt x="7001" y="7649"/>
                  </a:cubicBezTo>
                  <a:cubicBezTo>
                    <a:pt x="6905" y="7608"/>
                    <a:pt x="6803" y="7601"/>
                    <a:pt x="6703" y="7609"/>
                  </a:cubicBezTo>
                  <a:cubicBezTo>
                    <a:pt x="6632" y="7615"/>
                    <a:pt x="6568" y="7650"/>
                    <a:pt x="6520" y="7711"/>
                  </a:cubicBezTo>
                  <a:cubicBezTo>
                    <a:pt x="6501" y="7737"/>
                    <a:pt x="6468" y="7759"/>
                    <a:pt x="6437" y="7768"/>
                  </a:cubicBezTo>
                  <a:cubicBezTo>
                    <a:pt x="6372" y="7786"/>
                    <a:pt x="6303" y="7794"/>
                    <a:pt x="6236" y="7808"/>
                  </a:cubicBezTo>
                  <a:cubicBezTo>
                    <a:pt x="6190" y="7818"/>
                    <a:pt x="6144" y="7831"/>
                    <a:pt x="6095" y="7843"/>
                  </a:cubicBezTo>
                  <a:cubicBezTo>
                    <a:pt x="6093" y="7794"/>
                    <a:pt x="6055" y="7771"/>
                    <a:pt x="6019" y="7747"/>
                  </a:cubicBezTo>
                  <a:cubicBezTo>
                    <a:pt x="5875" y="7652"/>
                    <a:pt x="5728" y="7564"/>
                    <a:pt x="5565" y="7506"/>
                  </a:cubicBezTo>
                  <a:cubicBezTo>
                    <a:pt x="5436" y="7460"/>
                    <a:pt x="5304" y="7429"/>
                    <a:pt x="5166" y="7442"/>
                  </a:cubicBezTo>
                  <a:cubicBezTo>
                    <a:pt x="5156" y="7443"/>
                    <a:pt x="5146" y="7443"/>
                    <a:pt x="5136" y="7443"/>
                  </a:cubicBezTo>
                  <a:cubicBezTo>
                    <a:pt x="5135" y="7443"/>
                    <a:pt x="5133" y="7441"/>
                    <a:pt x="5130" y="7438"/>
                  </a:cubicBezTo>
                  <a:cubicBezTo>
                    <a:pt x="5183" y="7426"/>
                    <a:pt x="5234" y="7411"/>
                    <a:pt x="5285" y="7403"/>
                  </a:cubicBezTo>
                  <a:cubicBezTo>
                    <a:pt x="5411" y="7384"/>
                    <a:pt x="5536" y="7365"/>
                    <a:pt x="5662" y="7352"/>
                  </a:cubicBezTo>
                  <a:cubicBezTo>
                    <a:pt x="5748" y="7343"/>
                    <a:pt x="5834" y="7338"/>
                    <a:pt x="5919" y="7340"/>
                  </a:cubicBezTo>
                  <a:cubicBezTo>
                    <a:pt x="5978" y="7341"/>
                    <a:pt x="6038" y="7353"/>
                    <a:pt x="6095" y="7369"/>
                  </a:cubicBezTo>
                  <a:cubicBezTo>
                    <a:pt x="6242" y="7408"/>
                    <a:pt x="6385" y="7465"/>
                    <a:pt x="6539" y="7467"/>
                  </a:cubicBezTo>
                  <a:cubicBezTo>
                    <a:pt x="6655" y="7469"/>
                    <a:pt x="6772" y="7468"/>
                    <a:pt x="6887" y="7458"/>
                  </a:cubicBezTo>
                  <a:cubicBezTo>
                    <a:pt x="6989" y="7450"/>
                    <a:pt x="7082" y="7464"/>
                    <a:pt x="7170" y="7515"/>
                  </a:cubicBezTo>
                  <a:cubicBezTo>
                    <a:pt x="7212" y="7539"/>
                    <a:pt x="7256" y="7559"/>
                    <a:pt x="7309" y="7559"/>
                  </a:cubicBezTo>
                  <a:cubicBezTo>
                    <a:pt x="7257" y="7590"/>
                    <a:pt x="7207" y="7624"/>
                    <a:pt x="7153" y="7650"/>
                  </a:cubicBezTo>
                  <a:lnTo>
                    <a:pt x="7153" y="7649"/>
                  </a:lnTo>
                  <a:moveTo>
                    <a:pt x="7289" y="7520"/>
                  </a:moveTo>
                  <a:cubicBezTo>
                    <a:pt x="7275" y="7518"/>
                    <a:pt x="7262" y="7512"/>
                    <a:pt x="7249" y="7506"/>
                  </a:cubicBezTo>
                  <a:cubicBezTo>
                    <a:pt x="7205" y="7485"/>
                    <a:pt x="7161" y="7463"/>
                    <a:pt x="7118" y="7442"/>
                  </a:cubicBezTo>
                  <a:cubicBezTo>
                    <a:pt x="7040" y="7402"/>
                    <a:pt x="6956" y="7415"/>
                    <a:pt x="6874" y="7416"/>
                  </a:cubicBezTo>
                  <a:cubicBezTo>
                    <a:pt x="6801" y="7417"/>
                    <a:pt x="6728" y="7427"/>
                    <a:pt x="6656" y="7427"/>
                  </a:cubicBezTo>
                  <a:cubicBezTo>
                    <a:pt x="6526" y="7429"/>
                    <a:pt x="6398" y="7417"/>
                    <a:pt x="6274" y="7374"/>
                  </a:cubicBezTo>
                  <a:cubicBezTo>
                    <a:pt x="6192" y="7345"/>
                    <a:pt x="6107" y="7321"/>
                    <a:pt x="6022" y="7305"/>
                  </a:cubicBezTo>
                  <a:cubicBezTo>
                    <a:pt x="5902" y="7282"/>
                    <a:pt x="5780" y="7295"/>
                    <a:pt x="5659" y="7308"/>
                  </a:cubicBezTo>
                  <a:cubicBezTo>
                    <a:pt x="5574" y="7317"/>
                    <a:pt x="5490" y="7327"/>
                    <a:pt x="5406" y="7336"/>
                  </a:cubicBezTo>
                  <a:cubicBezTo>
                    <a:pt x="5397" y="7337"/>
                    <a:pt x="5388" y="7336"/>
                    <a:pt x="5370" y="7336"/>
                  </a:cubicBezTo>
                  <a:cubicBezTo>
                    <a:pt x="5419" y="7306"/>
                    <a:pt x="5462" y="7282"/>
                    <a:pt x="5503" y="7254"/>
                  </a:cubicBezTo>
                  <a:cubicBezTo>
                    <a:pt x="5565" y="7212"/>
                    <a:pt x="5626" y="7168"/>
                    <a:pt x="5686" y="7123"/>
                  </a:cubicBezTo>
                  <a:cubicBezTo>
                    <a:pt x="5751" y="7073"/>
                    <a:pt x="5797" y="7008"/>
                    <a:pt x="5834" y="6935"/>
                  </a:cubicBezTo>
                  <a:cubicBezTo>
                    <a:pt x="5883" y="6835"/>
                    <a:pt x="5935" y="6737"/>
                    <a:pt x="5982" y="6637"/>
                  </a:cubicBezTo>
                  <a:cubicBezTo>
                    <a:pt x="6003" y="6592"/>
                    <a:pt x="6016" y="6542"/>
                    <a:pt x="6033" y="6492"/>
                  </a:cubicBezTo>
                  <a:cubicBezTo>
                    <a:pt x="6073" y="6482"/>
                    <a:pt x="6119" y="6473"/>
                    <a:pt x="6164" y="6459"/>
                  </a:cubicBezTo>
                  <a:cubicBezTo>
                    <a:pt x="6188" y="6452"/>
                    <a:pt x="6200" y="6460"/>
                    <a:pt x="6210" y="6481"/>
                  </a:cubicBezTo>
                  <a:cubicBezTo>
                    <a:pt x="6221" y="6505"/>
                    <a:pt x="6234" y="6529"/>
                    <a:pt x="6245" y="6554"/>
                  </a:cubicBezTo>
                  <a:cubicBezTo>
                    <a:pt x="6283" y="6638"/>
                    <a:pt x="6347" y="6685"/>
                    <a:pt x="6437" y="6704"/>
                  </a:cubicBezTo>
                  <a:cubicBezTo>
                    <a:pt x="6503" y="6718"/>
                    <a:pt x="6570" y="6738"/>
                    <a:pt x="6633" y="6763"/>
                  </a:cubicBezTo>
                  <a:cubicBezTo>
                    <a:pt x="6696" y="6787"/>
                    <a:pt x="6715" y="6831"/>
                    <a:pt x="6704" y="6898"/>
                  </a:cubicBezTo>
                  <a:cubicBezTo>
                    <a:pt x="6679" y="7054"/>
                    <a:pt x="6750" y="7152"/>
                    <a:pt x="6919" y="7186"/>
                  </a:cubicBezTo>
                  <a:cubicBezTo>
                    <a:pt x="6969" y="7196"/>
                    <a:pt x="7020" y="7198"/>
                    <a:pt x="7071" y="7205"/>
                  </a:cubicBezTo>
                  <a:cubicBezTo>
                    <a:pt x="7197" y="7222"/>
                    <a:pt x="7287" y="7308"/>
                    <a:pt x="7310" y="7433"/>
                  </a:cubicBezTo>
                  <a:cubicBezTo>
                    <a:pt x="7314" y="7450"/>
                    <a:pt x="7315" y="7468"/>
                    <a:pt x="7319" y="7485"/>
                  </a:cubicBezTo>
                  <a:cubicBezTo>
                    <a:pt x="7326" y="7512"/>
                    <a:pt x="7313" y="7522"/>
                    <a:pt x="7289" y="7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6715005" y="1064630"/>
              <a:ext cx="194760" cy="270000"/>
            </a:xfrm>
            <a:custGeom>
              <a:avLst/>
              <a:gdLst/>
              <a:ahLst/>
              <a:cxnLst/>
              <a:rect l="l" t="t" r="r" b="b"/>
              <a:pathLst>
                <a:path w="541" h="750" extrusionOk="0">
                  <a:moveTo>
                    <a:pt x="121" y="568"/>
                  </a:moveTo>
                  <a:cubicBezTo>
                    <a:pt x="139" y="561"/>
                    <a:pt x="157" y="550"/>
                    <a:pt x="174" y="542"/>
                  </a:cubicBezTo>
                  <a:cubicBezTo>
                    <a:pt x="174" y="581"/>
                    <a:pt x="171" y="619"/>
                    <a:pt x="175" y="656"/>
                  </a:cubicBezTo>
                  <a:cubicBezTo>
                    <a:pt x="178" y="696"/>
                    <a:pt x="193" y="732"/>
                    <a:pt x="235" y="745"/>
                  </a:cubicBezTo>
                  <a:cubicBezTo>
                    <a:pt x="280" y="758"/>
                    <a:pt x="320" y="744"/>
                    <a:pt x="351" y="710"/>
                  </a:cubicBezTo>
                  <a:cubicBezTo>
                    <a:pt x="396" y="662"/>
                    <a:pt x="425" y="607"/>
                    <a:pt x="431" y="540"/>
                  </a:cubicBezTo>
                  <a:cubicBezTo>
                    <a:pt x="432" y="530"/>
                    <a:pt x="442" y="518"/>
                    <a:pt x="451" y="514"/>
                  </a:cubicBezTo>
                  <a:cubicBezTo>
                    <a:pt x="496" y="494"/>
                    <a:pt x="523" y="461"/>
                    <a:pt x="533" y="415"/>
                  </a:cubicBezTo>
                  <a:cubicBezTo>
                    <a:pt x="540" y="383"/>
                    <a:pt x="541" y="350"/>
                    <a:pt x="541" y="318"/>
                  </a:cubicBezTo>
                  <a:cubicBezTo>
                    <a:pt x="542" y="244"/>
                    <a:pt x="469" y="174"/>
                    <a:pt x="398" y="176"/>
                  </a:cubicBezTo>
                  <a:cubicBezTo>
                    <a:pt x="398" y="150"/>
                    <a:pt x="401" y="123"/>
                    <a:pt x="397" y="98"/>
                  </a:cubicBezTo>
                  <a:cubicBezTo>
                    <a:pt x="386" y="15"/>
                    <a:pt x="346" y="-16"/>
                    <a:pt x="268" y="9"/>
                  </a:cubicBezTo>
                  <a:cubicBezTo>
                    <a:pt x="151" y="45"/>
                    <a:pt x="100" y="121"/>
                    <a:pt x="103" y="241"/>
                  </a:cubicBezTo>
                  <a:cubicBezTo>
                    <a:pt x="72" y="270"/>
                    <a:pt x="39" y="288"/>
                    <a:pt x="26" y="315"/>
                  </a:cubicBezTo>
                  <a:cubicBezTo>
                    <a:pt x="-4" y="382"/>
                    <a:pt x="-9" y="455"/>
                    <a:pt x="16" y="525"/>
                  </a:cubicBezTo>
                  <a:cubicBezTo>
                    <a:pt x="33" y="575"/>
                    <a:pt x="72" y="588"/>
                    <a:pt x="121" y="568"/>
                  </a:cubicBezTo>
                  <a:moveTo>
                    <a:pt x="389" y="527"/>
                  </a:moveTo>
                  <a:cubicBezTo>
                    <a:pt x="384" y="582"/>
                    <a:pt x="364" y="630"/>
                    <a:pt x="327" y="671"/>
                  </a:cubicBezTo>
                  <a:cubicBezTo>
                    <a:pt x="307" y="694"/>
                    <a:pt x="285" y="714"/>
                    <a:pt x="252" y="705"/>
                  </a:cubicBezTo>
                  <a:cubicBezTo>
                    <a:pt x="220" y="697"/>
                    <a:pt x="218" y="666"/>
                    <a:pt x="213" y="640"/>
                  </a:cubicBezTo>
                  <a:cubicBezTo>
                    <a:pt x="212" y="631"/>
                    <a:pt x="211" y="623"/>
                    <a:pt x="210" y="616"/>
                  </a:cubicBezTo>
                  <a:cubicBezTo>
                    <a:pt x="213" y="567"/>
                    <a:pt x="218" y="519"/>
                    <a:pt x="264" y="492"/>
                  </a:cubicBezTo>
                  <a:cubicBezTo>
                    <a:pt x="288" y="479"/>
                    <a:pt x="315" y="471"/>
                    <a:pt x="342" y="465"/>
                  </a:cubicBezTo>
                  <a:cubicBezTo>
                    <a:pt x="359" y="462"/>
                    <a:pt x="391" y="506"/>
                    <a:pt x="389" y="527"/>
                  </a:cubicBezTo>
                  <a:moveTo>
                    <a:pt x="421" y="220"/>
                  </a:moveTo>
                  <a:cubicBezTo>
                    <a:pt x="451" y="245"/>
                    <a:pt x="499" y="258"/>
                    <a:pt x="497" y="312"/>
                  </a:cubicBezTo>
                  <a:cubicBezTo>
                    <a:pt x="496" y="373"/>
                    <a:pt x="506" y="439"/>
                    <a:pt x="431" y="474"/>
                  </a:cubicBezTo>
                  <a:cubicBezTo>
                    <a:pt x="412" y="441"/>
                    <a:pt x="390" y="418"/>
                    <a:pt x="353" y="412"/>
                  </a:cubicBezTo>
                  <a:cubicBezTo>
                    <a:pt x="343" y="411"/>
                    <a:pt x="331" y="397"/>
                    <a:pt x="327" y="387"/>
                  </a:cubicBezTo>
                  <a:cubicBezTo>
                    <a:pt x="295" y="318"/>
                    <a:pt x="295" y="318"/>
                    <a:pt x="357" y="269"/>
                  </a:cubicBezTo>
                  <a:cubicBezTo>
                    <a:pt x="377" y="253"/>
                    <a:pt x="398" y="238"/>
                    <a:pt x="421" y="220"/>
                  </a:cubicBezTo>
                  <a:moveTo>
                    <a:pt x="247" y="62"/>
                  </a:moveTo>
                  <a:cubicBezTo>
                    <a:pt x="252" y="59"/>
                    <a:pt x="257" y="57"/>
                    <a:pt x="262" y="55"/>
                  </a:cubicBezTo>
                  <a:cubicBezTo>
                    <a:pt x="331" y="27"/>
                    <a:pt x="360" y="48"/>
                    <a:pt x="359" y="123"/>
                  </a:cubicBezTo>
                  <a:cubicBezTo>
                    <a:pt x="358" y="189"/>
                    <a:pt x="293" y="284"/>
                    <a:pt x="231" y="308"/>
                  </a:cubicBezTo>
                  <a:cubicBezTo>
                    <a:pt x="203" y="319"/>
                    <a:pt x="177" y="311"/>
                    <a:pt x="163" y="283"/>
                  </a:cubicBezTo>
                  <a:cubicBezTo>
                    <a:pt x="119" y="198"/>
                    <a:pt x="150" y="117"/>
                    <a:pt x="247" y="62"/>
                  </a:cubicBezTo>
                  <a:moveTo>
                    <a:pt x="58" y="341"/>
                  </a:moveTo>
                  <a:cubicBezTo>
                    <a:pt x="59" y="329"/>
                    <a:pt x="72" y="318"/>
                    <a:pt x="82" y="308"/>
                  </a:cubicBezTo>
                  <a:cubicBezTo>
                    <a:pt x="97" y="294"/>
                    <a:pt x="114" y="292"/>
                    <a:pt x="126" y="312"/>
                  </a:cubicBezTo>
                  <a:cubicBezTo>
                    <a:pt x="157" y="358"/>
                    <a:pt x="200" y="364"/>
                    <a:pt x="252" y="349"/>
                  </a:cubicBezTo>
                  <a:cubicBezTo>
                    <a:pt x="256" y="358"/>
                    <a:pt x="258" y="365"/>
                    <a:pt x="261" y="372"/>
                  </a:cubicBezTo>
                  <a:cubicBezTo>
                    <a:pt x="281" y="418"/>
                    <a:pt x="281" y="417"/>
                    <a:pt x="237" y="445"/>
                  </a:cubicBezTo>
                  <a:cubicBezTo>
                    <a:pt x="197" y="470"/>
                    <a:pt x="158" y="498"/>
                    <a:pt x="117" y="522"/>
                  </a:cubicBezTo>
                  <a:cubicBezTo>
                    <a:pt x="78" y="545"/>
                    <a:pt x="55" y="537"/>
                    <a:pt x="51" y="492"/>
                  </a:cubicBezTo>
                  <a:cubicBezTo>
                    <a:pt x="46" y="442"/>
                    <a:pt x="53" y="391"/>
                    <a:pt x="58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7013085" y="1112510"/>
              <a:ext cx="162360" cy="216360"/>
            </a:xfrm>
            <a:custGeom>
              <a:avLst/>
              <a:gdLst/>
              <a:ahLst/>
              <a:cxnLst/>
              <a:rect l="l" t="t" r="r" b="b"/>
              <a:pathLst>
                <a:path w="451" h="601" extrusionOk="0">
                  <a:moveTo>
                    <a:pt x="319" y="23"/>
                  </a:moveTo>
                  <a:cubicBezTo>
                    <a:pt x="285" y="65"/>
                    <a:pt x="252" y="107"/>
                    <a:pt x="221" y="147"/>
                  </a:cubicBezTo>
                  <a:cubicBezTo>
                    <a:pt x="211" y="130"/>
                    <a:pt x="199" y="106"/>
                    <a:pt x="185" y="84"/>
                  </a:cubicBezTo>
                  <a:cubicBezTo>
                    <a:pt x="180" y="76"/>
                    <a:pt x="172" y="67"/>
                    <a:pt x="165" y="67"/>
                  </a:cubicBezTo>
                  <a:cubicBezTo>
                    <a:pt x="119" y="63"/>
                    <a:pt x="77" y="72"/>
                    <a:pt x="50" y="113"/>
                  </a:cubicBezTo>
                  <a:cubicBezTo>
                    <a:pt x="9" y="172"/>
                    <a:pt x="-6" y="239"/>
                    <a:pt x="2" y="308"/>
                  </a:cubicBezTo>
                  <a:cubicBezTo>
                    <a:pt x="10" y="372"/>
                    <a:pt x="68" y="397"/>
                    <a:pt x="124" y="365"/>
                  </a:cubicBezTo>
                  <a:cubicBezTo>
                    <a:pt x="130" y="361"/>
                    <a:pt x="135" y="358"/>
                    <a:pt x="141" y="355"/>
                  </a:cubicBezTo>
                  <a:cubicBezTo>
                    <a:pt x="143" y="357"/>
                    <a:pt x="145" y="359"/>
                    <a:pt x="147" y="361"/>
                  </a:cubicBezTo>
                  <a:cubicBezTo>
                    <a:pt x="137" y="378"/>
                    <a:pt x="127" y="395"/>
                    <a:pt x="117" y="413"/>
                  </a:cubicBezTo>
                  <a:cubicBezTo>
                    <a:pt x="85" y="471"/>
                    <a:pt x="91" y="535"/>
                    <a:pt x="131" y="569"/>
                  </a:cubicBezTo>
                  <a:cubicBezTo>
                    <a:pt x="175" y="606"/>
                    <a:pt x="276" y="613"/>
                    <a:pt x="323" y="579"/>
                  </a:cubicBezTo>
                  <a:cubicBezTo>
                    <a:pt x="338" y="569"/>
                    <a:pt x="351" y="552"/>
                    <a:pt x="358" y="535"/>
                  </a:cubicBezTo>
                  <a:cubicBezTo>
                    <a:pt x="385" y="469"/>
                    <a:pt x="344" y="385"/>
                    <a:pt x="274" y="360"/>
                  </a:cubicBezTo>
                  <a:cubicBezTo>
                    <a:pt x="240" y="347"/>
                    <a:pt x="203" y="340"/>
                    <a:pt x="168" y="331"/>
                  </a:cubicBezTo>
                  <a:cubicBezTo>
                    <a:pt x="183" y="304"/>
                    <a:pt x="199" y="278"/>
                    <a:pt x="215" y="251"/>
                  </a:cubicBezTo>
                  <a:cubicBezTo>
                    <a:pt x="218" y="254"/>
                    <a:pt x="221" y="256"/>
                    <a:pt x="222" y="259"/>
                  </a:cubicBezTo>
                  <a:cubicBezTo>
                    <a:pt x="242" y="309"/>
                    <a:pt x="286" y="323"/>
                    <a:pt x="333" y="324"/>
                  </a:cubicBezTo>
                  <a:cubicBezTo>
                    <a:pt x="381" y="324"/>
                    <a:pt x="416" y="296"/>
                    <a:pt x="432" y="251"/>
                  </a:cubicBezTo>
                  <a:cubicBezTo>
                    <a:pt x="460" y="171"/>
                    <a:pt x="458" y="91"/>
                    <a:pt x="417" y="15"/>
                  </a:cubicBezTo>
                  <a:cubicBezTo>
                    <a:pt x="414" y="9"/>
                    <a:pt x="407" y="3"/>
                    <a:pt x="400" y="2"/>
                  </a:cubicBezTo>
                  <a:cubicBezTo>
                    <a:pt x="371" y="-2"/>
                    <a:pt x="340" y="-2"/>
                    <a:pt x="319" y="24"/>
                  </a:cubicBezTo>
                  <a:lnTo>
                    <a:pt x="319" y="23"/>
                  </a:lnTo>
                  <a:moveTo>
                    <a:pt x="174" y="398"/>
                  </a:moveTo>
                  <a:cubicBezTo>
                    <a:pt x="177" y="392"/>
                    <a:pt x="185" y="387"/>
                    <a:pt x="192" y="386"/>
                  </a:cubicBezTo>
                  <a:cubicBezTo>
                    <a:pt x="255" y="373"/>
                    <a:pt x="326" y="435"/>
                    <a:pt x="322" y="499"/>
                  </a:cubicBezTo>
                  <a:cubicBezTo>
                    <a:pt x="320" y="530"/>
                    <a:pt x="304" y="548"/>
                    <a:pt x="275" y="554"/>
                  </a:cubicBezTo>
                  <a:cubicBezTo>
                    <a:pt x="261" y="557"/>
                    <a:pt x="247" y="557"/>
                    <a:pt x="228" y="558"/>
                  </a:cubicBezTo>
                  <a:cubicBezTo>
                    <a:pt x="217" y="556"/>
                    <a:pt x="200" y="556"/>
                    <a:pt x="185" y="551"/>
                  </a:cubicBezTo>
                  <a:cubicBezTo>
                    <a:pt x="147" y="539"/>
                    <a:pt x="129" y="512"/>
                    <a:pt x="139" y="474"/>
                  </a:cubicBezTo>
                  <a:cubicBezTo>
                    <a:pt x="146" y="447"/>
                    <a:pt x="161" y="423"/>
                    <a:pt x="174" y="398"/>
                  </a:cubicBezTo>
                  <a:moveTo>
                    <a:pt x="181" y="192"/>
                  </a:moveTo>
                  <a:cubicBezTo>
                    <a:pt x="175" y="240"/>
                    <a:pt x="155" y="282"/>
                    <a:pt x="118" y="313"/>
                  </a:cubicBezTo>
                  <a:cubicBezTo>
                    <a:pt x="104" y="325"/>
                    <a:pt x="78" y="336"/>
                    <a:pt x="65" y="330"/>
                  </a:cubicBezTo>
                  <a:cubicBezTo>
                    <a:pt x="50" y="325"/>
                    <a:pt x="44" y="299"/>
                    <a:pt x="34" y="281"/>
                  </a:cubicBezTo>
                  <a:cubicBezTo>
                    <a:pt x="47" y="237"/>
                    <a:pt x="56" y="195"/>
                    <a:pt x="71" y="156"/>
                  </a:cubicBezTo>
                  <a:cubicBezTo>
                    <a:pt x="85" y="121"/>
                    <a:pt x="120" y="100"/>
                    <a:pt x="141" y="107"/>
                  </a:cubicBezTo>
                  <a:cubicBezTo>
                    <a:pt x="160" y="113"/>
                    <a:pt x="184" y="164"/>
                    <a:pt x="181" y="192"/>
                  </a:cubicBezTo>
                  <a:moveTo>
                    <a:pt x="398" y="81"/>
                  </a:moveTo>
                  <a:cubicBezTo>
                    <a:pt x="404" y="104"/>
                    <a:pt x="405" y="128"/>
                    <a:pt x="408" y="152"/>
                  </a:cubicBezTo>
                  <a:cubicBezTo>
                    <a:pt x="403" y="179"/>
                    <a:pt x="401" y="206"/>
                    <a:pt x="392" y="232"/>
                  </a:cubicBezTo>
                  <a:cubicBezTo>
                    <a:pt x="379" y="271"/>
                    <a:pt x="345" y="288"/>
                    <a:pt x="308" y="278"/>
                  </a:cubicBezTo>
                  <a:cubicBezTo>
                    <a:pt x="264" y="266"/>
                    <a:pt x="254" y="247"/>
                    <a:pt x="260" y="198"/>
                  </a:cubicBezTo>
                  <a:cubicBezTo>
                    <a:pt x="267" y="143"/>
                    <a:pt x="297" y="101"/>
                    <a:pt x="334" y="64"/>
                  </a:cubicBezTo>
                  <a:cubicBezTo>
                    <a:pt x="362" y="36"/>
                    <a:pt x="388" y="43"/>
                    <a:pt x="398" y="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6541485" y="1566470"/>
              <a:ext cx="182160" cy="212760"/>
            </a:xfrm>
            <a:custGeom>
              <a:avLst/>
              <a:gdLst/>
              <a:ahLst/>
              <a:cxnLst/>
              <a:rect l="l" t="t" r="r" b="b"/>
              <a:pathLst>
                <a:path w="506" h="591" extrusionOk="0">
                  <a:moveTo>
                    <a:pt x="43" y="338"/>
                  </a:moveTo>
                  <a:cubicBezTo>
                    <a:pt x="68" y="389"/>
                    <a:pt x="101" y="430"/>
                    <a:pt x="166" y="428"/>
                  </a:cubicBezTo>
                  <a:cubicBezTo>
                    <a:pt x="166" y="441"/>
                    <a:pt x="166" y="452"/>
                    <a:pt x="166" y="462"/>
                  </a:cubicBezTo>
                  <a:cubicBezTo>
                    <a:pt x="165" y="528"/>
                    <a:pt x="211" y="583"/>
                    <a:pt x="272" y="591"/>
                  </a:cubicBezTo>
                  <a:cubicBezTo>
                    <a:pt x="326" y="598"/>
                    <a:pt x="384" y="555"/>
                    <a:pt x="400" y="496"/>
                  </a:cubicBezTo>
                  <a:cubicBezTo>
                    <a:pt x="426" y="402"/>
                    <a:pt x="391" y="347"/>
                    <a:pt x="295" y="328"/>
                  </a:cubicBezTo>
                  <a:cubicBezTo>
                    <a:pt x="285" y="326"/>
                    <a:pt x="276" y="321"/>
                    <a:pt x="269" y="319"/>
                  </a:cubicBezTo>
                  <a:cubicBezTo>
                    <a:pt x="272" y="292"/>
                    <a:pt x="274" y="269"/>
                    <a:pt x="276" y="246"/>
                  </a:cubicBezTo>
                  <a:cubicBezTo>
                    <a:pt x="362" y="291"/>
                    <a:pt x="442" y="268"/>
                    <a:pt x="491" y="182"/>
                  </a:cubicBezTo>
                  <a:cubicBezTo>
                    <a:pt x="513" y="142"/>
                    <a:pt x="511" y="103"/>
                    <a:pt x="484" y="66"/>
                  </a:cubicBezTo>
                  <a:cubicBezTo>
                    <a:pt x="455" y="26"/>
                    <a:pt x="426" y="-8"/>
                    <a:pt x="369" y="2"/>
                  </a:cubicBezTo>
                  <a:cubicBezTo>
                    <a:pt x="313" y="12"/>
                    <a:pt x="248" y="76"/>
                    <a:pt x="239" y="133"/>
                  </a:cubicBezTo>
                  <a:cubicBezTo>
                    <a:pt x="235" y="160"/>
                    <a:pt x="215" y="168"/>
                    <a:pt x="193" y="152"/>
                  </a:cubicBezTo>
                  <a:cubicBezTo>
                    <a:pt x="190" y="149"/>
                    <a:pt x="187" y="145"/>
                    <a:pt x="184" y="143"/>
                  </a:cubicBezTo>
                  <a:cubicBezTo>
                    <a:pt x="143" y="107"/>
                    <a:pt x="93" y="101"/>
                    <a:pt x="48" y="127"/>
                  </a:cubicBezTo>
                  <a:cubicBezTo>
                    <a:pt x="6" y="150"/>
                    <a:pt x="-9" y="186"/>
                    <a:pt x="5" y="245"/>
                  </a:cubicBezTo>
                  <a:cubicBezTo>
                    <a:pt x="13" y="277"/>
                    <a:pt x="28" y="308"/>
                    <a:pt x="42" y="338"/>
                  </a:cubicBezTo>
                  <a:lnTo>
                    <a:pt x="43" y="338"/>
                  </a:lnTo>
                  <a:moveTo>
                    <a:pt x="324" y="78"/>
                  </a:moveTo>
                  <a:cubicBezTo>
                    <a:pt x="330" y="76"/>
                    <a:pt x="336" y="73"/>
                    <a:pt x="341" y="69"/>
                  </a:cubicBezTo>
                  <a:cubicBezTo>
                    <a:pt x="385" y="39"/>
                    <a:pt x="401" y="37"/>
                    <a:pt x="424" y="60"/>
                  </a:cubicBezTo>
                  <a:cubicBezTo>
                    <a:pt x="469" y="106"/>
                    <a:pt x="473" y="135"/>
                    <a:pt x="441" y="177"/>
                  </a:cubicBezTo>
                  <a:cubicBezTo>
                    <a:pt x="415" y="211"/>
                    <a:pt x="383" y="229"/>
                    <a:pt x="351" y="229"/>
                  </a:cubicBezTo>
                  <a:cubicBezTo>
                    <a:pt x="315" y="228"/>
                    <a:pt x="286" y="204"/>
                    <a:pt x="279" y="170"/>
                  </a:cubicBezTo>
                  <a:cubicBezTo>
                    <a:pt x="272" y="134"/>
                    <a:pt x="292" y="92"/>
                    <a:pt x="324" y="78"/>
                  </a:cubicBezTo>
                  <a:moveTo>
                    <a:pt x="310" y="373"/>
                  </a:moveTo>
                  <a:cubicBezTo>
                    <a:pt x="339" y="375"/>
                    <a:pt x="365" y="410"/>
                    <a:pt x="367" y="445"/>
                  </a:cubicBezTo>
                  <a:cubicBezTo>
                    <a:pt x="362" y="464"/>
                    <a:pt x="359" y="485"/>
                    <a:pt x="350" y="503"/>
                  </a:cubicBezTo>
                  <a:cubicBezTo>
                    <a:pt x="332" y="541"/>
                    <a:pt x="292" y="558"/>
                    <a:pt x="259" y="544"/>
                  </a:cubicBezTo>
                  <a:cubicBezTo>
                    <a:pt x="219" y="527"/>
                    <a:pt x="196" y="479"/>
                    <a:pt x="209" y="440"/>
                  </a:cubicBezTo>
                  <a:cubicBezTo>
                    <a:pt x="225" y="395"/>
                    <a:pt x="264" y="369"/>
                    <a:pt x="310" y="373"/>
                  </a:cubicBezTo>
                  <a:moveTo>
                    <a:pt x="122" y="156"/>
                  </a:moveTo>
                  <a:cubicBezTo>
                    <a:pt x="159" y="176"/>
                    <a:pt x="194" y="205"/>
                    <a:pt x="220" y="237"/>
                  </a:cubicBezTo>
                  <a:cubicBezTo>
                    <a:pt x="249" y="275"/>
                    <a:pt x="209" y="368"/>
                    <a:pt x="163" y="380"/>
                  </a:cubicBezTo>
                  <a:cubicBezTo>
                    <a:pt x="149" y="384"/>
                    <a:pt x="127" y="377"/>
                    <a:pt x="117" y="367"/>
                  </a:cubicBezTo>
                  <a:cubicBezTo>
                    <a:pt x="74" y="324"/>
                    <a:pt x="52" y="271"/>
                    <a:pt x="42" y="222"/>
                  </a:cubicBezTo>
                  <a:cubicBezTo>
                    <a:pt x="42" y="171"/>
                    <a:pt x="86" y="136"/>
                    <a:pt x="122" y="1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6583605" y="1286390"/>
              <a:ext cx="205560" cy="124920"/>
            </a:xfrm>
            <a:custGeom>
              <a:avLst/>
              <a:gdLst/>
              <a:ahLst/>
              <a:cxnLst/>
              <a:rect l="l" t="t" r="r" b="b"/>
              <a:pathLst>
                <a:path w="571" h="347" extrusionOk="0">
                  <a:moveTo>
                    <a:pt x="210" y="344"/>
                  </a:moveTo>
                  <a:cubicBezTo>
                    <a:pt x="257" y="336"/>
                    <a:pt x="293" y="313"/>
                    <a:pt x="309" y="265"/>
                  </a:cubicBezTo>
                  <a:cubicBezTo>
                    <a:pt x="316" y="241"/>
                    <a:pt x="323" y="216"/>
                    <a:pt x="331" y="189"/>
                  </a:cubicBezTo>
                  <a:cubicBezTo>
                    <a:pt x="340" y="200"/>
                    <a:pt x="346" y="207"/>
                    <a:pt x="352" y="214"/>
                  </a:cubicBezTo>
                  <a:cubicBezTo>
                    <a:pt x="394" y="260"/>
                    <a:pt x="439" y="301"/>
                    <a:pt x="507" y="297"/>
                  </a:cubicBezTo>
                  <a:cubicBezTo>
                    <a:pt x="553" y="294"/>
                    <a:pt x="584" y="252"/>
                    <a:pt x="565" y="210"/>
                  </a:cubicBezTo>
                  <a:cubicBezTo>
                    <a:pt x="536" y="146"/>
                    <a:pt x="473" y="126"/>
                    <a:pt x="414" y="106"/>
                  </a:cubicBezTo>
                  <a:cubicBezTo>
                    <a:pt x="390" y="97"/>
                    <a:pt x="357" y="112"/>
                    <a:pt x="319" y="117"/>
                  </a:cubicBezTo>
                  <a:cubicBezTo>
                    <a:pt x="305" y="96"/>
                    <a:pt x="286" y="67"/>
                    <a:pt x="267" y="38"/>
                  </a:cubicBezTo>
                  <a:cubicBezTo>
                    <a:pt x="238" y="-4"/>
                    <a:pt x="211" y="-10"/>
                    <a:pt x="167" y="16"/>
                  </a:cubicBezTo>
                  <a:cubicBezTo>
                    <a:pt x="131" y="37"/>
                    <a:pt x="95" y="60"/>
                    <a:pt x="60" y="83"/>
                  </a:cubicBezTo>
                  <a:cubicBezTo>
                    <a:pt x="-2" y="125"/>
                    <a:pt x="-17" y="186"/>
                    <a:pt x="17" y="251"/>
                  </a:cubicBezTo>
                  <a:cubicBezTo>
                    <a:pt x="54" y="325"/>
                    <a:pt x="126" y="359"/>
                    <a:pt x="210" y="344"/>
                  </a:cubicBezTo>
                  <a:moveTo>
                    <a:pt x="513" y="211"/>
                  </a:moveTo>
                  <a:cubicBezTo>
                    <a:pt x="520" y="219"/>
                    <a:pt x="520" y="232"/>
                    <a:pt x="524" y="242"/>
                  </a:cubicBezTo>
                  <a:cubicBezTo>
                    <a:pt x="512" y="245"/>
                    <a:pt x="501" y="252"/>
                    <a:pt x="490" y="252"/>
                  </a:cubicBezTo>
                  <a:cubicBezTo>
                    <a:pt x="425" y="249"/>
                    <a:pt x="404" y="199"/>
                    <a:pt x="386" y="147"/>
                  </a:cubicBezTo>
                  <a:cubicBezTo>
                    <a:pt x="433" y="161"/>
                    <a:pt x="481" y="170"/>
                    <a:pt x="513" y="211"/>
                  </a:cubicBezTo>
                  <a:moveTo>
                    <a:pt x="80" y="122"/>
                  </a:moveTo>
                  <a:cubicBezTo>
                    <a:pt x="115" y="96"/>
                    <a:pt x="153" y="75"/>
                    <a:pt x="189" y="51"/>
                  </a:cubicBezTo>
                  <a:cubicBezTo>
                    <a:pt x="209" y="38"/>
                    <a:pt x="222" y="43"/>
                    <a:pt x="235" y="62"/>
                  </a:cubicBezTo>
                  <a:cubicBezTo>
                    <a:pt x="253" y="91"/>
                    <a:pt x="272" y="118"/>
                    <a:pt x="291" y="146"/>
                  </a:cubicBezTo>
                  <a:cubicBezTo>
                    <a:pt x="293" y="150"/>
                    <a:pt x="298" y="155"/>
                    <a:pt x="297" y="157"/>
                  </a:cubicBezTo>
                  <a:cubicBezTo>
                    <a:pt x="284" y="196"/>
                    <a:pt x="275" y="238"/>
                    <a:pt x="254" y="272"/>
                  </a:cubicBezTo>
                  <a:cubicBezTo>
                    <a:pt x="242" y="291"/>
                    <a:pt x="210" y="297"/>
                    <a:pt x="187" y="309"/>
                  </a:cubicBezTo>
                  <a:cubicBezTo>
                    <a:pt x="186" y="306"/>
                    <a:pt x="184" y="304"/>
                    <a:pt x="183" y="301"/>
                  </a:cubicBezTo>
                  <a:cubicBezTo>
                    <a:pt x="128" y="300"/>
                    <a:pt x="80" y="288"/>
                    <a:pt x="55" y="231"/>
                  </a:cubicBezTo>
                  <a:cubicBezTo>
                    <a:pt x="35" y="186"/>
                    <a:pt x="40" y="150"/>
                    <a:pt x="80" y="1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6614925" y="2303390"/>
              <a:ext cx="96120" cy="221040"/>
            </a:xfrm>
            <a:custGeom>
              <a:avLst/>
              <a:gdLst/>
              <a:ahLst/>
              <a:cxnLst/>
              <a:rect l="l" t="t" r="r" b="b"/>
              <a:pathLst>
                <a:path w="267" h="614" extrusionOk="0">
                  <a:moveTo>
                    <a:pt x="251" y="93"/>
                  </a:moveTo>
                  <a:cubicBezTo>
                    <a:pt x="230" y="41"/>
                    <a:pt x="193" y="5"/>
                    <a:pt x="139" y="1"/>
                  </a:cubicBezTo>
                  <a:cubicBezTo>
                    <a:pt x="86" y="-3"/>
                    <a:pt x="52" y="36"/>
                    <a:pt x="27" y="79"/>
                  </a:cubicBezTo>
                  <a:cubicBezTo>
                    <a:pt x="1" y="122"/>
                    <a:pt x="-3" y="169"/>
                    <a:pt x="1" y="217"/>
                  </a:cubicBezTo>
                  <a:cubicBezTo>
                    <a:pt x="6" y="267"/>
                    <a:pt x="30" y="307"/>
                    <a:pt x="65" y="335"/>
                  </a:cubicBezTo>
                  <a:cubicBezTo>
                    <a:pt x="49" y="354"/>
                    <a:pt x="32" y="368"/>
                    <a:pt x="24" y="387"/>
                  </a:cubicBezTo>
                  <a:cubicBezTo>
                    <a:pt x="-5" y="450"/>
                    <a:pt x="-1" y="513"/>
                    <a:pt x="36" y="573"/>
                  </a:cubicBezTo>
                  <a:cubicBezTo>
                    <a:pt x="68" y="622"/>
                    <a:pt x="119" y="629"/>
                    <a:pt x="155" y="584"/>
                  </a:cubicBezTo>
                  <a:cubicBezTo>
                    <a:pt x="227" y="493"/>
                    <a:pt x="248" y="432"/>
                    <a:pt x="171" y="348"/>
                  </a:cubicBezTo>
                  <a:cubicBezTo>
                    <a:pt x="259" y="281"/>
                    <a:pt x="288" y="186"/>
                    <a:pt x="251" y="93"/>
                  </a:cubicBezTo>
                  <a:moveTo>
                    <a:pt x="174" y="460"/>
                  </a:moveTo>
                  <a:cubicBezTo>
                    <a:pt x="161" y="493"/>
                    <a:pt x="145" y="525"/>
                    <a:pt x="125" y="554"/>
                  </a:cubicBezTo>
                  <a:cubicBezTo>
                    <a:pt x="108" y="579"/>
                    <a:pt x="86" y="577"/>
                    <a:pt x="72" y="549"/>
                  </a:cubicBezTo>
                  <a:cubicBezTo>
                    <a:pt x="58" y="523"/>
                    <a:pt x="50" y="494"/>
                    <a:pt x="42" y="472"/>
                  </a:cubicBezTo>
                  <a:cubicBezTo>
                    <a:pt x="47" y="446"/>
                    <a:pt x="49" y="426"/>
                    <a:pt x="56" y="411"/>
                  </a:cubicBezTo>
                  <a:cubicBezTo>
                    <a:pt x="69" y="383"/>
                    <a:pt x="105" y="366"/>
                    <a:pt x="125" y="373"/>
                  </a:cubicBezTo>
                  <a:cubicBezTo>
                    <a:pt x="154" y="384"/>
                    <a:pt x="184" y="432"/>
                    <a:pt x="174" y="460"/>
                  </a:cubicBezTo>
                  <a:moveTo>
                    <a:pt x="66" y="272"/>
                  </a:moveTo>
                  <a:cubicBezTo>
                    <a:pt x="33" y="223"/>
                    <a:pt x="30" y="141"/>
                    <a:pt x="68" y="97"/>
                  </a:cubicBezTo>
                  <a:cubicBezTo>
                    <a:pt x="86" y="77"/>
                    <a:pt x="100" y="40"/>
                    <a:pt x="142" y="49"/>
                  </a:cubicBezTo>
                  <a:cubicBezTo>
                    <a:pt x="183" y="57"/>
                    <a:pt x="203" y="84"/>
                    <a:pt x="214" y="120"/>
                  </a:cubicBezTo>
                  <a:cubicBezTo>
                    <a:pt x="219" y="136"/>
                    <a:pt x="222" y="154"/>
                    <a:pt x="225" y="171"/>
                  </a:cubicBezTo>
                  <a:cubicBezTo>
                    <a:pt x="227" y="172"/>
                    <a:pt x="229" y="173"/>
                    <a:pt x="231" y="174"/>
                  </a:cubicBezTo>
                  <a:cubicBezTo>
                    <a:pt x="217" y="209"/>
                    <a:pt x="207" y="246"/>
                    <a:pt x="187" y="276"/>
                  </a:cubicBezTo>
                  <a:cubicBezTo>
                    <a:pt x="154" y="325"/>
                    <a:pt x="99" y="321"/>
                    <a:pt x="66" y="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4" name="Google Shape;264;p22"/>
            <p:cNvSpPr/>
            <p:nvPr/>
          </p:nvSpPr>
          <p:spPr>
            <a:xfrm>
              <a:off x="6806445" y="840350"/>
              <a:ext cx="110880" cy="173520"/>
            </a:xfrm>
            <a:custGeom>
              <a:avLst/>
              <a:gdLst/>
              <a:ahLst/>
              <a:cxnLst/>
              <a:rect l="l" t="t" r="r" b="b"/>
              <a:pathLst>
                <a:path w="308" h="482" extrusionOk="0">
                  <a:moveTo>
                    <a:pt x="186" y="26"/>
                  </a:moveTo>
                  <a:cubicBezTo>
                    <a:pt x="177" y="16"/>
                    <a:pt x="161" y="8"/>
                    <a:pt x="147" y="5"/>
                  </a:cubicBezTo>
                  <a:cubicBezTo>
                    <a:pt x="69" y="-10"/>
                    <a:pt x="33" y="10"/>
                    <a:pt x="12" y="88"/>
                  </a:cubicBezTo>
                  <a:cubicBezTo>
                    <a:pt x="-8" y="166"/>
                    <a:pt x="-10" y="243"/>
                    <a:pt x="53" y="307"/>
                  </a:cubicBezTo>
                  <a:cubicBezTo>
                    <a:pt x="56" y="310"/>
                    <a:pt x="56" y="318"/>
                    <a:pt x="57" y="324"/>
                  </a:cubicBezTo>
                  <a:cubicBezTo>
                    <a:pt x="64" y="359"/>
                    <a:pt x="67" y="395"/>
                    <a:pt x="79" y="427"/>
                  </a:cubicBezTo>
                  <a:cubicBezTo>
                    <a:pt x="103" y="488"/>
                    <a:pt x="145" y="498"/>
                    <a:pt x="197" y="458"/>
                  </a:cubicBezTo>
                  <a:cubicBezTo>
                    <a:pt x="224" y="436"/>
                    <a:pt x="249" y="412"/>
                    <a:pt x="274" y="388"/>
                  </a:cubicBezTo>
                  <a:cubicBezTo>
                    <a:pt x="328" y="336"/>
                    <a:pt x="315" y="243"/>
                    <a:pt x="248" y="208"/>
                  </a:cubicBezTo>
                  <a:cubicBezTo>
                    <a:pt x="265" y="133"/>
                    <a:pt x="229" y="78"/>
                    <a:pt x="186" y="26"/>
                  </a:cubicBezTo>
                  <a:moveTo>
                    <a:pt x="69" y="264"/>
                  </a:moveTo>
                  <a:cubicBezTo>
                    <a:pt x="34" y="207"/>
                    <a:pt x="31" y="148"/>
                    <a:pt x="55" y="92"/>
                  </a:cubicBezTo>
                  <a:cubicBezTo>
                    <a:pt x="64" y="70"/>
                    <a:pt x="96" y="53"/>
                    <a:pt x="120" y="46"/>
                  </a:cubicBezTo>
                  <a:cubicBezTo>
                    <a:pt x="148" y="37"/>
                    <a:pt x="164" y="62"/>
                    <a:pt x="176" y="85"/>
                  </a:cubicBezTo>
                  <a:cubicBezTo>
                    <a:pt x="188" y="107"/>
                    <a:pt x="200" y="129"/>
                    <a:pt x="207" y="153"/>
                  </a:cubicBezTo>
                  <a:cubicBezTo>
                    <a:pt x="216" y="185"/>
                    <a:pt x="202" y="202"/>
                    <a:pt x="169" y="210"/>
                  </a:cubicBezTo>
                  <a:cubicBezTo>
                    <a:pt x="151" y="214"/>
                    <a:pt x="133" y="223"/>
                    <a:pt x="116" y="232"/>
                  </a:cubicBezTo>
                  <a:cubicBezTo>
                    <a:pt x="100" y="240"/>
                    <a:pt x="86" y="252"/>
                    <a:pt x="69" y="264"/>
                  </a:cubicBezTo>
                  <a:moveTo>
                    <a:pt x="268" y="314"/>
                  </a:moveTo>
                  <a:cubicBezTo>
                    <a:pt x="259" y="329"/>
                    <a:pt x="253" y="346"/>
                    <a:pt x="242" y="358"/>
                  </a:cubicBezTo>
                  <a:cubicBezTo>
                    <a:pt x="218" y="382"/>
                    <a:pt x="193" y="404"/>
                    <a:pt x="166" y="426"/>
                  </a:cubicBezTo>
                  <a:cubicBezTo>
                    <a:pt x="146" y="442"/>
                    <a:pt x="131" y="439"/>
                    <a:pt x="119" y="413"/>
                  </a:cubicBezTo>
                  <a:cubicBezTo>
                    <a:pt x="86" y="340"/>
                    <a:pt x="91" y="322"/>
                    <a:pt x="157" y="279"/>
                  </a:cubicBezTo>
                  <a:cubicBezTo>
                    <a:pt x="165" y="274"/>
                    <a:pt x="174" y="270"/>
                    <a:pt x="183" y="265"/>
                  </a:cubicBezTo>
                  <a:cubicBezTo>
                    <a:pt x="238" y="237"/>
                    <a:pt x="259" y="249"/>
                    <a:pt x="268" y="3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6986805" y="130115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6964845" y="1291790"/>
              <a:ext cx="96840" cy="168480"/>
            </a:xfrm>
            <a:custGeom>
              <a:avLst/>
              <a:gdLst/>
              <a:ahLst/>
              <a:cxnLst/>
              <a:rect l="l" t="t" r="r" b="b"/>
              <a:pathLst>
                <a:path w="269" h="468" extrusionOk="0">
                  <a:moveTo>
                    <a:pt x="41" y="236"/>
                  </a:moveTo>
                  <a:cubicBezTo>
                    <a:pt x="30" y="282"/>
                    <a:pt x="17" y="325"/>
                    <a:pt x="11" y="368"/>
                  </a:cubicBezTo>
                  <a:cubicBezTo>
                    <a:pt x="5" y="406"/>
                    <a:pt x="24" y="434"/>
                    <a:pt x="59" y="453"/>
                  </a:cubicBezTo>
                  <a:cubicBezTo>
                    <a:pt x="120" y="486"/>
                    <a:pt x="216" y="462"/>
                    <a:pt x="246" y="398"/>
                  </a:cubicBezTo>
                  <a:cubicBezTo>
                    <a:pt x="286" y="312"/>
                    <a:pt x="276" y="256"/>
                    <a:pt x="194" y="225"/>
                  </a:cubicBezTo>
                  <a:cubicBezTo>
                    <a:pt x="181" y="220"/>
                    <a:pt x="170" y="213"/>
                    <a:pt x="163" y="210"/>
                  </a:cubicBezTo>
                  <a:cubicBezTo>
                    <a:pt x="181" y="177"/>
                    <a:pt x="200" y="149"/>
                    <a:pt x="213" y="119"/>
                  </a:cubicBezTo>
                  <a:cubicBezTo>
                    <a:pt x="225" y="89"/>
                    <a:pt x="229" y="55"/>
                    <a:pt x="200" y="32"/>
                  </a:cubicBezTo>
                  <a:cubicBezTo>
                    <a:pt x="170" y="8"/>
                    <a:pt x="138" y="-14"/>
                    <a:pt x="97" y="13"/>
                  </a:cubicBezTo>
                  <a:cubicBezTo>
                    <a:pt x="86" y="20"/>
                    <a:pt x="73" y="22"/>
                    <a:pt x="61" y="26"/>
                  </a:cubicBezTo>
                  <a:cubicBezTo>
                    <a:pt x="55" y="38"/>
                    <a:pt x="49" y="49"/>
                    <a:pt x="41" y="60"/>
                  </a:cubicBezTo>
                  <a:cubicBezTo>
                    <a:pt x="-15" y="133"/>
                    <a:pt x="-13" y="188"/>
                    <a:pt x="41" y="235"/>
                  </a:cubicBezTo>
                  <a:lnTo>
                    <a:pt x="41" y="236"/>
                  </a:lnTo>
                  <a:moveTo>
                    <a:pt x="165" y="260"/>
                  </a:moveTo>
                  <a:cubicBezTo>
                    <a:pt x="191" y="274"/>
                    <a:pt x="227" y="278"/>
                    <a:pt x="224" y="319"/>
                  </a:cubicBezTo>
                  <a:cubicBezTo>
                    <a:pt x="221" y="365"/>
                    <a:pt x="203" y="401"/>
                    <a:pt x="157" y="417"/>
                  </a:cubicBezTo>
                  <a:cubicBezTo>
                    <a:pt x="144" y="422"/>
                    <a:pt x="130" y="425"/>
                    <a:pt x="122" y="427"/>
                  </a:cubicBezTo>
                  <a:cubicBezTo>
                    <a:pt x="69" y="426"/>
                    <a:pt x="46" y="396"/>
                    <a:pt x="52" y="349"/>
                  </a:cubicBezTo>
                  <a:cubicBezTo>
                    <a:pt x="57" y="313"/>
                    <a:pt x="65" y="278"/>
                    <a:pt x="98" y="256"/>
                  </a:cubicBezTo>
                  <a:cubicBezTo>
                    <a:pt x="108" y="249"/>
                    <a:pt x="125" y="248"/>
                    <a:pt x="139" y="249"/>
                  </a:cubicBezTo>
                  <a:cubicBezTo>
                    <a:pt x="148" y="249"/>
                    <a:pt x="156" y="256"/>
                    <a:pt x="165" y="261"/>
                  </a:cubicBezTo>
                  <a:lnTo>
                    <a:pt x="165" y="260"/>
                  </a:lnTo>
                  <a:moveTo>
                    <a:pt x="79" y="88"/>
                  </a:moveTo>
                  <a:cubicBezTo>
                    <a:pt x="106" y="47"/>
                    <a:pt x="119" y="47"/>
                    <a:pt x="160" y="75"/>
                  </a:cubicBezTo>
                  <a:cubicBezTo>
                    <a:pt x="176" y="87"/>
                    <a:pt x="176" y="97"/>
                    <a:pt x="170" y="113"/>
                  </a:cubicBezTo>
                  <a:cubicBezTo>
                    <a:pt x="152" y="158"/>
                    <a:pt x="109" y="197"/>
                    <a:pt x="74" y="197"/>
                  </a:cubicBezTo>
                  <a:cubicBezTo>
                    <a:pt x="46" y="196"/>
                    <a:pt x="32" y="177"/>
                    <a:pt x="44" y="151"/>
                  </a:cubicBezTo>
                  <a:cubicBezTo>
                    <a:pt x="53" y="129"/>
                    <a:pt x="65" y="108"/>
                    <a:pt x="79" y="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6801045" y="706790"/>
              <a:ext cx="81000" cy="121680"/>
            </a:xfrm>
            <a:custGeom>
              <a:avLst/>
              <a:gdLst/>
              <a:ahLst/>
              <a:cxnLst/>
              <a:rect l="l" t="t" r="r" b="b"/>
              <a:pathLst>
                <a:path w="225" h="338" extrusionOk="0">
                  <a:moveTo>
                    <a:pt x="102" y="337"/>
                  </a:moveTo>
                  <a:cubicBezTo>
                    <a:pt x="161" y="344"/>
                    <a:pt x="218" y="305"/>
                    <a:pt x="222" y="248"/>
                  </a:cubicBezTo>
                  <a:cubicBezTo>
                    <a:pt x="227" y="186"/>
                    <a:pt x="225" y="123"/>
                    <a:pt x="222" y="61"/>
                  </a:cubicBezTo>
                  <a:cubicBezTo>
                    <a:pt x="222" y="46"/>
                    <a:pt x="209" y="29"/>
                    <a:pt x="197" y="18"/>
                  </a:cubicBezTo>
                  <a:cubicBezTo>
                    <a:pt x="165" y="-10"/>
                    <a:pt x="123" y="-5"/>
                    <a:pt x="83" y="30"/>
                  </a:cubicBezTo>
                  <a:cubicBezTo>
                    <a:pt x="26" y="78"/>
                    <a:pt x="5" y="143"/>
                    <a:pt x="0" y="204"/>
                  </a:cubicBezTo>
                  <a:cubicBezTo>
                    <a:pt x="-3" y="284"/>
                    <a:pt x="36" y="330"/>
                    <a:pt x="102" y="337"/>
                  </a:cubicBezTo>
                  <a:moveTo>
                    <a:pt x="109" y="63"/>
                  </a:moveTo>
                  <a:cubicBezTo>
                    <a:pt x="124" y="52"/>
                    <a:pt x="150" y="43"/>
                    <a:pt x="167" y="48"/>
                  </a:cubicBezTo>
                  <a:cubicBezTo>
                    <a:pt x="187" y="54"/>
                    <a:pt x="191" y="77"/>
                    <a:pt x="188" y="102"/>
                  </a:cubicBezTo>
                  <a:cubicBezTo>
                    <a:pt x="182" y="141"/>
                    <a:pt x="185" y="180"/>
                    <a:pt x="183" y="219"/>
                  </a:cubicBezTo>
                  <a:cubicBezTo>
                    <a:pt x="181" y="265"/>
                    <a:pt x="154" y="295"/>
                    <a:pt x="115" y="294"/>
                  </a:cubicBezTo>
                  <a:cubicBezTo>
                    <a:pt x="71" y="293"/>
                    <a:pt x="41" y="264"/>
                    <a:pt x="41" y="215"/>
                  </a:cubicBezTo>
                  <a:cubicBezTo>
                    <a:pt x="48" y="161"/>
                    <a:pt x="59" y="103"/>
                    <a:pt x="109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6932085" y="1676270"/>
              <a:ext cx="99000" cy="101880"/>
            </a:xfrm>
            <a:custGeom>
              <a:avLst/>
              <a:gdLst/>
              <a:ahLst/>
              <a:cxnLst/>
              <a:rect l="l" t="t" r="r" b="b"/>
              <a:pathLst>
                <a:path w="275" h="283" extrusionOk="0">
                  <a:moveTo>
                    <a:pt x="125" y="10"/>
                  </a:moveTo>
                  <a:cubicBezTo>
                    <a:pt x="93" y="29"/>
                    <a:pt x="62" y="50"/>
                    <a:pt x="37" y="76"/>
                  </a:cubicBezTo>
                  <a:cubicBezTo>
                    <a:pt x="-30" y="144"/>
                    <a:pt x="-2" y="247"/>
                    <a:pt x="89" y="277"/>
                  </a:cubicBezTo>
                  <a:cubicBezTo>
                    <a:pt x="178" y="306"/>
                    <a:pt x="271" y="230"/>
                    <a:pt x="275" y="127"/>
                  </a:cubicBezTo>
                  <a:cubicBezTo>
                    <a:pt x="269" y="108"/>
                    <a:pt x="267" y="85"/>
                    <a:pt x="256" y="69"/>
                  </a:cubicBezTo>
                  <a:cubicBezTo>
                    <a:pt x="221" y="17"/>
                    <a:pt x="174" y="-18"/>
                    <a:pt x="125" y="10"/>
                  </a:cubicBezTo>
                  <a:moveTo>
                    <a:pt x="224" y="103"/>
                  </a:moveTo>
                  <a:cubicBezTo>
                    <a:pt x="244" y="163"/>
                    <a:pt x="190" y="240"/>
                    <a:pt x="126" y="240"/>
                  </a:cubicBezTo>
                  <a:cubicBezTo>
                    <a:pt x="91" y="240"/>
                    <a:pt x="49" y="206"/>
                    <a:pt x="41" y="171"/>
                  </a:cubicBezTo>
                  <a:cubicBezTo>
                    <a:pt x="35" y="139"/>
                    <a:pt x="67" y="89"/>
                    <a:pt x="102" y="75"/>
                  </a:cubicBezTo>
                  <a:cubicBezTo>
                    <a:pt x="109" y="72"/>
                    <a:pt x="117" y="71"/>
                    <a:pt x="123" y="67"/>
                  </a:cubicBezTo>
                  <a:cubicBezTo>
                    <a:pt x="166" y="40"/>
                    <a:pt x="207" y="54"/>
                    <a:pt x="224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6688365" y="1722350"/>
              <a:ext cx="85680" cy="110160"/>
            </a:xfrm>
            <a:custGeom>
              <a:avLst/>
              <a:gdLst/>
              <a:ahLst/>
              <a:cxnLst/>
              <a:rect l="l" t="t" r="r" b="b"/>
              <a:pathLst>
                <a:path w="238" h="306" extrusionOk="0">
                  <a:moveTo>
                    <a:pt x="70" y="1"/>
                  </a:moveTo>
                  <a:cubicBezTo>
                    <a:pt x="59" y="2"/>
                    <a:pt x="48" y="11"/>
                    <a:pt x="41" y="19"/>
                  </a:cubicBezTo>
                  <a:cubicBezTo>
                    <a:pt x="-10" y="83"/>
                    <a:pt x="-14" y="196"/>
                    <a:pt x="32" y="264"/>
                  </a:cubicBezTo>
                  <a:cubicBezTo>
                    <a:pt x="61" y="307"/>
                    <a:pt x="107" y="319"/>
                    <a:pt x="151" y="292"/>
                  </a:cubicBezTo>
                  <a:cubicBezTo>
                    <a:pt x="208" y="258"/>
                    <a:pt x="235" y="206"/>
                    <a:pt x="238" y="137"/>
                  </a:cubicBezTo>
                  <a:cubicBezTo>
                    <a:pt x="236" y="125"/>
                    <a:pt x="236" y="108"/>
                    <a:pt x="230" y="93"/>
                  </a:cubicBezTo>
                  <a:cubicBezTo>
                    <a:pt x="209" y="40"/>
                    <a:pt x="126" y="-8"/>
                    <a:pt x="70" y="1"/>
                  </a:cubicBezTo>
                  <a:moveTo>
                    <a:pt x="104" y="50"/>
                  </a:moveTo>
                  <a:cubicBezTo>
                    <a:pt x="162" y="65"/>
                    <a:pt x="196" y="96"/>
                    <a:pt x="196" y="146"/>
                  </a:cubicBezTo>
                  <a:cubicBezTo>
                    <a:pt x="191" y="186"/>
                    <a:pt x="174" y="226"/>
                    <a:pt x="134" y="253"/>
                  </a:cubicBezTo>
                  <a:cubicBezTo>
                    <a:pt x="108" y="270"/>
                    <a:pt x="88" y="267"/>
                    <a:pt x="68" y="243"/>
                  </a:cubicBezTo>
                  <a:cubicBezTo>
                    <a:pt x="37" y="204"/>
                    <a:pt x="30" y="116"/>
                    <a:pt x="53" y="71"/>
                  </a:cubicBezTo>
                  <a:cubicBezTo>
                    <a:pt x="65" y="50"/>
                    <a:pt x="79" y="43"/>
                    <a:pt x="104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23"/>
          <p:cNvGrpSpPr/>
          <p:nvPr/>
        </p:nvGrpSpPr>
        <p:grpSpPr>
          <a:xfrm flipH="1">
            <a:off x="-14525" y="-11349"/>
            <a:ext cx="9173048" cy="5132799"/>
            <a:chOff x="-14525" y="-11349"/>
            <a:chExt cx="9173048" cy="5132799"/>
          </a:xfrm>
        </p:grpSpPr>
        <p:pic>
          <p:nvPicPr>
            <p:cNvPr id="272" name="Google Shape;272;p23"/>
            <p:cNvPicPr preferRelativeResize="0"/>
            <p:nvPr/>
          </p:nvPicPr>
          <p:blipFill rotWithShape="1">
            <a:blip r:embed="rId2"/>
            <a:srcRect l="49944" t="88491" r="8350"/>
            <a:stretch>
              <a:fillRect/>
            </a:stretch>
          </p:blipFill>
          <p:spPr>
            <a:xfrm rot="-5400000">
              <a:off x="7337449" y="754027"/>
              <a:ext cx="2586450" cy="105569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  <p:pic>
          <p:nvPicPr>
            <p:cNvPr id="273" name="Google Shape;273;p23"/>
            <p:cNvPicPr preferRelativeResize="0"/>
            <p:nvPr/>
          </p:nvPicPr>
          <p:blipFill rotWithShape="1">
            <a:blip r:embed="rId2"/>
            <a:srcRect l="8894" r="30271" b="88491"/>
            <a:stretch>
              <a:fillRect/>
            </a:stretch>
          </p:blipFill>
          <p:spPr>
            <a:xfrm rot="-5400000">
              <a:off x="-1372951" y="2707326"/>
              <a:ext cx="3772549" cy="1055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</p:pic>
      </p:grpSp>
      <p:grpSp>
        <p:nvGrpSpPr>
          <p:cNvPr id="274" name="Google Shape;274;p23"/>
          <p:cNvGrpSpPr/>
          <p:nvPr/>
        </p:nvGrpSpPr>
        <p:grpSpPr>
          <a:xfrm rot="-3641443" flipH="1">
            <a:off x="8151377" y="318528"/>
            <a:ext cx="846043" cy="831506"/>
            <a:chOff x="2534325" y="685190"/>
            <a:chExt cx="628560" cy="617760"/>
          </a:xfrm>
        </p:grpSpPr>
        <p:sp>
          <p:nvSpPr>
            <p:cNvPr id="275" name="Google Shape;275;p23"/>
            <p:cNvSpPr/>
            <p:nvPr/>
          </p:nvSpPr>
          <p:spPr>
            <a:xfrm>
              <a:off x="2534325" y="818750"/>
              <a:ext cx="389160" cy="484200"/>
            </a:xfrm>
            <a:custGeom>
              <a:avLst/>
              <a:gdLst/>
              <a:ahLst/>
              <a:cxnLst/>
              <a:rect l="l" t="t" r="r" b="b"/>
              <a:pathLst>
                <a:path w="1081" h="1345" extrusionOk="0">
                  <a:moveTo>
                    <a:pt x="704" y="1345"/>
                  </a:moveTo>
                  <a:cubicBezTo>
                    <a:pt x="624" y="1304"/>
                    <a:pt x="629" y="1250"/>
                    <a:pt x="663" y="1180"/>
                  </a:cubicBezTo>
                  <a:cubicBezTo>
                    <a:pt x="667" y="1170"/>
                    <a:pt x="665" y="1157"/>
                    <a:pt x="666" y="1145"/>
                  </a:cubicBezTo>
                  <a:cubicBezTo>
                    <a:pt x="652" y="1145"/>
                    <a:pt x="636" y="1142"/>
                    <a:pt x="625" y="1148"/>
                  </a:cubicBezTo>
                  <a:cubicBezTo>
                    <a:pt x="604" y="1159"/>
                    <a:pt x="587" y="1175"/>
                    <a:pt x="568" y="1189"/>
                  </a:cubicBezTo>
                  <a:cubicBezTo>
                    <a:pt x="595" y="1229"/>
                    <a:pt x="592" y="1260"/>
                    <a:pt x="555" y="1300"/>
                  </a:cubicBezTo>
                  <a:cubicBezTo>
                    <a:pt x="530" y="1327"/>
                    <a:pt x="497" y="1334"/>
                    <a:pt x="467" y="1319"/>
                  </a:cubicBezTo>
                  <a:cubicBezTo>
                    <a:pt x="434" y="1301"/>
                    <a:pt x="421" y="1261"/>
                    <a:pt x="433" y="1216"/>
                  </a:cubicBezTo>
                  <a:cubicBezTo>
                    <a:pt x="442" y="1183"/>
                    <a:pt x="456" y="1173"/>
                    <a:pt x="491" y="1175"/>
                  </a:cubicBezTo>
                  <a:cubicBezTo>
                    <a:pt x="488" y="1142"/>
                    <a:pt x="484" y="1109"/>
                    <a:pt x="480" y="1075"/>
                  </a:cubicBezTo>
                  <a:cubicBezTo>
                    <a:pt x="465" y="1079"/>
                    <a:pt x="449" y="1084"/>
                    <a:pt x="434" y="1088"/>
                  </a:cubicBezTo>
                  <a:cubicBezTo>
                    <a:pt x="463" y="1138"/>
                    <a:pt x="426" y="1205"/>
                    <a:pt x="358" y="1225"/>
                  </a:cubicBezTo>
                  <a:cubicBezTo>
                    <a:pt x="331" y="1234"/>
                    <a:pt x="305" y="1215"/>
                    <a:pt x="299" y="1185"/>
                  </a:cubicBezTo>
                  <a:cubicBezTo>
                    <a:pt x="285" y="1106"/>
                    <a:pt x="331" y="1062"/>
                    <a:pt x="417" y="1076"/>
                  </a:cubicBezTo>
                  <a:cubicBezTo>
                    <a:pt x="413" y="1068"/>
                    <a:pt x="409" y="1062"/>
                    <a:pt x="407" y="1055"/>
                  </a:cubicBezTo>
                  <a:cubicBezTo>
                    <a:pt x="392" y="1017"/>
                    <a:pt x="397" y="1011"/>
                    <a:pt x="438" y="1008"/>
                  </a:cubicBezTo>
                  <a:cubicBezTo>
                    <a:pt x="451" y="1007"/>
                    <a:pt x="464" y="1002"/>
                    <a:pt x="480" y="997"/>
                  </a:cubicBezTo>
                  <a:cubicBezTo>
                    <a:pt x="484" y="1003"/>
                    <a:pt x="488" y="1011"/>
                    <a:pt x="496" y="1024"/>
                  </a:cubicBezTo>
                  <a:cubicBezTo>
                    <a:pt x="503" y="1015"/>
                    <a:pt x="509" y="1007"/>
                    <a:pt x="518" y="995"/>
                  </a:cubicBezTo>
                  <a:cubicBezTo>
                    <a:pt x="460" y="975"/>
                    <a:pt x="450" y="924"/>
                    <a:pt x="444" y="871"/>
                  </a:cubicBezTo>
                  <a:cubicBezTo>
                    <a:pt x="301" y="916"/>
                    <a:pt x="280" y="911"/>
                    <a:pt x="266" y="833"/>
                  </a:cubicBezTo>
                  <a:cubicBezTo>
                    <a:pt x="251" y="836"/>
                    <a:pt x="236" y="838"/>
                    <a:pt x="220" y="840"/>
                  </a:cubicBezTo>
                  <a:cubicBezTo>
                    <a:pt x="219" y="852"/>
                    <a:pt x="217" y="864"/>
                    <a:pt x="216" y="876"/>
                  </a:cubicBezTo>
                  <a:cubicBezTo>
                    <a:pt x="243" y="889"/>
                    <a:pt x="264" y="907"/>
                    <a:pt x="261" y="940"/>
                  </a:cubicBezTo>
                  <a:cubicBezTo>
                    <a:pt x="259" y="972"/>
                    <a:pt x="239" y="994"/>
                    <a:pt x="213" y="1009"/>
                  </a:cubicBezTo>
                  <a:cubicBezTo>
                    <a:pt x="179" y="1027"/>
                    <a:pt x="151" y="1011"/>
                    <a:pt x="150" y="973"/>
                  </a:cubicBezTo>
                  <a:cubicBezTo>
                    <a:pt x="150" y="954"/>
                    <a:pt x="154" y="935"/>
                    <a:pt x="156" y="914"/>
                  </a:cubicBezTo>
                  <a:cubicBezTo>
                    <a:pt x="137" y="906"/>
                    <a:pt x="122" y="904"/>
                    <a:pt x="107" y="925"/>
                  </a:cubicBezTo>
                  <a:cubicBezTo>
                    <a:pt x="92" y="945"/>
                    <a:pt x="68" y="946"/>
                    <a:pt x="45" y="937"/>
                  </a:cubicBezTo>
                  <a:cubicBezTo>
                    <a:pt x="23" y="927"/>
                    <a:pt x="7" y="912"/>
                    <a:pt x="6" y="886"/>
                  </a:cubicBezTo>
                  <a:cubicBezTo>
                    <a:pt x="5" y="835"/>
                    <a:pt x="28" y="813"/>
                    <a:pt x="81" y="809"/>
                  </a:cubicBezTo>
                  <a:cubicBezTo>
                    <a:pt x="90" y="774"/>
                    <a:pt x="95" y="740"/>
                    <a:pt x="106" y="709"/>
                  </a:cubicBezTo>
                  <a:cubicBezTo>
                    <a:pt x="119" y="673"/>
                    <a:pt x="151" y="664"/>
                    <a:pt x="182" y="683"/>
                  </a:cubicBezTo>
                  <a:cubicBezTo>
                    <a:pt x="205" y="697"/>
                    <a:pt x="228" y="711"/>
                    <a:pt x="250" y="726"/>
                  </a:cubicBezTo>
                  <a:cubicBezTo>
                    <a:pt x="263" y="735"/>
                    <a:pt x="274" y="747"/>
                    <a:pt x="285" y="758"/>
                  </a:cubicBezTo>
                  <a:cubicBezTo>
                    <a:pt x="333" y="708"/>
                    <a:pt x="356" y="700"/>
                    <a:pt x="428" y="703"/>
                  </a:cubicBezTo>
                  <a:cubicBezTo>
                    <a:pt x="411" y="688"/>
                    <a:pt x="397" y="675"/>
                    <a:pt x="383" y="662"/>
                  </a:cubicBezTo>
                  <a:cubicBezTo>
                    <a:pt x="370" y="649"/>
                    <a:pt x="358" y="635"/>
                    <a:pt x="342" y="617"/>
                  </a:cubicBezTo>
                  <a:cubicBezTo>
                    <a:pt x="336" y="624"/>
                    <a:pt x="332" y="633"/>
                    <a:pt x="325" y="638"/>
                  </a:cubicBezTo>
                  <a:cubicBezTo>
                    <a:pt x="306" y="653"/>
                    <a:pt x="285" y="655"/>
                    <a:pt x="264" y="641"/>
                  </a:cubicBezTo>
                  <a:cubicBezTo>
                    <a:pt x="246" y="628"/>
                    <a:pt x="246" y="610"/>
                    <a:pt x="251" y="589"/>
                  </a:cubicBezTo>
                  <a:cubicBezTo>
                    <a:pt x="255" y="574"/>
                    <a:pt x="255" y="558"/>
                    <a:pt x="256" y="543"/>
                  </a:cubicBezTo>
                  <a:cubicBezTo>
                    <a:pt x="252" y="543"/>
                    <a:pt x="248" y="542"/>
                    <a:pt x="245" y="541"/>
                  </a:cubicBezTo>
                  <a:cubicBezTo>
                    <a:pt x="241" y="552"/>
                    <a:pt x="238" y="563"/>
                    <a:pt x="234" y="573"/>
                  </a:cubicBezTo>
                  <a:cubicBezTo>
                    <a:pt x="224" y="601"/>
                    <a:pt x="207" y="622"/>
                    <a:pt x="177" y="630"/>
                  </a:cubicBezTo>
                  <a:cubicBezTo>
                    <a:pt x="139" y="641"/>
                    <a:pt x="100" y="612"/>
                    <a:pt x="107" y="573"/>
                  </a:cubicBezTo>
                  <a:cubicBezTo>
                    <a:pt x="116" y="525"/>
                    <a:pt x="133" y="477"/>
                    <a:pt x="94" y="431"/>
                  </a:cubicBezTo>
                  <a:cubicBezTo>
                    <a:pt x="87" y="431"/>
                    <a:pt x="80" y="432"/>
                    <a:pt x="73" y="433"/>
                  </a:cubicBezTo>
                  <a:cubicBezTo>
                    <a:pt x="44" y="436"/>
                    <a:pt x="18" y="430"/>
                    <a:pt x="5" y="400"/>
                  </a:cubicBezTo>
                  <a:cubicBezTo>
                    <a:pt x="-7" y="370"/>
                    <a:pt x="3" y="342"/>
                    <a:pt x="25" y="323"/>
                  </a:cubicBezTo>
                  <a:cubicBezTo>
                    <a:pt x="43" y="307"/>
                    <a:pt x="71" y="302"/>
                    <a:pt x="89" y="286"/>
                  </a:cubicBezTo>
                  <a:cubicBezTo>
                    <a:pt x="122" y="256"/>
                    <a:pt x="153" y="267"/>
                    <a:pt x="177" y="283"/>
                  </a:cubicBezTo>
                  <a:cubicBezTo>
                    <a:pt x="194" y="252"/>
                    <a:pt x="211" y="223"/>
                    <a:pt x="225" y="193"/>
                  </a:cubicBezTo>
                  <a:cubicBezTo>
                    <a:pt x="229" y="184"/>
                    <a:pt x="226" y="172"/>
                    <a:pt x="226" y="161"/>
                  </a:cubicBezTo>
                  <a:cubicBezTo>
                    <a:pt x="225" y="144"/>
                    <a:pt x="220" y="127"/>
                    <a:pt x="223" y="110"/>
                  </a:cubicBezTo>
                  <a:cubicBezTo>
                    <a:pt x="227" y="83"/>
                    <a:pt x="255" y="64"/>
                    <a:pt x="281" y="72"/>
                  </a:cubicBezTo>
                  <a:cubicBezTo>
                    <a:pt x="304" y="79"/>
                    <a:pt x="326" y="90"/>
                    <a:pt x="348" y="101"/>
                  </a:cubicBezTo>
                  <a:cubicBezTo>
                    <a:pt x="353" y="103"/>
                    <a:pt x="356" y="113"/>
                    <a:pt x="357" y="120"/>
                  </a:cubicBezTo>
                  <a:cubicBezTo>
                    <a:pt x="359" y="135"/>
                    <a:pt x="359" y="150"/>
                    <a:pt x="360" y="165"/>
                  </a:cubicBezTo>
                  <a:cubicBezTo>
                    <a:pt x="383" y="168"/>
                    <a:pt x="405" y="170"/>
                    <a:pt x="428" y="173"/>
                  </a:cubicBezTo>
                  <a:cubicBezTo>
                    <a:pt x="433" y="134"/>
                    <a:pt x="425" y="82"/>
                    <a:pt x="474" y="74"/>
                  </a:cubicBezTo>
                  <a:cubicBezTo>
                    <a:pt x="509" y="68"/>
                    <a:pt x="535" y="105"/>
                    <a:pt x="551" y="139"/>
                  </a:cubicBezTo>
                  <a:cubicBezTo>
                    <a:pt x="559" y="135"/>
                    <a:pt x="567" y="130"/>
                    <a:pt x="574" y="126"/>
                  </a:cubicBezTo>
                  <a:cubicBezTo>
                    <a:pt x="558" y="58"/>
                    <a:pt x="570" y="17"/>
                    <a:pt x="612" y="3"/>
                  </a:cubicBezTo>
                  <a:cubicBezTo>
                    <a:pt x="641" y="-8"/>
                    <a:pt x="681" y="13"/>
                    <a:pt x="696" y="47"/>
                  </a:cubicBezTo>
                  <a:cubicBezTo>
                    <a:pt x="715" y="88"/>
                    <a:pt x="697" y="129"/>
                    <a:pt x="645" y="160"/>
                  </a:cubicBezTo>
                  <a:cubicBezTo>
                    <a:pt x="651" y="167"/>
                    <a:pt x="656" y="174"/>
                    <a:pt x="662" y="182"/>
                  </a:cubicBezTo>
                  <a:cubicBezTo>
                    <a:pt x="681" y="172"/>
                    <a:pt x="698" y="164"/>
                    <a:pt x="715" y="155"/>
                  </a:cubicBezTo>
                  <a:cubicBezTo>
                    <a:pt x="700" y="80"/>
                    <a:pt x="755" y="22"/>
                    <a:pt x="819" y="61"/>
                  </a:cubicBezTo>
                  <a:cubicBezTo>
                    <a:pt x="823" y="53"/>
                    <a:pt x="825" y="45"/>
                    <a:pt x="829" y="37"/>
                  </a:cubicBezTo>
                  <a:cubicBezTo>
                    <a:pt x="846" y="4"/>
                    <a:pt x="882" y="-7"/>
                    <a:pt x="907" y="19"/>
                  </a:cubicBezTo>
                  <a:cubicBezTo>
                    <a:pt x="931" y="45"/>
                    <a:pt x="951" y="77"/>
                    <a:pt x="966" y="109"/>
                  </a:cubicBezTo>
                  <a:cubicBezTo>
                    <a:pt x="979" y="139"/>
                    <a:pt x="964" y="166"/>
                    <a:pt x="938" y="182"/>
                  </a:cubicBezTo>
                  <a:cubicBezTo>
                    <a:pt x="953" y="203"/>
                    <a:pt x="966" y="222"/>
                    <a:pt x="981" y="242"/>
                  </a:cubicBezTo>
                  <a:cubicBezTo>
                    <a:pt x="1030" y="231"/>
                    <a:pt x="1095" y="292"/>
                    <a:pt x="1078" y="350"/>
                  </a:cubicBezTo>
                  <a:cubicBezTo>
                    <a:pt x="1058" y="418"/>
                    <a:pt x="1050" y="495"/>
                    <a:pt x="985" y="547"/>
                  </a:cubicBezTo>
                  <a:cubicBezTo>
                    <a:pt x="1014" y="563"/>
                    <a:pt x="1046" y="582"/>
                    <a:pt x="1028" y="618"/>
                  </a:cubicBezTo>
                  <a:cubicBezTo>
                    <a:pt x="1016" y="643"/>
                    <a:pt x="990" y="661"/>
                    <a:pt x="970" y="681"/>
                  </a:cubicBezTo>
                  <a:cubicBezTo>
                    <a:pt x="971" y="698"/>
                    <a:pt x="979" y="724"/>
                    <a:pt x="972" y="743"/>
                  </a:cubicBezTo>
                  <a:cubicBezTo>
                    <a:pt x="961" y="772"/>
                    <a:pt x="943" y="802"/>
                    <a:pt x="919" y="822"/>
                  </a:cubicBezTo>
                  <a:cubicBezTo>
                    <a:pt x="886" y="849"/>
                    <a:pt x="837" y="827"/>
                    <a:pt x="832" y="781"/>
                  </a:cubicBezTo>
                  <a:cubicBezTo>
                    <a:pt x="828" y="746"/>
                    <a:pt x="833" y="709"/>
                    <a:pt x="839" y="673"/>
                  </a:cubicBezTo>
                  <a:cubicBezTo>
                    <a:pt x="840" y="665"/>
                    <a:pt x="858" y="659"/>
                    <a:pt x="873" y="648"/>
                  </a:cubicBezTo>
                  <a:cubicBezTo>
                    <a:pt x="816" y="659"/>
                    <a:pt x="829" y="620"/>
                    <a:pt x="827" y="592"/>
                  </a:cubicBezTo>
                  <a:cubicBezTo>
                    <a:pt x="814" y="588"/>
                    <a:pt x="802" y="584"/>
                    <a:pt x="790" y="579"/>
                  </a:cubicBezTo>
                  <a:cubicBezTo>
                    <a:pt x="779" y="593"/>
                    <a:pt x="769" y="607"/>
                    <a:pt x="756" y="623"/>
                  </a:cubicBezTo>
                  <a:cubicBezTo>
                    <a:pt x="788" y="642"/>
                    <a:pt x="823" y="661"/>
                    <a:pt x="820" y="706"/>
                  </a:cubicBezTo>
                  <a:cubicBezTo>
                    <a:pt x="817" y="748"/>
                    <a:pt x="783" y="768"/>
                    <a:pt x="750" y="790"/>
                  </a:cubicBezTo>
                  <a:cubicBezTo>
                    <a:pt x="781" y="818"/>
                    <a:pt x="816" y="844"/>
                    <a:pt x="801" y="893"/>
                  </a:cubicBezTo>
                  <a:cubicBezTo>
                    <a:pt x="826" y="903"/>
                    <a:pt x="849" y="913"/>
                    <a:pt x="872" y="923"/>
                  </a:cubicBezTo>
                  <a:cubicBezTo>
                    <a:pt x="874" y="908"/>
                    <a:pt x="870" y="889"/>
                    <a:pt x="878" y="877"/>
                  </a:cubicBezTo>
                  <a:cubicBezTo>
                    <a:pt x="886" y="866"/>
                    <a:pt x="906" y="860"/>
                    <a:pt x="921" y="859"/>
                  </a:cubicBezTo>
                  <a:cubicBezTo>
                    <a:pt x="948" y="857"/>
                    <a:pt x="966" y="877"/>
                    <a:pt x="966" y="903"/>
                  </a:cubicBezTo>
                  <a:cubicBezTo>
                    <a:pt x="966" y="935"/>
                    <a:pt x="950" y="947"/>
                    <a:pt x="899" y="949"/>
                  </a:cubicBezTo>
                  <a:cubicBezTo>
                    <a:pt x="913" y="982"/>
                    <a:pt x="905" y="1010"/>
                    <a:pt x="886" y="1037"/>
                  </a:cubicBezTo>
                  <a:cubicBezTo>
                    <a:pt x="864" y="1068"/>
                    <a:pt x="834" y="1078"/>
                    <a:pt x="801" y="1067"/>
                  </a:cubicBezTo>
                  <a:cubicBezTo>
                    <a:pt x="765" y="1056"/>
                    <a:pt x="741" y="1026"/>
                    <a:pt x="745" y="989"/>
                  </a:cubicBezTo>
                  <a:cubicBezTo>
                    <a:pt x="749" y="955"/>
                    <a:pt x="737" y="949"/>
                    <a:pt x="707" y="956"/>
                  </a:cubicBezTo>
                  <a:cubicBezTo>
                    <a:pt x="695" y="959"/>
                    <a:pt x="682" y="956"/>
                    <a:pt x="669" y="955"/>
                  </a:cubicBezTo>
                  <a:cubicBezTo>
                    <a:pt x="657" y="954"/>
                    <a:pt x="646" y="950"/>
                    <a:pt x="634" y="948"/>
                  </a:cubicBezTo>
                  <a:cubicBezTo>
                    <a:pt x="625" y="961"/>
                    <a:pt x="616" y="973"/>
                    <a:pt x="606" y="987"/>
                  </a:cubicBezTo>
                  <a:cubicBezTo>
                    <a:pt x="615" y="997"/>
                    <a:pt x="625" y="1008"/>
                    <a:pt x="637" y="1020"/>
                  </a:cubicBezTo>
                  <a:cubicBezTo>
                    <a:pt x="648" y="1013"/>
                    <a:pt x="657" y="1003"/>
                    <a:pt x="669" y="1000"/>
                  </a:cubicBezTo>
                  <a:cubicBezTo>
                    <a:pt x="688" y="996"/>
                    <a:pt x="713" y="988"/>
                    <a:pt x="725" y="997"/>
                  </a:cubicBezTo>
                  <a:cubicBezTo>
                    <a:pt x="737" y="1005"/>
                    <a:pt x="744" y="1033"/>
                    <a:pt x="741" y="1050"/>
                  </a:cubicBezTo>
                  <a:cubicBezTo>
                    <a:pt x="735" y="1082"/>
                    <a:pt x="720" y="1111"/>
                    <a:pt x="709" y="1142"/>
                  </a:cubicBezTo>
                  <a:cubicBezTo>
                    <a:pt x="723" y="1144"/>
                    <a:pt x="739" y="1147"/>
                    <a:pt x="755" y="1149"/>
                  </a:cubicBezTo>
                  <a:cubicBezTo>
                    <a:pt x="758" y="1147"/>
                    <a:pt x="761" y="1146"/>
                    <a:pt x="761" y="1145"/>
                  </a:cubicBezTo>
                  <a:cubicBezTo>
                    <a:pt x="767" y="1116"/>
                    <a:pt x="777" y="1088"/>
                    <a:pt x="811" y="1085"/>
                  </a:cubicBezTo>
                  <a:cubicBezTo>
                    <a:pt x="840" y="1083"/>
                    <a:pt x="888" y="1124"/>
                    <a:pt x="892" y="1150"/>
                  </a:cubicBezTo>
                  <a:cubicBezTo>
                    <a:pt x="897" y="1182"/>
                    <a:pt x="877" y="1216"/>
                    <a:pt x="848" y="1230"/>
                  </a:cubicBezTo>
                  <a:cubicBezTo>
                    <a:pt x="839" y="1234"/>
                    <a:pt x="828" y="1243"/>
                    <a:pt x="825" y="1252"/>
                  </a:cubicBezTo>
                  <a:cubicBezTo>
                    <a:pt x="813" y="1296"/>
                    <a:pt x="787" y="1329"/>
                    <a:pt x="743" y="1345"/>
                  </a:cubicBezTo>
                  <a:lnTo>
                    <a:pt x="704" y="1345"/>
                  </a:lnTo>
                  <a:moveTo>
                    <a:pt x="298" y="398"/>
                  </a:moveTo>
                  <a:cubicBezTo>
                    <a:pt x="326" y="402"/>
                    <a:pt x="352" y="402"/>
                    <a:pt x="374" y="411"/>
                  </a:cubicBezTo>
                  <a:cubicBezTo>
                    <a:pt x="397" y="419"/>
                    <a:pt x="423" y="434"/>
                    <a:pt x="434" y="453"/>
                  </a:cubicBezTo>
                  <a:cubicBezTo>
                    <a:pt x="448" y="479"/>
                    <a:pt x="422" y="498"/>
                    <a:pt x="403" y="514"/>
                  </a:cubicBezTo>
                  <a:cubicBezTo>
                    <a:pt x="401" y="516"/>
                    <a:pt x="401" y="518"/>
                    <a:pt x="401" y="517"/>
                  </a:cubicBezTo>
                  <a:cubicBezTo>
                    <a:pt x="435" y="542"/>
                    <a:pt x="469" y="566"/>
                    <a:pt x="502" y="590"/>
                  </a:cubicBezTo>
                  <a:cubicBezTo>
                    <a:pt x="561" y="544"/>
                    <a:pt x="594" y="545"/>
                    <a:pt x="649" y="595"/>
                  </a:cubicBezTo>
                  <a:cubicBezTo>
                    <a:pt x="654" y="589"/>
                    <a:pt x="658" y="584"/>
                    <a:pt x="659" y="584"/>
                  </a:cubicBezTo>
                  <a:cubicBezTo>
                    <a:pt x="634" y="565"/>
                    <a:pt x="610" y="547"/>
                    <a:pt x="584" y="527"/>
                  </a:cubicBezTo>
                  <a:cubicBezTo>
                    <a:pt x="545" y="549"/>
                    <a:pt x="495" y="545"/>
                    <a:pt x="465" y="513"/>
                  </a:cubicBezTo>
                  <a:cubicBezTo>
                    <a:pt x="435" y="480"/>
                    <a:pt x="441" y="451"/>
                    <a:pt x="482" y="435"/>
                  </a:cubicBezTo>
                  <a:cubicBezTo>
                    <a:pt x="489" y="431"/>
                    <a:pt x="497" y="428"/>
                    <a:pt x="508" y="424"/>
                  </a:cubicBezTo>
                  <a:cubicBezTo>
                    <a:pt x="457" y="396"/>
                    <a:pt x="458" y="350"/>
                    <a:pt x="462" y="300"/>
                  </a:cubicBezTo>
                  <a:cubicBezTo>
                    <a:pt x="447" y="313"/>
                    <a:pt x="435" y="323"/>
                    <a:pt x="423" y="333"/>
                  </a:cubicBezTo>
                  <a:cubicBezTo>
                    <a:pt x="426" y="333"/>
                    <a:pt x="429" y="333"/>
                    <a:pt x="433" y="333"/>
                  </a:cubicBezTo>
                  <a:cubicBezTo>
                    <a:pt x="436" y="350"/>
                    <a:pt x="448" y="374"/>
                    <a:pt x="442" y="383"/>
                  </a:cubicBezTo>
                  <a:cubicBezTo>
                    <a:pt x="433" y="395"/>
                    <a:pt x="409" y="400"/>
                    <a:pt x="391" y="400"/>
                  </a:cubicBezTo>
                  <a:cubicBezTo>
                    <a:pt x="375" y="400"/>
                    <a:pt x="359" y="390"/>
                    <a:pt x="342" y="385"/>
                  </a:cubicBezTo>
                  <a:cubicBezTo>
                    <a:pt x="328" y="381"/>
                    <a:pt x="313" y="378"/>
                    <a:pt x="296" y="374"/>
                  </a:cubicBezTo>
                  <a:cubicBezTo>
                    <a:pt x="297" y="384"/>
                    <a:pt x="297" y="391"/>
                    <a:pt x="298" y="398"/>
                  </a:cubicBezTo>
                  <a:moveTo>
                    <a:pt x="398" y="745"/>
                  </a:moveTo>
                  <a:cubicBezTo>
                    <a:pt x="358" y="746"/>
                    <a:pt x="319" y="775"/>
                    <a:pt x="313" y="807"/>
                  </a:cubicBezTo>
                  <a:cubicBezTo>
                    <a:pt x="310" y="823"/>
                    <a:pt x="309" y="844"/>
                    <a:pt x="317" y="855"/>
                  </a:cubicBezTo>
                  <a:cubicBezTo>
                    <a:pt x="323" y="862"/>
                    <a:pt x="348" y="861"/>
                    <a:pt x="361" y="857"/>
                  </a:cubicBezTo>
                  <a:cubicBezTo>
                    <a:pt x="388" y="848"/>
                    <a:pt x="414" y="836"/>
                    <a:pt x="437" y="821"/>
                  </a:cubicBezTo>
                  <a:cubicBezTo>
                    <a:pt x="469" y="800"/>
                    <a:pt x="465" y="767"/>
                    <a:pt x="429" y="752"/>
                  </a:cubicBezTo>
                  <a:cubicBezTo>
                    <a:pt x="417" y="748"/>
                    <a:pt x="404" y="747"/>
                    <a:pt x="398" y="745"/>
                  </a:cubicBezTo>
                  <a:moveTo>
                    <a:pt x="670" y="785"/>
                  </a:moveTo>
                  <a:cubicBezTo>
                    <a:pt x="662" y="751"/>
                    <a:pt x="656" y="721"/>
                    <a:pt x="650" y="697"/>
                  </a:cubicBezTo>
                  <a:cubicBezTo>
                    <a:pt x="634" y="703"/>
                    <a:pt x="613" y="711"/>
                    <a:pt x="594" y="718"/>
                  </a:cubicBezTo>
                  <a:cubicBezTo>
                    <a:pt x="586" y="736"/>
                    <a:pt x="582" y="764"/>
                    <a:pt x="567" y="774"/>
                  </a:cubicBezTo>
                  <a:cubicBezTo>
                    <a:pt x="552" y="784"/>
                    <a:pt x="525" y="776"/>
                    <a:pt x="502" y="776"/>
                  </a:cubicBezTo>
                  <a:cubicBezTo>
                    <a:pt x="502" y="782"/>
                    <a:pt x="503" y="792"/>
                    <a:pt x="504" y="802"/>
                  </a:cubicBezTo>
                  <a:cubicBezTo>
                    <a:pt x="506" y="800"/>
                    <a:pt x="508" y="798"/>
                    <a:pt x="511" y="796"/>
                  </a:cubicBezTo>
                  <a:cubicBezTo>
                    <a:pt x="537" y="815"/>
                    <a:pt x="564" y="833"/>
                    <a:pt x="592" y="852"/>
                  </a:cubicBezTo>
                  <a:cubicBezTo>
                    <a:pt x="599" y="807"/>
                    <a:pt x="633" y="791"/>
                    <a:pt x="670" y="785"/>
                  </a:cubicBezTo>
                  <a:moveTo>
                    <a:pt x="786" y="1232"/>
                  </a:moveTo>
                  <a:cubicBezTo>
                    <a:pt x="788" y="1212"/>
                    <a:pt x="768" y="1194"/>
                    <a:pt x="741" y="1190"/>
                  </a:cubicBezTo>
                  <a:cubicBezTo>
                    <a:pt x="723" y="1188"/>
                    <a:pt x="668" y="1225"/>
                    <a:pt x="666" y="1242"/>
                  </a:cubicBezTo>
                  <a:cubicBezTo>
                    <a:pt x="663" y="1258"/>
                    <a:pt x="702" y="1302"/>
                    <a:pt x="720" y="1304"/>
                  </a:cubicBezTo>
                  <a:cubicBezTo>
                    <a:pt x="750" y="1307"/>
                    <a:pt x="782" y="1272"/>
                    <a:pt x="786" y="1232"/>
                  </a:cubicBezTo>
                  <a:moveTo>
                    <a:pt x="686" y="923"/>
                  </a:moveTo>
                  <a:cubicBezTo>
                    <a:pt x="710" y="913"/>
                    <a:pt x="732" y="907"/>
                    <a:pt x="748" y="895"/>
                  </a:cubicBezTo>
                  <a:cubicBezTo>
                    <a:pt x="756" y="888"/>
                    <a:pt x="760" y="866"/>
                    <a:pt x="755" y="857"/>
                  </a:cubicBezTo>
                  <a:cubicBezTo>
                    <a:pt x="733" y="817"/>
                    <a:pt x="673" y="812"/>
                    <a:pt x="644" y="847"/>
                  </a:cubicBezTo>
                  <a:cubicBezTo>
                    <a:pt x="635" y="858"/>
                    <a:pt x="628" y="882"/>
                    <a:pt x="634" y="889"/>
                  </a:cubicBezTo>
                  <a:cubicBezTo>
                    <a:pt x="646" y="904"/>
                    <a:pt x="667" y="912"/>
                    <a:pt x="686" y="924"/>
                  </a:cubicBezTo>
                  <a:lnTo>
                    <a:pt x="686" y="923"/>
                  </a:lnTo>
                  <a:moveTo>
                    <a:pt x="612" y="429"/>
                  </a:moveTo>
                  <a:cubicBezTo>
                    <a:pt x="620" y="459"/>
                    <a:pt x="624" y="487"/>
                    <a:pt x="634" y="513"/>
                  </a:cubicBezTo>
                  <a:cubicBezTo>
                    <a:pt x="637" y="521"/>
                    <a:pt x="652" y="531"/>
                    <a:pt x="661" y="530"/>
                  </a:cubicBezTo>
                  <a:cubicBezTo>
                    <a:pt x="669" y="530"/>
                    <a:pt x="681" y="518"/>
                    <a:pt x="685" y="509"/>
                  </a:cubicBezTo>
                  <a:cubicBezTo>
                    <a:pt x="698" y="478"/>
                    <a:pt x="691" y="447"/>
                    <a:pt x="674" y="419"/>
                  </a:cubicBezTo>
                  <a:cubicBezTo>
                    <a:pt x="664" y="403"/>
                    <a:pt x="647" y="390"/>
                    <a:pt x="633" y="376"/>
                  </a:cubicBezTo>
                  <a:cubicBezTo>
                    <a:pt x="626" y="394"/>
                    <a:pt x="619" y="412"/>
                    <a:pt x="612" y="429"/>
                  </a:cubicBezTo>
                  <a:moveTo>
                    <a:pt x="519" y="1137"/>
                  </a:moveTo>
                  <a:cubicBezTo>
                    <a:pt x="531" y="1142"/>
                    <a:pt x="539" y="1148"/>
                    <a:pt x="547" y="1147"/>
                  </a:cubicBezTo>
                  <a:cubicBezTo>
                    <a:pt x="589" y="1146"/>
                    <a:pt x="623" y="1088"/>
                    <a:pt x="604" y="1051"/>
                  </a:cubicBezTo>
                  <a:cubicBezTo>
                    <a:pt x="594" y="1031"/>
                    <a:pt x="577" y="1014"/>
                    <a:pt x="556" y="1028"/>
                  </a:cubicBezTo>
                  <a:cubicBezTo>
                    <a:pt x="541" y="1038"/>
                    <a:pt x="522" y="1072"/>
                    <a:pt x="527" y="1078"/>
                  </a:cubicBezTo>
                  <a:cubicBezTo>
                    <a:pt x="546" y="1101"/>
                    <a:pt x="535" y="1116"/>
                    <a:pt x="519" y="1137"/>
                  </a:cubicBezTo>
                  <a:moveTo>
                    <a:pt x="380" y="570"/>
                  </a:moveTo>
                  <a:cubicBezTo>
                    <a:pt x="386" y="631"/>
                    <a:pt x="437" y="653"/>
                    <a:pt x="474" y="685"/>
                  </a:cubicBezTo>
                  <a:cubicBezTo>
                    <a:pt x="480" y="691"/>
                    <a:pt x="499" y="683"/>
                    <a:pt x="511" y="679"/>
                  </a:cubicBezTo>
                  <a:cubicBezTo>
                    <a:pt x="515" y="677"/>
                    <a:pt x="517" y="659"/>
                    <a:pt x="513" y="657"/>
                  </a:cubicBezTo>
                  <a:cubicBezTo>
                    <a:pt x="473" y="626"/>
                    <a:pt x="432" y="596"/>
                    <a:pt x="391" y="567"/>
                  </a:cubicBezTo>
                  <a:cubicBezTo>
                    <a:pt x="390" y="566"/>
                    <a:pt x="385" y="569"/>
                    <a:pt x="380" y="570"/>
                  </a:cubicBezTo>
                  <a:moveTo>
                    <a:pt x="392" y="464"/>
                  </a:moveTo>
                  <a:cubicBezTo>
                    <a:pt x="332" y="429"/>
                    <a:pt x="281" y="440"/>
                    <a:pt x="250" y="494"/>
                  </a:cubicBezTo>
                  <a:cubicBezTo>
                    <a:pt x="294" y="527"/>
                    <a:pt x="346" y="516"/>
                    <a:pt x="392" y="464"/>
                  </a:cubicBezTo>
                  <a:moveTo>
                    <a:pt x="497" y="895"/>
                  </a:moveTo>
                  <a:cubicBezTo>
                    <a:pt x="504" y="914"/>
                    <a:pt x="506" y="933"/>
                    <a:pt x="516" y="942"/>
                  </a:cubicBezTo>
                  <a:cubicBezTo>
                    <a:pt x="528" y="952"/>
                    <a:pt x="548" y="958"/>
                    <a:pt x="564" y="957"/>
                  </a:cubicBezTo>
                  <a:cubicBezTo>
                    <a:pt x="573" y="957"/>
                    <a:pt x="587" y="940"/>
                    <a:pt x="587" y="930"/>
                  </a:cubicBezTo>
                  <a:cubicBezTo>
                    <a:pt x="589" y="909"/>
                    <a:pt x="528" y="854"/>
                    <a:pt x="497" y="847"/>
                  </a:cubicBezTo>
                  <a:cubicBezTo>
                    <a:pt x="532" y="868"/>
                    <a:pt x="526" y="884"/>
                    <a:pt x="497" y="895"/>
                  </a:cubicBezTo>
                  <a:moveTo>
                    <a:pt x="744" y="660"/>
                  </a:moveTo>
                  <a:cubicBezTo>
                    <a:pt x="718" y="665"/>
                    <a:pt x="693" y="690"/>
                    <a:pt x="692" y="713"/>
                  </a:cubicBezTo>
                  <a:cubicBezTo>
                    <a:pt x="691" y="733"/>
                    <a:pt x="698" y="750"/>
                    <a:pt x="721" y="753"/>
                  </a:cubicBezTo>
                  <a:cubicBezTo>
                    <a:pt x="741" y="755"/>
                    <a:pt x="782" y="720"/>
                    <a:pt x="776" y="703"/>
                  </a:cubicBezTo>
                  <a:cubicBezTo>
                    <a:pt x="770" y="687"/>
                    <a:pt x="755" y="674"/>
                    <a:pt x="743" y="660"/>
                  </a:cubicBezTo>
                  <a:lnTo>
                    <a:pt x="744" y="660"/>
                  </a:lnTo>
                  <a:moveTo>
                    <a:pt x="516" y="272"/>
                  </a:moveTo>
                  <a:cubicBezTo>
                    <a:pt x="497" y="302"/>
                    <a:pt x="494" y="334"/>
                    <a:pt x="507" y="365"/>
                  </a:cubicBezTo>
                  <a:cubicBezTo>
                    <a:pt x="511" y="375"/>
                    <a:pt x="527" y="383"/>
                    <a:pt x="539" y="385"/>
                  </a:cubicBezTo>
                  <a:cubicBezTo>
                    <a:pt x="545" y="385"/>
                    <a:pt x="558" y="371"/>
                    <a:pt x="561" y="362"/>
                  </a:cubicBezTo>
                  <a:cubicBezTo>
                    <a:pt x="570" y="331"/>
                    <a:pt x="548" y="289"/>
                    <a:pt x="516" y="272"/>
                  </a:cubicBezTo>
                  <a:moveTo>
                    <a:pt x="164" y="329"/>
                  </a:moveTo>
                  <a:cubicBezTo>
                    <a:pt x="126" y="311"/>
                    <a:pt x="61" y="331"/>
                    <a:pt x="46" y="361"/>
                  </a:cubicBezTo>
                  <a:cubicBezTo>
                    <a:pt x="36" y="381"/>
                    <a:pt x="44" y="396"/>
                    <a:pt x="64" y="393"/>
                  </a:cubicBezTo>
                  <a:cubicBezTo>
                    <a:pt x="104" y="385"/>
                    <a:pt x="139" y="368"/>
                    <a:pt x="164" y="329"/>
                  </a:cubicBezTo>
                  <a:moveTo>
                    <a:pt x="892" y="286"/>
                  </a:moveTo>
                  <a:cubicBezTo>
                    <a:pt x="892" y="286"/>
                    <a:pt x="891" y="286"/>
                    <a:pt x="890" y="286"/>
                  </a:cubicBezTo>
                  <a:cubicBezTo>
                    <a:pt x="891" y="305"/>
                    <a:pt x="891" y="323"/>
                    <a:pt x="894" y="341"/>
                  </a:cubicBezTo>
                  <a:cubicBezTo>
                    <a:pt x="898" y="357"/>
                    <a:pt x="909" y="366"/>
                    <a:pt x="924" y="351"/>
                  </a:cubicBezTo>
                  <a:cubicBezTo>
                    <a:pt x="944" y="333"/>
                    <a:pt x="943" y="255"/>
                    <a:pt x="924" y="235"/>
                  </a:cubicBezTo>
                  <a:cubicBezTo>
                    <a:pt x="918" y="229"/>
                    <a:pt x="909" y="226"/>
                    <a:pt x="901" y="227"/>
                  </a:cubicBezTo>
                  <a:cubicBezTo>
                    <a:pt x="898" y="227"/>
                    <a:pt x="893" y="238"/>
                    <a:pt x="893" y="244"/>
                  </a:cubicBezTo>
                  <a:cubicBezTo>
                    <a:pt x="891" y="258"/>
                    <a:pt x="892" y="272"/>
                    <a:pt x="892" y="286"/>
                  </a:cubicBezTo>
                  <a:moveTo>
                    <a:pt x="252" y="391"/>
                  </a:moveTo>
                  <a:cubicBezTo>
                    <a:pt x="197" y="364"/>
                    <a:pt x="154" y="384"/>
                    <a:pt x="139" y="443"/>
                  </a:cubicBezTo>
                  <a:cubicBezTo>
                    <a:pt x="171" y="461"/>
                    <a:pt x="216" y="441"/>
                    <a:pt x="252" y="391"/>
                  </a:cubicBezTo>
                  <a:moveTo>
                    <a:pt x="782" y="980"/>
                  </a:moveTo>
                  <a:cubicBezTo>
                    <a:pt x="786" y="1014"/>
                    <a:pt x="799" y="1028"/>
                    <a:pt x="822" y="1031"/>
                  </a:cubicBezTo>
                  <a:cubicBezTo>
                    <a:pt x="839" y="1033"/>
                    <a:pt x="872" y="999"/>
                    <a:pt x="863" y="986"/>
                  </a:cubicBezTo>
                  <a:cubicBezTo>
                    <a:pt x="852" y="968"/>
                    <a:pt x="832" y="952"/>
                    <a:pt x="813" y="946"/>
                  </a:cubicBezTo>
                  <a:cubicBezTo>
                    <a:pt x="806" y="944"/>
                    <a:pt x="790" y="971"/>
                    <a:pt x="782" y="980"/>
                  </a:cubicBezTo>
                  <a:moveTo>
                    <a:pt x="946" y="710"/>
                  </a:moveTo>
                  <a:cubicBezTo>
                    <a:pt x="916" y="710"/>
                    <a:pt x="891" y="703"/>
                    <a:pt x="881" y="712"/>
                  </a:cubicBezTo>
                  <a:cubicBezTo>
                    <a:pt x="870" y="723"/>
                    <a:pt x="870" y="747"/>
                    <a:pt x="869" y="766"/>
                  </a:cubicBezTo>
                  <a:cubicBezTo>
                    <a:pt x="868" y="774"/>
                    <a:pt x="876" y="786"/>
                    <a:pt x="883" y="789"/>
                  </a:cubicBezTo>
                  <a:cubicBezTo>
                    <a:pt x="889" y="791"/>
                    <a:pt x="903" y="786"/>
                    <a:pt x="907" y="780"/>
                  </a:cubicBezTo>
                  <a:cubicBezTo>
                    <a:pt x="920" y="761"/>
                    <a:pt x="930" y="740"/>
                    <a:pt x="946" y="710"/>
                  </a:cubicBezTo>
                  <a:moveTo>
                    <a:pt x="879" y="599"/>
                  </a:moveTo>
                  <a:cubicBezTo>
                    <a:pt x="920" y="646"/>
                    <a:pt x="966" y="647"/>
                    <a:pt x="990" y="604"/>
                  </a:cubicBezTo>
                  <a:cubicBezTo>
                    <a:pt x="956" y="576"/>
                    <a:pt x="915" y="574"/>
                    <a:pt x="879" y="599"/>
                  </a:cubicBezTo>
                  <a:moveTo>
                    <a:pt x="446" y="248"/>
                  </a:moveTo>
                  <a:cubicBezTo>
                    <a:pt x="423" y="232"/>
                    <a:pt x="410" y="216"/>
                    <a:pt x="395" y="213"/>
                  </a:cubicBezTo>
                  <a:cubicBezTo>
                    <a:pt x="368" y="208"/>
                    <a:pt x="365" y="235"/>
                    <a:pt x="368" y="250"/>
                  </a:cubicBezTo>
                  <a:cubicBezTo>
                    <a:pt x="371" y="266"/>
                    <a:pt x="387" y="280"/>
                    <a:pt x="397" y="294"/>
                  </a:cubicBezTo>
                  <a:cubicBezTo>
                    <a:pt x="411" y="281"/>
                    <a:pt x="424" y="269"/>
                    <a:pt x="447" y="248"/>
                  </a:cubicBezTo>
                  <a:lnTo>
                    <a:pt x="446" y="248"/>
                  </a:lnTo>
                  <a:moveTo>
                    <a:pt x="544" y="1230"/>
                  </a:moveTo>
                  <a:cubicBezTo>
                    <a:pt x="505" y="1214"/>
                    <a:pt x="475" y="1216"/>
                    <a:pt x="470" y="1236"/>
                  </a:cubicBezTo>
                  <a:cubicBezTo>
                    <a:pt x="466" y="1256"/>
                    <a:pt x="467" y="1276"/>
                    <a:pt x="491" y="1285"/>
                  </a:cubicBezTo>
                  <a:cubicBezTo>
                    <a:pt x="513" y="1293"/>
                    <a:pt x="534" y="1271"/>
                    <a:pt x="544" y="1230"/>
                  </a:cubicBezTo>
                  <a:moveTo>
                    <a:pt x="293" y="213"/>
                  </a:moveTo>
                  <a:cubicBezTo>
                    <a:pt x="296" y="212"/>
                    <a:pt x="300" y="211"/>
                    <a:pt x="303" y="210"/>
                  </a:cubicBezTo>
                  <a:cubicBezTo>
                    <a:pt x="306" y="190"/>
                    <a:pt x="315" y="167"/>
                    <a:pt x="310" y="149"/>
                  </a:cubicBezTo>
                  <a:cubicBezTo>
                    <a:pt x="307" y="135"/>
                    <a:pt x="286" y="125"/>
                    <a:pt x="273" y="113"/>
                  </a:cubicBezTo>
                  <a:cubicBezTo>
                    <a:pt x="269" y="126"/>
                    <a:pt x="261" y="140"/>
                    <a:pt x="264" y="151"/>
                  </a:cubicBezTo>
                  <a:cubicBezTo>
                    <a:pt x="270" y="172"/>
                    <a:pt x="283" y="192"/>
                    <a:pt x="293" y="212"/>
                  </a:cubicBezTo>
                  <a:lnTo>
                    <a:pt x="293" y="213"/>
                  </a:lnTo>
                  <a:moveTo>
                    <a:pt x="789" y="94"/>
                  </a:moveTo>
                  <a:cubicBezTo>
                    <a:pt x="754" y="128"/>
                    <a:pt x="745" y="151"/>
                    <a:pt x="765" y="164"/>
                  </a:cubicBezTo>
                  <a:cubicBezTo>
                    <a:pt x="775" y="171"/>
                    <a:pt x="802" y="170"/>
                    <a:pt x="809" y="162"/>
                  </a:cubicBezTo>
                  <a:cubicBezTo>
                    <a:pt x="832" y="134"/>
                    <a:pt x="806" y="116"/>
                    <a:pt x="789" y="94"/>
                  </a:cubicBezTo>
                  <a:moveTo>
                    <a:pt x="828" y="355"/>
                  </a:moveTo>
                  <a:cubicBezTo>
                    <a:pt x="845" y="326"/>
                    <a:pt x="845" y="288"/>
                    <a:pt x="826" y="263"/>
                  </a:cubicBezTo>
                  <a:cubicBezTo>
                    <a:pt x="819" y="254"/>
                    <a:pt x="805" y="247"/>
                    <a:pt x="794" y="247"/>
                  </a:cubicBezTo>
                  <a:cubicBezTo>
                    <a:pt x="786" y="247"/>
                    <a:pt x="778" y="260"/>
                    <a:pt x="769" y="267"/>
                  </a:cubicBezTo>
                  <a:cubicBezTo>
                    <a:pt x="804" y="260"/>
                    <a:pt x="811" y="265"/>
                    <a:pt x="808" y="298"/>
                  </a:cubicBezTo>
                  <a:cubicBezTo>
                    <a:pt x="807" y="318"/>
                    <a:pt x="799" y="342"/>
                    <a:pt x="828" y="355"/>
                  </a:cubicBezTo>
                  <a:moveTo>
                    <a:pt x="346" y="1194"/>
                  </a:moveTo>
                  <a:cubicBezTo>
                    <a:pt x="366" y="1175"/>
                    <a:pt x="383" y="1161"/>
                    <a:pt x="397" y="1143"/>
                  </a:cubicBezTo>
                  <a:cubicBezTo>
                    <a:pt x="410" y="1126"/>
                    <a:pt x="399" y="1115"/>
                    <a:pt x="380" y="1113"/>
                  </a:cubicBezTo>
                  <a:cubicBezTo>
                    <a:pt x="346" y="1110"/>
                    <a:pt x="331" y="1139"/>
                    <a:pt x="346" y="1194"/>
                  </a:cubicBezTo>
                  <a:moveTo>
                    <a:pt x="625" y="41"/>
                  </a:moveTo>
                  <a:cubicBezTo>
                    <a:pt x="616" y="67"/>
                    <a:pt x="585" y="90"/>
                    <a:pt x="623" y="112"/>
                  </a:cubicBezTo>
                  <a:cubicBezTo>
                    <a:pt x="629" y="116"/>
                    <a:pt x="650" y="104"/>
                    <a:pt x="657" y="94"/>
                  </a:cubicBezTo>
                  <a:cubicBezTo>
                    <a:pt x="671" y="73"/>
                    <a:pt x="660" y="56"/>
                    <a:pt x="626" y="42"/>
                  </a:cubicBezTo>
                  <a:lnTo>
                    <a:pt x="625" y="41"/>
                  </a:lnTo>
                  <a:moveTo>
                    <a:pt x="985" y="424"/>
                  </a:moveTo>
                  <a:cubicBezTo>
                    <a:pt x="981" y="424"/>
                    <a:pt x="977" y="423"/>
                    <a:pt x="972" y="422"/>
                  </a:cubicBezTo>
                  <a:cubicBezTo>
                    <a:pt x="959" y="440"/>
                    <a:pt x="945" y="458"/>
                    <a:pt x="933" y="477"/>
                  </a:cubicBezTo>
                  <a:cubicBezTo>
                    <a:pt x="932" y="479"/>
                    <a:pt x="951" y="496"/>
                    <a:pt x="952" y="495"/>
                  </a:cubicBezTo>
                  <a:cubicBezTo>
                    <a:pt x="968" y="482"/>
                    <a:pt x="984" y="468"/>
                    <a:pt x="997" y="451"/>
                  </a:cubicBezTo>
                  <a:cubicBezTo>
                    <a:pt x="1000" y="447"/>
                    <a:pt x="989" y="433"/>
                    <a:pt x="985" y="424"/>
                  </a:cubicBezTo>
                  <a:moveTo>
                    <a:pt x="136" y="807"/>
                  </a:moveTo>
                  <a:cubicBezTo>
                    <a:pt x="170" y="800"/>
                    <a:pt x="184" y="771"/>
                    <a:pt x="171" y="731"/>
                  </a:cubicBezTo>
                  <a:cubicBezTo>
                    <a:pt x="126" y="736"/>
                    <a:pt x="115" y="759"/>
                    <a:pt x="136" y="807"/>
                  </a:cubicBezTo>
                  <a:moveTo>
                    <a:pt x="688" y="341"/>
                  </a:moveTo>
                  <a:cubicBezTo>
                    <a:pt x="682" y="319"/>
                    <a:pt x="675" y="297"/>
                    <a:pt x="670" y="279"/>
                  </a:cubicBezTo>
                  <a:cubicBezTo>
                    <a:pt x="645" y="289"/>
                    <a:pt x="623" y="299"/>
                    <a:pt x="599" y="309"/>
                  </a:cubicBezTo>
                  <a:cubicBezTo>
                    <a:pt x="600" y="312"/>
                    <a:pt x="601" y="319"/>
                    <a:pt x="603" y="330"/>
                  </a:cubicBezTo>
                  <a:cubicBezTo>
                    <a:pt x="636" y="303"/>
                    <a:pt x="655" y="334"/>
                    <a:pt x="688" y="341"/>
                  </a:cubicBezTo>
                  <a:moveTo>
                    <a:pt x="460" y="156"/>
                  </a:moveTo>
                  <a:cubicBezTo>
                    <a:pt x="473" y="173"/>
                    <a:pt x="483" y="187"/>
                    <a:pt x="494" y="201"/>
                  </a:cubicBezTo>
                  <a:cubicBezTo>
                    <a:pt x="501" y="191"/>
                    <a:pt x="515" y="178"/>
                    <a:pt x="512" y="172"/>
                  </a:cubicBezTo>
                  <a:cubicBezTo>
                    <a:pt x="507" y="155"/>
                    <a:pt x="494" y="141"/>
                    <a:pt x="483" y="126"/>
                  </a:cubicBezTo>
                  <a:cubicBezTo>
                    <a:pt x="477" y="134"/>
                    <a:pt x="471" y="142"/>
                    <a:pt x="460" y="156"/>
                  </a:cubicBezTo>
                  <a:moveTo>
                    <a:pt x="184" y="507"/>
                  </a:moveTo>
                  <a:cubicBezTo>
                    <a:pt x="178" y="519"/>
                    <a:pt x="174" y="528"/>
                    <a:pt x="169" y="536"/>
                  </a:cubicBezTo>
                  <a:cubicBezTo>
                    <a:pt x="164" y="545"/>
                    <a:pt x="157" y="553"/>
                    <a:pt x="153" y="563"/>
                  </a:cubicBezTo>
                  <a:cubicBezTo>
                    <a:pt x="150" y="569"/>
                    <a:pt x="150" y="577"/>
                    <a:pt x="149" y="585"/>
                  </a:cubicBezTo>
                  <a:cubicBezTo>
                    <a:pt x="158" y="586"/>
                    <a:pt x="169" y="590"/>
                    <a:pt x="175" y="586"/>
                  </a:cubicBezTo>
                  <a:cubicBezTo>
                    <a:pt x="199" y="575"/>
                    <a:pt x="204" y="541"/>
                    <a:pt x="184" y="507"/>
                  </a:cubicBezTo>
                  <a:moveTo>
                    <a:pt x="814" y="543"/>
                  </a:moveTo>
                  <a:cubicBezTo>
                    <a:pt x="820" y="544"/>
                    <a:pt x="825" y="544"/>
                    <a:pt x="831" y="545"/>
                  </a:cubicBezTo>
                  <a:cubicBezTo>
                    <a:pt x="834" y="526"/>
                    <a:pt x="840" y="506"/>
                    <a:pt x="839" y="487"/>
                  </a:cubicBezTo>
                  <a:cubicBezTo>
                    <a:pt x="837" y="476"/>
                    <a:pt x="823" y="467"/>
                    <a:pt x="815" y="457"/>
                  </a:cubicBezTo>
                  <a:cubicBezTo>
                    <a:pt x="812" y="459"/>
                    <a:pt x="809" y="460"/>
                    <a:pt x="806" y="462"/>
                  </a:cubicBezTo>
                  <a:cubicBezTo>
                    <a:pt x="809" y="489"/>
                    <a:pt x="811" y="516"/>
                    <a:pt x="814" y="543"/>
                  </a:cubicBezTo>
                  <a:moveTo>
                    <a:pt x="905" y="76"/>
                  </a:moveTo>
                  <a:cubicBezTo>
                    <a:pt x="897" y="86"/>
                    <a:pt x="887" y="92"/>
                    <a:pt x="886" y="99"/>
                  </a:cubicBezTo>
                  <a:cubicBezTo>
                    <a:pt x="885" y="111"/>
                    <a:pt x="886" y="126"/>
                    <a:pt x="891" y="136"/>
                  </a:cubicBezTo>
                  <a:cubicBezTo>
                    <a:pt x="894" y="142"/>
                    <a:pt x="910" y="141"/>
                    <a:pt x="920" y="143"/>
                  </a:cubicBezTo>
                  <a:cubicBezTo>
                    <a:pt x="921" y="131"/>
                    <a:pt x="925" y="119"/>
                    <a:pt x="923" y="108"/>
                  </a:cubicBezTo>
                  <a:cubicBezTo>
                    <a:pt x="921" y="97"/>
                    <a:pt x="912" y="87"/>
                    <a:pt x="906" y="76"/>
                  </a:cubicBezTo>
                  <a:lnTo>
                    <a:pt x="905" y="76"/>
                  </a:lnTo>
                  <a:moveTo>
                    <a:pt x="235" y="251"/>
                  </a:moveTo>
                  <a:cubicBezTo>
                    <a:pt x="232" y="253"/>
                    <a:pt x="229" y="255"/>
                    <a:pt x="226" y="257"/>
                  </a:cubicBezTo>
                  <a:cubicBezTo>
                    <a:pt x="229" y="273"/>
                    <a:pt x="230" y="289"/>
                    <a:pt x="236" y="303"/>
                  </a:cubicBezTo>
                  <a:cubicBezTo>
                    <a:pt x="240" y="311"/>
                    <a:pt x="252" y="315"/>
                    <a:pt x="261" y="322"/>
                  </a:cubicBezTo>
                  <a:cubicBezTo>
                    <a:pt x="264" y="309"/>
                    <a:pt x="273" y="294"/>
                    <a:pt x="269" y="286"/>
                  </a:cubicBezTo>
                  <a:cubicBezTo>
                    <a:pt x="263" y="272"/>
                    <a:pt x="247" y="262"/>
                    <a:pt x="235" y="251"/>
                  </a:cubicBezTo>
                  <a:moveTo>
                    <a:pt x="1027" y="372"/>
                  </a:moveTo>
                  <a:cubicBezTo>
                    <a:pt x="1031" y="371"/>
                    <a:pt x="1035" y="370"/>
                    <a:pt x="1039" y="368"/>
                  </a:cubicBezTo>
                  <a:cubicBezTo>
                    <a:pt x="1034" y="345"/>
                    <a:pt x="1029" y="322"/>
                    <a:pt x="1025" y="298"/>
                  </a:cubicBezTo>
                  <a:lnTo>
                    <a:pt x="1013" y="301"/>
                  </a:lnTo>
                  <a:cubicBezTo>
                    <a:pt x="1009" y="326"/>
                    <a:pt x="985" y="355"/>
                    <a:pt x="1027" y="372"/>
                  </a:cubicBezTo>
                  <a:moveTo>
                    <a:pt x="594" y="183"/>
                  </a:moveTo>
                  <a:cubicBezTo>
                    <a:pt x="600" y="214"/>
                    <a:pt x="604" y="237"/>
                    <a:pt x="610" y="266"/>
                  </a:cubicBezTo>
                  <a:cubicBezTo>
                    <a:pt x="642" y="232"/>
                    <a:pt x="638" y="209"/>
                    <a:pt x="594" y="183"/>
                  </a:cubicBezTo>
                  <a:moveTo>
                    <a:pt x="494" y="471"/>
                  </a:moveTo>
                  <a:lnTo>
                    <a:pt x="493" y="487"/>
                  </a:lnTo>
                  <a:cubicBezTo>
                    <a:pt x="506" y="492"/>
                    <a:pt x="519" y="500"/>
                    <a:pt x="533" y="502"/>
                  </a:cubicBezTo>
                  <a:cubicBezTo>
                    <a:pt x="541" y="503"/>
                    <a:pt x="549" y="495"/>
                    <a:pt x="557" y="491"/>
                  </a:cubicBezTo>
                  <a:cubicBezTo>
                    <a:pt x="552" y="484"/>
                    <a:pt x="548" y="473"/>
                    <a:pt x="541" y="472"/>
                  </a:cubicBezTo>
                  <a:cubicBezTo>
                    <a:pt x="526" y="469"/>
                    <a:pt x="510" y="471"/>
                    <a:pt x="494" y="471"/>
                  </a:cubicBezTo>
                  <a:moveTo>
                    <a:pt x="69" y="843"/>
                  </a:moveTo>
                  <a:cubicBezTo>
                    <a:pt x="57" y="861"/>
                    <a:pt x="46" y="869"/>
                    <a:pt x="47" y="877"/>
                  </a:cubicBezTo>
                  <a:cubicBezTo>
                    <a:pt x="48" y="886"/>
                    <a:pt x="59" y="893"/>
                    <a:pt x="66" y="902"/>
                  </a:cubicBezTo>
                  <a:cubicBezTo>
                    <a:pt x="72" y="893"/>
                    <a:pt x="82" y="886"/>
                    <a:pt x="84" y="877"/>
                  </a:cubicBezTo>
                  <a:cubicBezTo>
                    <a:pt x="86" y="870"/>
                    <a:pt x="78" y="861"/>
                    <a:pt x="69" y="843"/>
                  </a:cubicBezTo>
                  <a:moveTo>
                    <a:pt x="593" y="604"/>
                  </a:moveTo>
                  <a:cubicBezTo>
                    <a:pt x="588" y="637"/>
                    <a:pt x="594" y="660"/>
                    <a:pt x="609" y="671"/>
                  </a:cubicBezTo>
                  <a:cubicBezTo>
                    <a:pt x="628" y="644"/>
                    <a:pt x="625" y="628"/>
                    <a:pt x="593" y="604"/>
                  </a:cubicBezTo>
                  <a:moveTo>
                    <a:pt x="831" y="1190"/>
                  </a:moveTo>
                  <a:cubicBezTo>
                    <a:pt x="835" y="1190"/>
                    <a:pt x="840" y="1189"/>
                    <a:pt x="845" y="1189"/>
                  </a:cubicBezTo>
                  <a:cubicBezTo>
                    <a:pt x="845" y="1175"/>
                    <a:pt x="849" y="1159"/>
                    <a:pt x="843" y="1148"/>
                  </a:cubicBezTo>
                  <a:cubicBezTo>
                    <a:pt x="840" y="1142"/>
                    <a:pt x="821" y="1143"/>
                    <a:pt x="809" y="1141"/>
                  </a:cubicBezTo>
                  <a:cubicBezTo>
                    <a:pt x="808" y="1145"/>
                    <a:pt x="807" y="1148"/>
                    <a:pt x="805" y="1151"/>
                  </a:cubicBezTo>
                  <a:cubicBezTo>
                    <a:pt x="814" y="1164"/>
                    <a:pt x="822" y="1177"/>
                    <a:pt x="831" y="1190"/>
                  </a:cubicBezTo>
                  <a:moveTo>
                    <a:pt x="732" y="414"/>
                  </a:moveTo>
                  <a:cubicBezTo>
                    <a:pt x="737" y="413"/>
                    <a:pt x="742" y="412"/>
                    <a:pt x="747" y="411"/>
                  </a:cubicBezTo>
                  <a:cubicBezTo>
                    <a:pt x="743" y="389"/>
                    <a:pt x="738" y="367"/>
                    <a:pt x="733" y="345"/>
                  </a:cubicBezTo>
                  <a:cubicBezTo>
                    <a:pt x="729" y="346"/>
                    <a:pt x="725" y="347"/>
                    <a:pt x="720" y="348"/>
                  </a:cubicBezTo>
                  <a:cubicBezTo>
                    <a:pt x="724" y="370"/>
                    <a:pt x="728" y="392"/>
                    <a:pt x="732" y="414"/>
                  </a:cubicBezTo>
                  <a:moveTo>
                    <a:pt x="559" y="171"/>
                  </a:moveTo>
                  <a:cubicBezTo>
                    <a:pt x="552" y="191"/>
                    <a:pt x="544" y="210"/>
                    <a:pt x="536" y="231"/>
                  </a:cubicBezTo>
                  <a:cubicBezTo>
                    <a:pt x="543" y="234"/>
                    <a:pt x="551" y="237"/>
                    <a:pt x="559" y="241"/>
                  </a:cubicBezTo>
                  <a:lnTo>
                    <a:pt x="559" y="171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6" name="Google Shape;276;p23"/>
            <p:cNvSpPr/>
            <p:nvPr/>
          </p:nvSpPr>
          <p:spPr>
            <a:xfrm>
              <a:off x="3090885" y="877790"/>
              <a:ext cx="72000" cy="81720"/>
            </a:xfrm>
            <a:custGeom>
              <a:avLst/>
              <a:gdLst/>
              <a:ahLst/>
              <a:cxnLst/>
              <a:rect l="l" t="t" r="r" b="b"/>
              <a:pathLst>
                <a:path w="200" h="227" extrusionOk="0">
                  <a:moveTo>
                    <a:pt x="200" y="159"/>
                  </a:moveTo>
                  <a:cubicBezTo>
                    <a:pt x="168" y="223"/>
                    <a:pt x="120" y="242"/>
                    <a:pt x="60" y="216"/>
                  </a:cubicBezTo>
                  <a:cubicBezTo>
                    <a:pt x="10" y="193"/>
                    <a:pt x="-15" y="114"/>
                    <a:pt x="11" y="54"/>
                  </a:cubicBezTo>
                  <a:cubicBezTo>
                    <a:pt x="23" y="27"/>
                    <a:pt x="28" y="-6"/>
                    <a:pt x="73" y="1"/>
                  </a:cubicBezTo>
                  <a:cubicBezTo>
                    <a:pt x="119" y="7"/>
                    <a:pt x="138" y="20"/>
                    <a:pt x="156" y="63"/>
                  </a:cubicBezTo>
                  <a:cubicBezTo>
                    <a:pt x="167" y="90"/>
                    <a:pt x="185" y="114"/>
                    <a:pt x="200" y="139"/>
                  </a:cubicBezTo>
                  <a:lnTo>
                    <a:pt x="200" y="159"/>
                  </a:lnTo>
                  <a:moveTo>
                    <a:pt x="121" y="184"/>
                  </a:moveTo>
                  <a:cubicBezTo>
                    <a:pt x="127" y="179"/>
                    <a:pt x="146" y="170"/>
                    <a:pt x="151" y="156"/>
                  </a:cubicBezTo>
                  <a:cubicBezTo>
                    <a:pt x="156" y="145"/>
                    <a:pt x="145" y="127"/>
                    <a:pt x="138" y="113"/>
                  </a:cubicBezTo>
                  <a:cubicBezTo>
                    <a:pt x="132" y="99"/>
                    <a:pt x="123" y="86"/>
                    <a:pt x="114" y="74"/>
                  </a:cubicBezTo>
                  <a:cubicBezTo>
                    <a:pt x="107" y="64"/>
                    <a:pt x="98" y="53"/>
                    <a:pt x="88" y="49"/>
                  </a:cubicBezTo>
                  <a:cubicBezTo>
                    <a:pt x="79" y="47"/>
                    <a:pt x="63" y="51"/>
                    <a:pt x="57" y="58"/>
                  </a:cubicBezTo>
                  <a:cubicBezTo>
                    <a:pt x="36" y="84"/>
                    <a:pt x="38" y="114"/>
                    <a:pt x="49" y="144"/>
                  </a:cubicBezTo>
                  <a:cubicBezTo>
                    <a:pt x="59" y="172"/>
                    <a:pt x="80" y="184"/>
                    <a:pt x="121" y="184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36700" rIns="90000" bIns="367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2919165" y="826310"/>
              <a:ext cx="132480" cy="223920"/>
            </a:xfrm>
            <a:custGeom>
              <a:avLst/>
              <a:gdLst/>
              <a:ahLst/>
              <a:cxnLst/>
              <a:rect l="l" t="t" r="r" b="b"/>
              <a:pathLst>
                <a:path w="368" h="622" extrusionOk="0">
                  <a:moveTo>
                    <a:pt x="48" y="436"/>
                  </a:moveTo>
                  <a:cubicBezTo>
                    <a:pt x="47" y="407"/>
                    <a:pt x="44" y="385"/>
                    <a:pt x="49" y="365"/>
                  </a:cubicBezTo>
                  <a:cubicBezTo>
                    <a:pt x="51" y="355"/>
                    <a:pt x="67" y="348"/>
                    <a:pt x="78" y="339"/>
                  </a:cubicBezTo>
                  <a:cubicBezTo>
                    <a:pt x="29" y="301"/>
                    <a:pt x="82" y="266"/>
                    <a:pt x="89" y="234"/>
                  </a:cubicBezTo>
                  <a:cubicBezTo>
                    <a:pt x="62" y="214"/>
                    <a:pt x="35" y="198"/>
                    <a:pt x="12" y="178"/>
                  </a:cubicBezTo>
                  <a:cubicBezTo>
                    <a:pt x="3" y="170"/>
                    <a:pt x="0" y="151"/>
                    <a:pt x="2" y="139"/>
                  </a:cubicBezTo>
                  <a:cubicBezTo>
                    <a:pt x="15" y="73"/>
                    <a:pt x="67" y="97"/>
                    <a:pt x="112" y="96"/>
                  </a:cubicBezTo>
                  <a:cubicBezTo>
                    <a:pt x="108" y="90"/>
                    <a:pt x="106" y="86"/>
                    <a:pt x="103" y="84"/>
                  </a:cubicBezTo>
                  <a:cubicBezTo>
                    <a:pt x="73" y="65"/>
                    <a:pt x="72" y="47"/>
                    <a:pt x="100" y="24"/>
                  </a:cubicBezTo>
                  <a:cubicBezTo>
                    <a:pt x="160" y="-25"/>
                    <a:pt x="231" y="4"/>
                    <a:pt x="250" y="85"/>
                  </a:cubicBezTo>
                  <a:cubicBezTo>
                    <a:pt x="276" y="85"/>
                    <a:pt x="304" y="81"/>
                    <a:pt x="329" y="86"/>
                  </a:cubicBezTo>
                  <a:cubicBezTo>
                    <a:pt x="362" y="93"/>
                    <a:pt x="373" y="118"/>
                    <a:pt x="367" y="151"/>
                  </a:cubicBezTo>
                  <a:cubicBezTo>
                    <a:pt x="356" y="205"/>
                    <a:pt x="312" y="245"/>
                    <a:pt x="246" y="258"/>
                  </a:cubicBezTo>
                  <a:cubicBezTo>
                    <a:pt x="252" y="291"/>
                    <a:pt x="222" y="324"/>
                    <a:pt x="157" y="356"/>
                  </a:cubicBezTo>
                  <a:cubicBezTo>
                    <a:pt x="182" y="380"/>
                    <a:pt x="192" y="407"/>
                    <a:pt x="177" y="440"/>
                  </a:cubicBezTo>
                  <a:cubicBezTo>
                    <a:pt x="175" y="445"/>
                    <a:pt x="179" y="452"/>
                    <a:pt x="181" y="458"/>
                  </a:cubicBezTo>
                  <a:cubicBezTo>
                    <a:pt x="185" y="466"/>
                    <a:pt x="191" y="473"/>
                    <a:pt x="193" y="481"/>
                  </a:cubicBezTo>
                  <a:cubicBezTo>
                    <a:pt x="207" y="535"/>
                    <a:pt x="112" y="634"/>
                    <a:pt x="57" y="621"/>
                  </a:cubicBezTo>
                  <a:cubicBezTo>
                    <a:pt x="30" y="614"/>
                    <a:pt x="11" y="597"/>
                    <a:pt x="4" y="570"/>
                  </a:cubicBezTo>
                  <a:cubicBezTo>
                    <a:pt x="-10" y="522"/>
                    <a:pt x="15" y="458"/>
                    <a:pt x="48" y="436"/>
                  </a:cubicBezTo>
                  <a:moveTo>
                    <a:pt x="83" y="583"/>
                  </a:moveTo>
                  <a:cubicBezTo>
                    <a:pt x="87" y="581"/>
                    <a:pt x="98" y="579"/>
                    <a:pt x="103" y="572"/>
                  </a:cubicBezTo>
                  <a:cubicBezTo>
                    <a:pt x="119" y="549"/>
                    <a:pt x="134" y="525"/>
                    <a:pt x="147" y="501"/>
                  </a:cubicBezTo>
                  <a:cubicBezTo>
                    <a:pt x="149" y="496"/>
                    <a:pt x="144" y="482"/>
                    <a:pt x="138" y="477"/>
                  </a:cubicBezTo>
                  <a:cubicBezTo>
                    <a:pt x="109" y="452"/>
                    <a:pt x="68" y="465"/>
                    <a:pt x="47" y="504"/>
                  </a:cubicBezTo>
                  <a:cubicBezTo>
                    <a:pt x="28" y="542"/>
                    <a:pt x="43" y="582"/>
                    <a:pt x="83" y="583"/>
                  </a:cubicBezTo>
                  <a:moveTo>
                    <a:pt x="297" y="121"/>
                  </a:moveTo>
                  <a:cubicBezTo>
                    <a:pt x="255" y="121"/>
                    <a:pt x="235" y="148"/>
                    <a:pt x="220" y="183"/>
                  </a:cubicBezTo>
                  <a:cubicBezTo>
                    <a:pt x="211" y="204"/>
                    <a:pt x="220" y="218"/>
                    <a:pt x="243" y="217"/>
                  </a:cubicBezTo>
                  <a:cubicBezTo>
                    <a:pt x="271" y="216"/>
                    <a:pt x="313" y="184"/>
                    <a:pt x="323" y="158"/>
                  </a:cubicBezTo>
                  <a:cubicBezTo>
                    <a:pt x="332" y="132"/>
                    <a:pt x="323" y="120"/>
                    <a:pt x="297" y="121"/>
                  </a:cubicBezTo>
                  <a:moveTo>
                    <a:pt x="46" y="157"/>
                  </a:moveTo>
                  <a:cubicBezTo>
                    <a:pt x="81" y="193"/>
                    <a:pt x="132" y="195"/>
                    <a:pt x="159" y="158"/>
                  </a:cubicBezTo>
                  <a:cubicBezTo>
                    <a:pt x="125" y="149"/>
                    <a:pt x="94" y="140"/>
                    <a:pt x="62" y="131"/>
                  </a:cubicBezTo>
                  <a:cubicBezTo>
                    <a:pt x="56" y="142"/>
                    <a:pt x="51" y="150"/>
                    <a:pt x="46" y="158"/>
                  </a:cubicBezTo>
                  <a:lnTo>
                    <a:pt x="46" y="157"/>
                  </a:lnTo>
                  <a:moveTo>
                    <a:pt x="205" y="290"/>
                  </a:moveTo>
                  <a:cubicBezTo>
                    <a:pt x="155" y="260"/>
                    <a:pt x="121" y="265"/>
                    <a:pt x="102" y="304"/>
                  </a:cubicBezTo>
                  <a:cubicBezTo>
                    <a:pt x="139" y="327"/>
                    <a:pt x="169" y="306"/>
                    <a:pt x="205" y="290"/>
                  </a:cubicBezTo>
                  <a:moveTo>
                    <a:pt x="173" y="99"/>
                  </a:moveTo>
                  <a:cubicBezTo>
                    <a:pt x="187" y="87"/>
                    <a:pt x="195" y="80"/>
                    <a:pt x="202" y="73"/>
                  </a:cubicBezTo>
                  <a:cubicBezTo>
                    <a:pt x="190" y="62"/>
                    <a:pt x="179" y="50"/>
                    <a:pt x="165" y="43"/>
                  </a:cubicBezTo>
                  <a:cubicBezTo>
                    <a:pt x="162" y="41"/>
                    <a:pt x="143" y="59"/>
                    <a:pt x="144" y="61"/>
                  </a:cubicBezTo>
                  <a:cubicBezTo>
                    <a:pt x="151" y="73"/>
                    <a:pt x="161" y="84"/>
                    <a:pt x="173" y="99"/>
                  </a:cubicBezTo>
                  <a:moveTo>
                    <a:pt x="141" y="417"/>
                  </a:moveTo>
                  <a:cubicBezTo>
                    <a:pt x="142" y="412"/>
                    <a:pt x="144" y="407"/>
                    <a:pt x="145" y="403"/>
                  </a:cubicBezTo>
                  <a:cubicBezTo>
                    <a:pt x="132" y="398"/>
                    <a:pt x="119" y="388"/>
                    <a:pt x="106" y="389"/>
                  </a:cubicBezTo>
                  <a:cubicBezTo>
                    <a:pt x="96" y="390"/>
                    <a:pt x="87" y="404"/>
                    <a:pt x="71" y="417"/>
                  </a:cubicBezTo>
                  <a:lnTo>
                    <a:pt x="141" y="417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8" name="Google Shape;278;p23"/>
            <p:cNvSpPr/>
            <p:nvPr/>
          </p:nvSpPr>
          <p:spPr>
            <a:xfrm>
              <a:off x="2822325" y="685190"/>
              <a:ext cx="115200" cy="85680"/>
            </a:xfrm>
            <a:custGeom>
              <a:avLst/>
              <a:gdLst/>
              <a:ahLst/>
              <a:cxnLst/>
              <a:rect l="l" t="t" r="r" b="b"/>
              <a:pathLst>
                <a:path w="320" h="238" extrusionOk="0">
                  <a:moveTo>
                    <a:pt x="168" y="165"/>
                  </a:moveTo>
                  <a:cubicBezTo>
                    <a:pt x="157" y="175"/>
                    <a:pt x="148" y="184"/>
                    <a:pt x="138" y="192"/>
                  </a:cubicBezTo>
                  <a:cubicBezTo>
                    <a:pt x="93" y="227"/>
                    <a:pt x="38" y="214"/>
                    <a:pt x="13" y="162"/>
                  </a:cubicBezTo>
                  <a:cubicBezTo>
                    <a:pt x="-8" y="116"/>
                    <a:pt x="-1" y="71"/>
                    <a:pt x="24" y="29"/>
                  </a:cubicBezTo>
                  <a:cubicBezTo>
                    <a:pt x="39" y="4"/>
                    <a:pt x="64" y="-7"/>
                    <a:pt x="91" y="6"/>
                  </a:cubicBezTo>
                  <a:cubicBezTo>
                    <a:pt x="119" y="19"/>
                    <a:pt x="145" y="39"/>
                    <a:pt x="171" y="56"/>
                  </a:cubicBezTo>
                  <a:cubicBezTo>
                    <a:pt x="184" y="34"/>
                    <a:pt x="226" y="25"/>
                    <a:pt x="260" y="42"/>
                  </a:cubicBezTo>
                  <a:cubicBezTo>
                    <a:pt x="308" y="67"/>
                    <a:pt x="334" y="138"/>
                    <a:pt x="313" y="188"/>
                  </a:cubicBezTo>
                  <a:cubicBezTo>
                    <a:pt x="298" y="224"/>
                    <a:pt x="271" y="241"/>
                    <a:pt x="235" y="238"/>
                  </a:cubicBezTo>
                  <a:cubicBezTo>
                    <a:pt x="202" y="235"/>
                    <a:pt x="182" y="216"/>
                    <a:pt x="171" y="178"/>
                  </a:cubicBezTo>
                  <a:cubicBezTo>
                    <a:pt x="170" y="175"/>
                    <a:pt x="169" y="171"/>
                    <a:pt x="168" y="165"/>
                  </a:cubicBezTo>
                  <a:moveTo>
                    <a:pt x="41" y="100"/>
                  </a:moveTo>
                  <a:cubicBezTo>
                    <a:pt x="40" y="140"/>
                    <a:pt x="60" y="170"/>
                    <a:pt x="86" y="171"/>
                  </a:cubicBezTo>
                  <a:cubicBezTo>
                    <a:pt x="107" y="172"/>
                    <a:pt x="137" y="141"/>
                    <a:pt x="137" y="117"/>
                  </a:cubicBezTo>
                  <a:cubicBezTo>
                    <a:pt x="138" y="84"/>
                    <a:pt x="104" y="46"/>
                    <a:pt x="75" y="48"/>
                  </a:cubicBezTo>
                  <a:cubicBezTo>
                    <a:pt x="39" y="51"/>
                    <a:pt x="49" y="84"/>
                    <a:pt x="41" y="100"/>
                  </a:cubicBezTo>
                  <a:moveTo>
                    <a:pt x="202" y="125"/>
                  </a:moveTo>
                  <a:cubicBezTo>
                    <a:pt x="204" y="126"/>
                    <a:pt x="206" y="127"/>
                    <a:pt x="208" y="128"/>
                  </a:cubicBezTo>
                  <a:cubicBezTo>
                    <a:pt x="208" y="141"/>
                    <a:pt x="206" y="155"/>
                    <a:pt x="211" y="166"/>
                  </a:cubicBezTo>
                  <a:cubicBezTo>
                    <a:pt x="216" y="178"/>
                    <a:pt x="227" y="193"/>
                    <a:pt x="238" y="196"/>
                  </a:cubicBezTo>
                  <a:cubicBezTo>
                    <a:pt x="248" y="198"/>
                    <a:pt x="268" y="186"/>
                    <a:pt x="271" y="177"/>
                  </a:cubicBezTo>
                  <a:cubicBezTo>
                    <a:pt x="276" y="159"/>
                    <a:pt x="279" y="135"/>
                    <a:pt x="271" y="120"/>
                  </a:cubicBezTo>
                  <a:cubicBezTo>
                    <a:pt x="262" y="102"/>
                    <a:pt x="240" y="91"/>
                    <a:pt x="224" y="77"/>
                  </a:cubicBezTo>
                  <a:cubicBezTo>
                    <a:pt x="217" y="93"/>
                    <a:pt x="209" y="109"/>
                    <a:pt x="202" y="125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0675" rIns="90000" bIns="406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2878485" y="783830"/>
              <a:ext cx="64080" cy="69480"/>
            </a:xfrm>
            <a:custGeom>
              <a:avLst/>
              <a:gdLst/>
              <a:ahLst/>
              <a:cxnLst/>
              <a:rect l="l" t="t" r="r" b="b"/>
              <a:pathLst>
                <a:path w="178" h="193" extrusionOk="0">
                  <a:moveTo>
                    <a:pt x="1" y="101"/>
                  </a:moveTo>
                  <a:cubicBezTo>
                    <a:pt x="1" y="41"/>
                    <a:pt x="43" y="0"/>
                    <a:pt x="105" y="0"/>
                  </a:cubicBezTo>
                  <a:cubicBezTo>
                    <a:pt x="145" y="0"/>
                    <a:pt x="178" y="35"/>
                    <a:pt x="178" y="79"/>
                  </a:cubicBezTo>
                  <a:cubicBezTo>
                    <a:pt x="179" y="142"/>
                    <a:pt x="134" y="190"/>
                    <a:pt x="78" y="193"/>
                  </a:cubicBezTo>
                  <a:cubicBezTo>
                    <a:pt x="34" y="195"/>
                    <a:pt x="-7" y="166"/>
                    <a:pt x="1" y="101"/>
                  </a:cubicBezTo>
                  <a:moveTo>
                    <a:pt x="40" y="112"/>
                  </a:moveTo>
                  <a:cubicBezTo>
                    <a:pt x="39" y="137"/>
                    <a:pt x="48" y="152"/>
                    <a:pt x="74" y="153"/>
                  </a:cubicBezTo>
                  <a:cubicBezTo>
                    <a:pt x="106" y="153"/>
                    <a:pt x="138" y="119"/>
                    <a:pt x="137" y="83"/>
                  </a:cubicBezTo>
                  <a:cubicBezTo>
                    <a:pt x="137" y="62"/>
                    <a:pt x="127" y="44"/>
                    <a:pt x="104" y="43"/>
                  </a:cubicBezTo>
                  <a:cubicBezTo>
                    <a:pt x="73" y="41"/>
                    <a:pt x="42" y="77"/>
                    <a:pt x="40" y="112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4475" rIns="90000" bIns="24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2996565" y="960590"/>
              <a:ext cx="68400" cy="66600"/>
            </a:xfrm>
            <a:custGeom>
              <a:avLst/>
              <a:gdLst/>
              <a:ahLst/>
              <a:cxnLst/>
              <a:rect l="l" t="t" r="r" b="b"/>
              <a:pathLst>
                <a:path w="190" h="185" extrusionOk="0">
                  <a:moveTo>
                    <a:pt x="0" y="113"/>
                  </a:moveTo>
                  <a:cubicBezTo>
                    <a:pt x="-1" y="51"/>
                    <a:pt x="45" y="1"/>
                    <a:pt x="102" y="0"/>
                  </a:cubicBezTo>
                  <a:cubicBezTo>
                    <a:pt x="142" y="0"/>
                    <a:pt x="190" y="41"/>
                    <a:pt x="190" y="76"/>
                  </a:cubicBezTo>
                  <a:cubicBezTo>
                    <a:pt x="191" y="130"/>
                    <a:pt x="129" y="185"/>
                    <a:pt x="69" y="185"/>
                  </a:cubicBezTo>
                  <a:cubicBezTo>
                    <a:pt x="24" y="185"/>
                    <a:pt x="0" y="160"/>
                    <a:pt x="0" y="114"/>
                  </a:cubicBezTo>
                  <a:lnTo>
                    <a:pt x="0" y="113"/>
                  </a:lnTo>
                  <a:moveTo>
                    <a:pt x="70" y="144"/>
                  </a:moveTo>
                  <a:cubicBezTo>
                    <a:pt x="103" y="145"/>
                    <a:pt x="154" y="105"/>
                    <a:pt x="147" y="80"/>
                  </a:cubicBezTo>
                  <a:cubicBezTo>
                    <a:pt x="142" y="65"/>
                    <a:pt x="119" y="49"/>
                    <a:pt x="102" y="47"/>
                  </a:cubicBezTo>
                  <a:cubicBezTo>
                    <a:pt x="71" y="41"/>
                    <a:pt x="40" y="75"/>
                    <a:pt x="39" y="109"/>
                  </a:cubicBezTo>
                  <a:cubicBezTo>
                    <a:pt x="39" y="130"/>
                    <a:pt x="45" y="145"/>
                    <a:pt x="70" y="144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1600" rIns="90000" bIns="216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2865165" y="1209350"/>
              <a:ext cx="66240" cy="64800"/>
            </a:xfrm>
            <a:custGeom>
              <a:avLst/>
              <a:gdLst/>
              <a:ahLst/>
              <a:cxnLst/>
              <a:rect l="l" t="t" r="r" b="b"/>
              <a:pathLst>
                <a:path w="184" h="180" extrusionOk="0">
                  <a:moveTo>
                    <a:pt x="184" y="81"/>
                  </a:moveTo>
                  <a:cubicBezTo>
                    <a:pt x="176" y="129"/>
                    <a:pt x="148" y="155"/>
                    <a:pt x="109" y="172"/>
                  </a:cubicBezTo>
                  <a:cubicBezTo>
                    <a:pt x="78" y="186"/>
                    <a:pt x="48" y="182"/>
                    <a:pt x="22" y="158"/>
                  </a:cubicBezTo>
                  <a:cubicBezTo>
                    <a:pt x="-2" y="136"/>
                    <a:pt x="-5" y="110"/>
                    <a:pt x="6" y="81"/>
                  </a:cubicBezTo>
                  <a:cubicBezTo>
                    <a:pt x="20" y="46"/>
                    <a:pt x="33" y="11"/>
                    <a:pt x="75" y="1"/>
                  </a:cubicBezTo>
                  <a:cubicBezTo>
                    <a:pt x="81" y="0"/>
                    <a:pt x="89" y="-1"/>
                    <a:pt x="94" y="2"/>
                  </a:cubicBezTo>
                  <a:cubicBezTo>
                    <a:pt x="122" y="19"/>
                    <a:pt x="150" y="35"/>
                    <a:pt x="175" y="54"/>
                  </a:cubicBezTo>
                  <a:cubicBezTo>
                    <a:pt x="182" y="59"/>
                    <a:pt x="182" y="74"/>
                    <a:pt x="184" y="80"/>
                  </a:cubicBezTo>
                  <a:lnTo>
                    <a:pt x="184" y="81"/>
                  </a:lnTo>
                  <a:moveTo>
                    <a:pt x="65" y="137"/>
                  </a:moveTo>
                  <a:cubicBezTo>
                    <a:pt x="104" y="136"/>
                    <a:pt x="138" y="106"/>
                    <a:pt x="139" y="82"/>
                  </a:cubicBezTo>
                  <a:cubicBezTo>
                    <a:pt x="139" y="56"/>
                    <a:pt x="120" y="42"/>
                    <a:pt x="83" y="41"/>
                  </a:cubicBezTo>
                  <a:cubicBezTo>
                    <a:pt x="66" y="41"/>
                    <a:pt x="37" y="82"/>
                    <a:pt x="42" y="107"/>
                  </a:cubicBezTo>
                  <a:cubicBezTo>
                    <a:pt x="44" y="120"/>
                    <a:pt x="60" y="131"/>
                    <a:pt x="65" y="137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9800" rIns="90000" bIns="19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2900085" y="1106750"/>
              <a:ext cx="63360" cy="56880"/>
            </a:xfrm>
            <a:custGeom>
              <a:avLst/>
              <a:gdLst/>
              <a:ahLst/>
              <a:cxnLst/>
              <a:rect l="l" t="t" r="r" b="b"/>
              <a:pathLst>
                <a:path w="176" h="158" extrusionOk="0">
                  <a:moveTo>
                    <a:pt x="0" y="70"/>
                  </a:moveTo>
                  <a:cubicBezTo>
                    <a:pt x="0" y="21"/>
                    <a:pt x="16" y="7"/>
                    <a:pt x="68" y="10"/>
                  </a:cubicBezTo>
                  <a:cubicBezTo>
                    <a:pt x="77" y="11"/>
                    <a:pt x="86" y="5"/>
                    <a:pt x="96" y="3"/>
                  </a:cubicBezTo>
                  <a:cubicBezTo>
                    <a:pt x="145" y="-10"/>
                    <a:pt x="184" y="25"/>
                    <a:pt x="175" y="75"/>
                  </a:cubicBezTo>
                  <a:cubicBezTo>
                    <a:pt x="165" y="135"/>
                    <a:pt x="119" y="168"/>
                    <a:pt x="61" y="155"/>
                  </a:cubicBezTo>
                  <a:cubicBezTo>
                    <a:pt x="23" y="147"/>
                    <a:pt x="1" y="116"/>
                    <a:pt x="0" y="70"/>
                  </a:cubicBezTo>
                  <a:moveTo>
                    <a:pt x="100" y="36"/>
                  </a:moveTo>
                  <a:cubicBezTo>
                    <a:pt x="98" y="38"/>
                    <a:pt x="96" y="41"/>
                    <a:pt x="93" y="43"/>
                  </a:cubicBezTo>
                  <a:cubicBezTo>
                    <a:pt x="70" y="41"/>
                    <a:pt x="45" y="38"/>
                    <a:pt x="41" y="70"/>
                  </a:cubicBezTo>
                  <a:cubicBezTo>
                    <a:pt x="37" y="95"/>
                    <a:pt x="54" y="115"/>
                    <a:pt x="78" y="116"/>
                  </a:cubicBezTo>
                  <a:cubicBezTo>
                    <a:pt x="109" y="118"/>
                    <a:pt x="136" y="96"/>
                    <a:pt x="133" y="66"/>
                  </a:cubicBezTo>
                  <a:cubicBezTo>
                    <a:pt x="132" y="55"/>
                    <a:pt x="111" y="46"/>
                    <a:pt x="100" y="36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11875" rIns="90000" bIns="118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3028965" y="909110"/>
              <a:ext cx="49680" cy="44280"/>
            </a:xfrm>
            <a:custGeom>
              <a:avLst/>
              <a:gdLst/>
              <a:ahLst/>
              <a:cxnLst/>
              <a:rect l="l" t="t" r="r" b="b"/>
              <a:pathLst>
                <a:path w="138" h="123" extrusionOk="0">
                  <a:moveTo>
                    <a:pt x="58" y="0"/>
                  </a:moveTo>
                  <a:cubicBezTo>
                    <a:pt x="104" y="0"/>
                    <a:pt x="138" y="25"/>
                    <a:pt x="138" y="57"/>
                  </a:cubicBezTo>
                  <a:cubicBezTo>
                    <a:pt x="138" y="91"/>
                    <a:pt x="103" y="122"/>
                    <a:pt x="66" y="123"/>
                  </a:cubicBezTo>
                  <a:cubicBezTo>
                    <a:pt x="31" y="123"/>
                    <a:pt x="-1" y="95"/>
                    <a:pt x="0" y="64"/>
                  </a:cubicBezTo>
                  <a:cubicBezTo>
                    <a:pt x="2" y="23"/>
                    <a:pt x="23" y="0"/>
                    <a:pt x="58" y="0"/>
                  </a:cubicBezTo>
                  <a:moveTo>
                    <a:pt x="98" y="60"/>
                  </a:moveTo>
                  <a:cubicBezTo>
                    <a:pt x="97" y="55"/>
                    <a:pt x="97" y="50"/>
                    <a:pt x="96" y="45"/>
                  </a:cubicBezTo>
                  <a:cubicBezTo>
                    <a:pt x="78" y="47"/>
                    <a:pt x="60" y="48"/>
                    <a:pt x="42" y="49"/>
                  </a:cubicBezTo>
                  <a:cubicBezTo>
                    <a:pt x="45" y="59"/>
                    <a:pt x="46" y="74"/>
                    <a:pt x="52" y="78"/>
                  </a:cubicBezTo>
                  <a:cubicBezTo>
                    <a:pt x="74" y="90"/>
                    <a:pt x="88" y="77"/>
                    <a:pt x="98" y="60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2961285" y="1040870"/>
              <a:ext cx="49320" cy="38880"/>
            </a:xfrm>
            <a:custGeom>
              <a:avLst/>
              <a:gdLst/>
              <a:ahLst/>
              <a:cxnLst/>
              <a:rect l="l" t="t" r="r" b="b"/>
              <a:pathLst>
                <a:path w="137" h="108" extrusionOk="0">
                  <a:moveTo>
                    <a:pt x="137" y="58"/>
                  </a:moveTo>
                  <a:cubicBezTo>
                    <a:pt x="135" y="97"/>
                    <a:pt x="78" y="123"/>
                    <a:pt x="41" y="100"/>
                  </a:cubicBezTo>
                  <a:cubicBezTo>
                    <a:pt x="26" y="90"/>
                    <a:pt x="14" y="75"/>
                    <a:pt x="2" y="62"/>
                  </a:cubicBezTo>
                  <a:cubicBezTo>
                    <a:pt x="-1" y="59"/>
                    <a:pt x="0" y="52"/>
                    <a:pt x="0" y="46"/>
                  </a:cubicBezTo>
                  <a:cubicBezTo>
                    <a:pt x="3" y="24"/>
                    <a:pt x="50" y="-3"/>
                    <a:pt x="82" y="0"/>
                  </a:cubicBezTo>
                  <a:cubicBezTo>
                    <a:pt x="113" y="3"/>
                    <a:pt x="138" y="29"/>
                    <a:pt x="137" y="58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2897925" y="1062470"/>
              <a:ext cx="36720" cy="32040"/>
            </a:xfrm>
            <a:custGeom>
              <a:avLst/>
              <a:gdLst/>
              <a:ahLst/>
              <a:cxnLst/>
              <a:rect l="l" t="t" r="r" b="b"/>
              <a:pathLst>
                <a:path w="102" h="89" extrusionOk="0">
                  <a:moveTo>
                    <a:pt x="48" y="89"/>
                  </a:moveTo>
                  <a:cubicBezTo>
                    <a:pt x="19" y="90"/>
                    <a:pt x="1" y="73"/>
                    <a:pt x="0" y="44"/>
                  </a:cubicBezTo>
                  <a:cubicBezTo>
                    <a:pt x="0" y="23"/>
                    <a:pt x="33" y="-1"/>
                    <a:pt x="64" y="0"/>
                  </a:cubicBezTo>
                  <a:cubicBezTo>
                    <a:pt x="86" y="1"/>
                    <a:pt x="101" y="12"/>
                    <a:pt x="102" y="35"/>
                  </a:cubicBezTo>
                  <a:cubicBezTo>
                    <a:pt x="104" y="60"/>
                    <a:pt x="75" y="88"/>
                    <a:pt x="48" y="89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 txBox="1"/>
          <p:nvPr>
            <p:ph type="ctrTitle"/>
          </p:nvPr>
        </p:nvSpPr>
        <p:spPr>
          <a:xfrm>
            <a:off x="1479550" y="664210"/>
            <a:ext cx="6630670" cy="8756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3000"/>
              <a:t>AI  STUDY  ASSISTANT</a:t>
            </a:r>
            <a:endParaRPr lang="en-US" altLang="en-GB" sz="3000"/>
          </a:p>
        </p:txBody>
      </p:sp>
      <p:sp>
        <p:nvSpPr>
          <p:cNvPr id="297" name="Google Shape;297;p27"/>
          <p:cNvSpPr txBox="1"/>
          <p:nvPr>
            <p:ph type="subTitle" idx="1"/>
          </p:nvPr>
        </p:nvSpPr>
        <p:spPr>
          <a:xfrm>
            <a:off x="1118235" y="3780790"/>
            <a:ext cx="5726430" cy="1090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NAME - SANDEEP KUMAR VERAM</a:t>
            </a:r>
            <a:endParaRPr lang="en-US" alt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COURSE- Artificial Intelligence Final Project</a:t>
            </a:r>
            <a:endParaRPr lang="en-US" alt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SDG: SDG 4 – Quality Education</a:t>
            </a:r>
            <a:endParaRPr lang="en-US" altLang="en-GB"/>
          </a:p>
        </p:txBody>
      </p:sp>
      <p:grpSp>
        <p:nvGrpSpPr>
          <p:cNvPr id="298" name="Google Shape;298;p27"/>
          <p:cNvGrpSpPr/>
          <p:nvPr/>
        </p:nvGrpSpPr>
        <p:grpSpPr>
          <a:xfrm rot="-2063642">
            <a:off x="6749100" y="2424825"/>
            <a:ext cx="1883708" cy="2936818"/>
            <a:chOff x="5773245" y="571430"/>
            <a:chExt cx="2657520" cy="4143240"/>
          </a:xfrm>
        </p:grpSpPr>
        <p:sp>
          <p:nvSpPr>
            <p:cNvPr id="299" name="Google Shape;299;p27"/>
            <p:cNvSpPr/>
            <p:nvPr/>
          </p:nvSpPr>
          <p:spPr>
            <a:xfrm>
              <a:off x="6986805" y="130115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5773245" y="571430"/>
              <a:ext cx="2657520" cy="4143240"/>
            </a:xfrm>
            <a:custGeom>
              <a:avLst/>
              <a:gdLst/>
              <a:ahLst/>
              <a:cxnLst/>
              <a:rect l="l" t="t" r="r" b="b"/>
              <a:pathLst>
                <a:path w="7382" h="11509" extrusionOk="0">
                  <a:moveTo>
                    <a:pt x="7381" y="7543"/>
                  </a:moveTo>
                  <a:cubicBezTo>
                    <a:pt x="7375" y="7508"/>
                    <a:pt x="7362" y="7474"/>
                    <a:pt x="7356" y="7439"/>
                  </a:cubicBezTo>
                  <a:cubicBezTo>
                    <a:pt x="7328" y="7288"/>
                    <a:pt x="7233" y="7188"/>
                    <a:pt x="7090" y="7163"/>
                  </a:cubicBezTo>
                  <a:cubicBezTo>
                    <a:pt x="7056" y="7157"/>
                    <a:pt x="7021" y="7157"/>
                    <a:pt x="6986" y="7153"/>
                  </a:cubicBezTo>
                  <a:cubicBezTo>
                    <a:pt x="6908" y="7145"/>
                    <a:pt x="6838" y="7120"/>
                    <a:pt x="6779" y="7066"/>
                  </a:cubicBezTo>
                  <a:cubicBezTo>
                    <a:pt x="6746" y="7036"/>
                    <a:pt x="6731" y="7000"/>
                    <a:pt x="6738" y="6955"/>
                  </a:cubicBezTo>
                  <a:cubicBezTo>
                    <a:pt x="6741" y="6938"/>
                    <a:pt x="6744" y="6921"/>
                    <a:pt x="6747" y="6904"/>
                  </a:cubicBezTo>
                  <a:cubicBezTo>
                    <a:pt x="6762" y="6824"/>
                    <a:pt x="6731" y="6756"/>
                    <a:pt x="6657" y="6725"/>
                  </a:cubicBezTo>
                  <a:cubicBezTo>
                    <a:pt x="6594" y="6699"/>
                    <a:pt x="6528" y="6678"/>
                    <a:pt x="6461" y="6665"/>
                  </a:cubicBezTo>
                  <a:cubicBezTo>
                    <a:pt x="6373" y="6647"/>
                    <a:pt x="6311" y="6606"/>
                    <a:pt x="6278" y="6521"/>
                  </a:cubicBezTo>
                  <a:cubicBezTo>
                    <a:pt x="6267" y="6492"/>
                    <a:pt x="6250" y="6465"/>
                    <a:pt x="6234" y="6438"/>
                  </a:cubicBezTo>
                  <a:cubicBezTo>
                    <a:pt x="6222" y="6415"/>
                    <a:pt x="6201" y="6407"/>
                    <a:pt x="6176" y="6413"/>
                  </a:cubicBezTo>
                  <a:cubicBezTo>
                    <a:pt x="6137" y="6422"/>
                    <a:pt x="6098" y="6432"/>
                    <a:pt x="6059" y="6442"/>
                  </a:cubicBezTo>
                  <a:cubicBezTo>
                    <a:pt x="6017" y="6453"/>
                    <a:pt x="5985" y="6441"/>
                    <a:pt x="5963" y="6403"/>
                  </a:cubicBezTo>
                  <a:cubicBezTo>
                    <a:pt x="5942" y="6367"/>
                    <a:pt x="5913" y="6344"/>
                    <a:pt x="5872" y="6334"/>
                  </a:cubicBezTo>
                  <a:cubicBezTo>
                    <a:pt x="5836" y="6325"/>
                    <a:pt x="5799" y="6311"/>
                    <a:pt x="5762" y="6306"/>
                  </a:cubicBezTo>
                  <a:cubicBezTo>
                    <a:pt x="5721" y="6300"/>
                    <a:pt x="5677" y="6293"/>
                    <a:pt x="5640" y="6303"/>
                  </a:cubicBezTo>
                  <a:cubicBezTo>
                    <a:pt x="5571" y="6322"/>
                    <a:pt x="5505" y="6352"/>
                    <a:pt x="5439" y="6379"/>
                  </a:cubicBezTo>
                  <a:cubicBezTo>
                    <a:pt x="5322" y="6428"/>
                    <a:pt x="5203" y="6473"/>
                    <a:pt x="5089" y="6529"/>
                  </a:cubicBezTo>
                  <a:cubicBezTo>
                    <a:pt x="5005" y="6570"/>
                    <a:pt x="4931" y="6573"/>
                    <a:pt x="4855" y="6517"/>
                  </a:cubicBezTo>
                  <a:cubicBezTo>
                    <a:pt x="4816" y="6488"/>
                    <a:pt x="4771" y="6483"/>
                    <a:pt x="4724" y="6496"/>
                  </a:cubicBezTo>
                  <a:cubicBezTo>
                    <a:pt x="4659" y="6512"/>
                    <a:pt x="4602" y="6544"/>
                    <a:pt x="4555" y="6590"/>
                  </a:cubicBezTo>
                  <a:cubicBezTo>
                    <a:pt x="4490" y="6654"/>
                    <a:pt x="4426" y="6719"/>
                    <a:pt x="4365" y="6787"/>
                  </a:cubicBezTo>
                  <a:cubicBezTo>
                    <a:pt x="4314" y="6843"/>
                    <a:pt x="4262" y="6891"/>
                    <a:pt x="4180" y="6887"/>
                  </a:cubicBezTo>
                  <a:cubicBezTo>
                    <a:pt x="4176" y="6886"/>
                    <a:pt x="4172" y="6888"/>
                    <a:pt x="4168" y="6889"/>
                  </a:cubicBezTo>
                  <a:cubicBezTo>
                    <a:pt x="4073" y="6914"/>
                    <a:pt x="4014" y="6983"/>
                    <a:pt x="3967" y="7061"/>
                  </a:cubicBezTo>
                  <a:cubicBezTo>
                    <a:pt x="3902" y="7170"/>
                    <a:pt x="3860" y="7289"/>
                    <a:pt x="3832" y="7413"/>
                  </a:cubicBezTo>
                  <a:cubicBezTo>
                    <a:pt x="3793" y="7587"/>
                    <a:pt x="3754" y="7761"/>
                    <a:pt x="3722" y="7937"/>
                  </a:cubicBezTo>
                  <a:cubicBezTo>
                    <a:pt x="3709" y="8011"/>
                    <a:pt x="3694" y="8077"/>
                    <a:pt x="3624" y="8122"/>
                  </a:cubicBezTo>
                  <a:cubicBezTo>
                    <a:pt x="3516" y="8191"/>
                    <a:pt x="3428" y="8283"/>
                    <a:pt x="3352" y="8387"/>
                  </a:cubicBezTo>
                  <a:cubicBezTo>
                    <a:pt x="3348" y="8393"/>
                    <a:pt x="3342" y="8398"/>
                    <a:pt x="3332" y="8410"/>
                  </a:cubicBezTo>
                  <a:cubicBezTo>
                    <a:pt x="3341" y="8342"/>
                    <a:pt x="3349" y="8283"/>
                    <a:pt x="3356" y="8224"/>
                  </a:cubicBezTo>
                  <a:cubicBezTo>
                    <a:pt x="3370" y="8098"/>
                    <a:pt x="3373" y="7973"/>
                    <a:pt x="3369" y="7846"/>
                  </a:cubicBezTo>
                  <a:cubicBezTo>
                    <a:pt x="3364" y="7688"/>
                    <a:pt x="3365" y="7529"/>
                    <a:pt x="3371" y="7370"/>
                  </a:cubicBezTo>
                  <a:cubicBezTo>
                    <a:pt x="3378" y="7196"/>
                    <a:pt x="3413" y="7023"/>
                    <a:pt x="3404" y="6847"/>
                  </a:cubicBezTo>
                  <a:cubicBezTo>
                    <a:pt x="3404" y="6835"/>
                    <a:pt x="3406" y="6823"/>
                    <a:pt x="3410" y="6812"/>
                  </a:cubicBezTo>
                  <a:cubicBezTo>
                    <a:pt x="3426" y="6762"/>
                    <a:pt x="3442" y="6712"/>
                    <a:pt x="3458" y="6663"/>
                  </a:cubicBezTo>
                  <a:cubicBezTo>
                    <a:pt x="3462" y="6653"/>
                    <a:pt x="3464" y="6642"/>
                    <a:pt x="3470" y="6633"/>
                  </a:cubicBezTo>
                  <a:cubicBezTo>
                    <a:pt x="3493" y="6592"/>
                    <a:pt x="3518" y="6554"/>
                    <a:pt x="3540" y="6513"/>
                  </a:cubicBezTo>
                  <a:cubicBezTo>
                    <a:pt x="3588" y="6426"/>
                    <a:pt x="3627" y="6335"/>
                    <a:pt x="3681" y="6252"/>
                  </a:cubicBezTo>
                  <a:cubicBezTo>
                    <a:pt x="3729" y="6179"/>
                    <a:pt x="3791" y="6114"/>
                    <a:pt x="3848" y="6048"/>
                  </a:cubicBezTo>
                  <a:cubicBezTo>
                    <a:pt x="3877" y="6014"/>
                    <a:pt x="3907" y="5981"/>
                    <a:pt x="3941" y="5953"/>
                  </a:cubicBezTo>
                  <a:cubicBezTo>
                    <a:pt x="3958" y="5938"/>
                    <a:pt x="3985" y="5928"/>
                    <a:pt x="4007" y="5928"/>
                  </a:cubicBezTo>
                  <a:cubicBezTo>
                    <a:pt x="4060" y="5928"/>
                    <a:pt x="4114" y="5930"/>
                    <a:pt x="4165" y="5942"/>
                  </a:cubicBezTo>
                  <a:cubicBezTo>
                    <a:pt x="4245" y="5960"/>
                    <a:pt x="4315" y="5937"/>
                    <a:pt x="4385" y="5905"/>
                  </a:cubicBezTo>
                  <a:cubicBezTo>
                    <a:pt x="4446" y="5877"/>
                    <a:pt x="4508" y="5845"/>
                    <a:pt x="4573" y="5831"/>
                  </a:cubicBezTo>
                  <a:cubicBezTo>
                    <a:pt x="4750" y="5792"/>
                    <a:pt x="4849" y="5602"/>
                    <a:pt x="4876" y="5454"/>
                  </a:cubicBezTo>
                  <a:cubicBezTo>
                    <a:pt x="4884" y="5408"/>
                    <a:pt x="4885" y="5362"/>
                    <a:pt x="4912" y="5318"/>
                  </a:cubicBezTo>
                  <a:cubicBezTo>
                    <a:pt x="4936" y="5277"/>
                    <a:pt x="4965" y="5234"/>
                    <a:pt x="4949" y="5177"/>
                  </a:cubicBezTo>
                  <a:cubicBezTo>
                    <a:pt x="4942" y="5153"/>
                    <a:pt x="4951" y="5123"/>
                    <a:pt x="4958" y="5097"/>
                  </a:cubicBezTo>
                  <a:cubicBezTo>
                    <a:pt x="4964" y="5077"/>
                    <a:pt x="4978" y="5061"/>
                    <a:pt x="4988" y="5043"/>
                  </a:cubicBezTo>
                  <a:cubicBezTo>
                    <a:pt x="5037" y="4956"/>
                    <a:pt x="5024" y="4840"/>
                    <a:pt x="4932" y="4795"/>
                  </a:cubicBezTo>
                  <a:cubicBezTo>
                    <a:pt x="4923" y="4790"/>
                    <a:pt x="4915" y="4773"/>
                    <a:pt x="4915" y="4761"/>
                  </a:cubicBezTo>
                  <a:cubicBezTo>
                    <a:pt x="4915" y="4712"/>
                    <a:pt x="4916" y="4663"/>
                    <a:pt x="4921" y="4615"/>
                  </a:cubicBezTo>
                  <a:cubicBezTo>
                    <a:pt x="4931" y="4511"/>
                    <a:pt x="4915" y="4479"/>
                    <a:pt x="4821" y="4437"/>
                  </a:cubicBezTo>
                  <a:cubicBezTo>
                    <a:pt x="4789" y="4422"/>
                    <a:pt x="4776" y="4400"/>
                    <a:pt x="4777" y="4365"/>
                  </a:cubicBezTo>
                  <a:cubicBezTo>
                    <a:pt x="4779" y="4261"/>
                    <a:pt x="4806" y="4163"/>
                    <a:pt x="4844" y="4067"/>
                  </a:cubicBezTo>
                  <a:cubicBezTo>
                    <a:pt x="4868" y="4008"/>
                    <a:pt x="4892" y="3949"/>
                    <a:pt x="4915" y="3888"/>
                  </a:cubicBezTo>
                  <a:cubicBezTo>
                    <a:pt x="4919" y="3876"/>
                    <a:pt x="4919" y="3857"/>
                    <a:pt x="4912" y="3847"/>
                  </a:cubicBezTo>
                  <a:cubicBezTo>
                    <a:pt x="4907" y="3840"/>
                    <a:pt x="4886" y="3842"/>
                    <a:pt x="4874" y="3844"/>
                  </a:cubicBezTo>
                  <a:cubicBezTo>
                    <a:pt x="4860" y="3846"/>
                    <a:pt x="4847" y="3852"/>
                    <a:pt x="4834" y="3858"/>
                  </a:cubicBezTo>
                  <a:cubicBezTo>
                    <a:pt x="4743" y="3904"/>
                    <a:pt x="4656" y="3957"/>
                    <a:pt x="4589" y="4034"/>
                  </a:cubicBezTo>
                  <a:cubicBezTo>
                    <a:pt x="4489" y="4146"/>
                    <a:pt x="4394" y="4262"/>
                    <a:pt x="4297" y="4377"/>
                  </a:cubicBezTo>
                  <a:cubicBezTo>
                    <a:pt x="4280" y="4398"/>
                    <a:pt x="4266" y="4423"/>
                    <a:pt x="4246" y="4441"/>
                  </a:cubicBezTo>
                  <a:cubicBezTo>
                    <a:pt x="4233" y="4452"/>
                    <a:pt x="4211" y="4463"/>
                    <a:pt x="4195" y="4461"/>
                  </a:cubicBezTo>
                  <a:cubicBezTo>
                    <a:pt x="4155" y="4456"/>
                    <a:pt x="4119" y="4465"/>
                    <a:pt x="4086" y="4486"/>
                  </a:cubicBezTo>
                  <a:cubicBezTo>
                    <a:pt x="3979" y="4553"/>
                    <a:pt x="3890" y="4636"/>
                    <a:pt x="3848" y="4762"/>
                  </a:cubicBezTo>
                  <a:cubicBezTo>
                    <a:pt x="3831" y="4815"/>
                    <a:pt x="3804" y="4865"/>
                    <a:pt x="3776" y="4914"/>
                  </a:cubicBezTo>
                  <a:cubicBezTo>
                    <a:pt x="3760" y="4942"/>
                    <a:pt x="3733" y="4963"/>
                    <a:pt x="3711" y="4987"/>
                  </a:cubicBezTo>
                  <a:cubicBezTo>
                    <a:pt x="3709" y="4985"/>
                    <a:pt x="3707" y="4983"/>
                    <a:pt x="3705" y="4981"/>
                  </a:cubicBezTo>
                  <a:cubicBezTo>
                    <a:pt x="3713" y="4964"/>
                    <a:pt x="3721" y="4948"/>
                    <a:pt x="3729" y="4932"/>
                  </a:cubicBezTo>
                  <a:cubicBezTo>
                    <a:pt x="3747" y="4889"/>
                    <a:pt x="3758" y="4846"/>
                    <a:pt x="3746" y="4798"/>
                  </a:cubicBezTo>
                  <a:cubicBezTo>
                    <a:pt x="3734" y="4749"/>
                    <a:pt x="3693" y="4720"/>
                    <a:pt x="3642" y="4726"/>
                  </a:cubicBezTo>
                  <a:cubicBezTo>
                    <a:pt x="3608" y="4731"/>
                    <a:pt x="3577" y="4743"/>
                    <a:pt x="3554" y="4771"/>
                  </a:cubicBezTo>
                  <a:cubicBezTo>
                    <a:pt x="3532" y="4798"/>
                    <a:pt x="3510" y="4826"/>
                    <a:pt x="3486" y="4856"/>
                  </a:cubicBezTo>
                  <a:cubicBezTo>
                    <a:pt x="3482" y="4856"/>
                    <a:pt x="3475" y="4855"/>
                    <a:pt x="3467" y="4855"/>
                  </a:cubicBezTo>
                  <a:cubicBezTo>
                    <a:pt x="3398" y="4851"/>
                    <a:pt x="3375" y="4870"/>
                    <a:pt x="3365" y="4939"/>
                  </a:cubicBezTo>
                  <a:cubicBezTo>
                    <a:pt x="3362" y="4956"/>
                    <a:pt x="3362" y="4973"/>
                    <a:pt x="3359" y="4990"/>
                  </a:cubicBezTo>
                  <a:cubicBezTo>
                    <a:pt x="3357" y="4998"/>
                    <a:pt x="3348" y="5004"/>
                    <a:pt x="3342" y="5011"/>
                  </a:cubicBezTo>
                  <a:cubicBezTo>
                    <a:pt x="3338" y="5009"/>
                    <a:pt x="3333" y="5006"/>
                    <a:pt x="3329" y="5004"/>
                  </a:cubicBezTo>
                  <a:cubicBezTo>
                    <a:pt x="3346" y="4851"/>
                    <a:pt x="3364" y="4698"/>
                    <a:pt x="3381" y="4544"/>
                  </a:cubicBezTo>
                  <a:cubicBezTo>
                    <a:pt x="3385" y="4544"/>
                    <a:pt x="3388" y="4544"/>
                    <a:pt x="3392" y="4544"/>
                  </a:cubicBezTo>
                  <a:cubicBezTo>
                    <a:pt x="3382" y="4603"/>
                    <a:pt x="3388" y="4657"/>
                    <a:pt x="3451" y="4681"/>
                  </a:cubicBezTo>
                  <a:cubicBezTo>
                    <a:pt x="3534" y="4713"/>
                    <a:pt x="3596" y="4681"/>
                    <a:pt x="3636" y="4613"/>
                  </a:cubicBezTo>
                  <a:cubicBezTo>
                    <a:pt x="3662" y="4625"/>
                    <a:pt x="3683" y="4641"/>
                    <a:pt x="3707" y="4646"/>
                  </a:cubicBezTo>
                  <a:cubicBezTo>
                    <a:pt x="3775" y="4659"/>
                    <a:pt x="3826" y="4635"/>
                    <a:pt x="3855" y="4572"/>
                  </a:cubicBezTo>
                  <a:cubicBezTo>
                    <a:pt x="3882" y="4510"/>
                    <a:pt x="3901" y="4443"/>
                    <a:pt x="3919" y="4377"/>
                  </a:cubicBezTo>
                  <a:cubicBezTo>
                    <a:pt x="3930" y="4335"/>
                    <a:pt x="3898" y="4296"/>
                    <a:pt x="3854" y="4293"/>
                  </a:cubicBezTo>
                  <a:cubicBezTo>
                    <a:pt x="3828" y="4291"/>
                    <a:pt x="3801" y="4298"/>
                    <a:pt x="3780" y="4300"/>
                  </a:cubicBezTo>
                  <a:cubicBezTo>
                    <a:pt x="3793" y="4290"/>
                    <a:pt x="3810" y="4277"/>
                    <a:pt x="3828" y="4264"/>
                  </a:cubicBezTo>
                  <a:cubicBezTo>
                    <a:pt x="3857" y="4241"/>
                    <a:pt x="3884" y="4214"/>
                    <a:pt x="3917" y="4199"/>
                  </a:cubicBezTo>
                  <a:cubicBezTo>
                    <a:pt x="3955" y="4180"/>
                    <a:pt x="3995" y="4159"/>
                    <a:pt x="4042" y="4188"/>
                  </a:cubicBezTo>
                  <a:cubicBezTo>
                    <a:pt x="4060" y="4198"/>
                    <a:pt x="4092" y="4199"/>
                    <a:pt x="4112" y="4190"/>
                  </a:cubicBezTo>
                  <a:cubicBezTo>
                    <a:pt x="4155" y="4170"/>
                    <a:pt x="4187" y="4134"/>
                    <a:pt x="4188" y="4084"/>
                  </a:cubicBezTo>
                  <a:cubicBezTo>
                    <a:pt x="4189" y="4033"/>
                    <a:pt x="4165" y="3991"/>
                    <a:pt x="4121" y="3964"/>
                  </a:cubicBezTo>
                  <a:cubicBezTo>
                    <a:pt x="4096" y="3949"/>
                    <a:pt x="4064" y="3940"/>
                    <a:pt x="4041" y="3959"/>
                  </a:cubicBezTo>
                  <a:cubicBezTo>
                    <a:pt x="3998" y="3994"/>
                    <a:pt x="3969" y="4039"/>
                    <a:pt x="3978" y="4098"/>
                  </a:cubicBezTo>
                  <a:cubicBezTo>
                    <a:pt x="3982" y="4125"/>
                    <a:pt x="3973" y="4136"/>
                    <a:pt x="3949" y="4143"/>
                  </a:cubicBezTo>
                  <a:cubicBezTo>
                    <a:pt x="3928" y="4149"/>
                    <a:pt x="3907" y="4157"/>
                    <a:pt x="3884" y="4164"/>
                  </a:cubicBezTo>
                  <a:cubicBezTo>
                    <a:pt x="3914" y="4102"/>
                    <a:pt x="3944" y="4039"/>
                    <a:pt x="3919" y="3967"/>
                  </a:cubicBezTo>
                  <a:cubicBezTo>
                    <a:pt x="3956" y="3957"/>
                    <a:pt x="3985" y="3935"/>
                    <a:pt x="3993" y="3899"/>
                  </a:cubicBezTo>
                  <a:cubicBezTo>
                    <a:pt x="4000" y="3867"/>
                    <a:pt x="3994" y="3833"/>
                    <a:pt x="3994" y="3800"/>
                  </a:cubicBezTo>
                  <a:cubicBezTo>
                    <a:pt x="4055" y="3804"/>
                    <a:pt x="4109" y="3773"/>
                    <a:pt x="4119" y="3714"/>
                  </a:cubicBezTo>
                  <a:cubicBezTo>
                    <a:pt x="4127" y="3666"/>
                    <a:pt x="4128" y="3614"/>
                    <a:pt x="4120" y="3566"/>
                  </a:cubicBezTo>
                  <a:cubicBezTo>
                    <a:pt x="4106" y="3491"/>
                    <a:pt x="4039" y="3462"/>
                    <a:pt x="3969" y="3493"/>
                  </a:cubicBezTo>
                  <a:cubicBezTo>
                    <a:pt x="3963" y="3496"/>
                    <a:pt x="3957" y="3498"/>
                    <a:pt x="3951" y="3501"/>
                  </a:cubicBezTo>
                  <a:lnTo>
                    <a:pt x="3945" y="3497"/>
                  </a:lnTo>
                  <a:cubicBezTo>
                    <a:pt x="3951" y="3486"/>
                    <a:pt x="3954" y="3471"/>
                    <a:pt x="3963" y="3465"/>
                  </a:cubicBezTo>
                  <a:cubicBezTo>
                    <a:pt x="4006" y="3439"/>
                    <a:pt x="4028" y="3399"/>
                    <a:pt x="4044" y="3355"/>
                  </a:cubicBezTo>
                  <a:cubicBezTo>
                    <a:pt x="4057" y="3318"/>
                    <a:pt x="4046" y="3287"/>
                    <a:pt x="4013" y="3267"/>
                  </a:cubicBezTo>
                  <a:cubicBezTo>
                    <a:pt x="3991" y="3253"/>
                    <a:pt x="3967" y="3244"/>
                    <a:pt x="3942" y="3236"/>
                  </a:cubicBezTo>
                  <a:cubicBezTo>
                    <a:pt x="3876" y="3215"/>
                    <a:pt x="3819" y="3256"/>
                    <a:pt x="3816" y="3324"/>
                  </a:cubicBezTo>
                  <a:cubicBezTo>
                    <a:pt x="3816" y="3338"/>
                    <a:pt x="3816" y="3352"/>
                    <a:pt x="3816" y="3366"/>
                  </a:cubicBezTo>
                  <a:cubicBezTo>
                    <a:pt x="3815" y="3414"/>
                    <a:pt x="3844" y="3441"/>
                    <a:pt x="3883" y="3461"/>
                  </a:cubicBezTo>
                  <a:cubicBezTo>
                    <a:pt x="3891" y="3465"/>
                    <a:pt x="3900" y="3468"/>
                    <a:pt x="3909" y="3472"/>
                  </a:cubicBezTo>
                  <a:cubicBezTo>
                    <a:pt x="3908" y="3489"/>
                    <a:pt x="3908" y="3503"/>
                    <a:pt x="3906" y="3522"/>
                  </a:cubicBezTo>
                  <a:cubicBezTo>
                    <a:pt x="3900" y="3516"/>
                    <a:pt x="3896" y="3514"/>
                    <a:pt x="3893" y="3511"/>
                  </a:cubicBezTo>
                  <a:cubicBezTo>
                    <a:pt x="3831" y="3450"/>
                    <a:pt x="3761" y="3465"/>
                    <a:pt x="3730" y="3549"/>
                  </a:cubicBezTo>
                  <a:cubicBezTo>
                    <a:pt x="3712" y="3600"/>
                    <a:pt x="3701" y="3652"/>
                    <a:pt x="3686" y="3706"/>
                  </a:cubicBezTo>
                  <a:cubicBezTo>
                    <a:pt x="3649" y="3693"/>
                    <a:pt x="3621" y="3713"/>
                    <a:pt x="3592" y="3741"/>
                  </a:cubicBezTo>
                  <a:cubicBezTo>
                    <a:pt x="3588" y="3735"/>
                    <a:pt x="3586" y="3730"/>
                    <a:pt x="3582" y="3726"/>
                  </a:cubicBezTo>
                  <a:cubicBezTo>
                    <a:pt x="3547" y="3690"/>
                    <a:pt x="3507" y="3662"/>
                    <a:pt x="3455" y="3680"/>
                  </a:cubicBezTo>
                  <a:cubicBezTo>
                    <a:pt x="3395" y="3700"/>
                    <a:pt x="3354" y="3741"/>
                    <a:pt x="3348" y="3809"/>
                  </a:cubicBezTo>
                  <a:cubicBezTo>
                    <a:pt x="3344" y="3853"/>
                    <a:pt x="3370" y="3893"/>
                    <a:pt x="3410" y="3906"/>
                  </a:cubicBezTo>
                  <a:cubicBezTo>
                    <a:pt x="3446" y="3916"/>
                    <a:pt x="3481" y="3916"/>
                    <a:pt x="3515" y="3899"/>
                  </a:cubicBezTo>
                  <a:cubicBezTo>
                    <a:pt x="3523" y="3896"/>
                    <a:pt x="3531" y="3893"/>
                    <a:pt x="3544" y="3888"/>
                  </a:cubicBezTo>
                  <a:cubicBezTo>
                    <a:pt x="3541" y="3899"/>
                    <a:pt x="3541" y="3903"/>
                    <a:pt x="3539" y="3906"/>
                  </a:cubicBezTo>
                  <a:cubicBezTo>
                    <a:pt x="3524" y="3925"/>
                    <a:pt x="3520" y="3944"/>
                    <a:pt x="3535" y="3963"/>
                  </a:cubicBezTo>
                  <a:cubicBezTo>
                    <a:pt x="3550" y="3983"/>
                    <a:pt x="3571" y="3991"/>
                    <a:pt x="3595" y="3985"/>
                  </a:cubicBezTo>
                  <a:cubicBezTo>
                    <a:pt x="3610" y="3981"/>
                    <a:pt x="3626" y="3976"/>
                    <a:pt x="3637" y="3967"/>
                  </a:cubicBezTo>
                  <a:cubicBezTo>
                    <a:pt x="3674" y="3936"/>
                    <a:pt x="3710" y="3903"/>
                    <a:pt x="3743" y="3873"/>
                  </a:cubicBezTo>
                  <a:cubicBezTo>
                    <a:pt x="3750" y="3884"/>
                    <a:pt x="3757" y="3902"/>
                    <a:pt x="3769" y="3915"/>
                  </a:cubicBezTo>
                  <a:cubicBezTo>
                    <a:pt x="3783" y="3931"/>
                    <a:pt x="3781" y="3942"/>
                    <a:pt x="3769" y="3958"/>
                  </a:cubicBezTo>
                  <a:cubicBezTo>
                    <a:pt x="3734" y="4005"/>
                    <a:pt x="3700" y="4052"/>
                    <a:pt x="3666" y="4100"/>
                  </a:cubicBezTo>
                  <a:cubicBezTo>
                    <a:pt x="3650" y="4120"/>
                    <a:pt x="3634" y="4140"/>
                    <a:pt x="3619" y="4160"/>
                  </a:cubicBezTo>
                  <a:cubicBezTo>
                    <a:pt x="3639" y="4082"/>
                    <a:pt x="3608" y="4027"/>
                    <a:pt x="3545" y="3986"/>
                  </a:cubicBezTo>
                  <a:cubicBezTo>
                    <a:pt x="3503" y="3958"/>
                    <a:pt x="3452" y="3959"/>
                    <a:pt x="3422" y="3990"/>
                  </a:cubicBezTo>
                  <a:cubicBezTo>
                    <a:pt x="3384" y="4029"/>
                    <a:pt x="3359" y="4073"/>
                    <a:pt x="3360" y="4131"/>
                  </a:cubicBezTo>
                  <a:cubicBezTo>
                    <a:pt x="3361" y="4191"/>
                    <a:pt x="3389" y="4224"/>
                    <a:pt x="3449" y="4229"/>
                  </a:cubicBezTo>
                  <a:cubicBezTo>
                    <a:pt x="3503" y="4233"/>
                    <a:pt x="3553" y="4224"/>
                    <a:pt x="3598" y="4188"/>
                  </a:cubicBezTo>
                  <a:cubicBezTo>
                    <a:pt x="3599" y="4191"/>
                    <a:pt x="3601" y="4193"/>
                    <a:pt x="3603" y="4196"/>
                  </a:cubicBezTo>
                  <a:cubicBezTo>
                    <a:pt x="3581" y="4224"/>
                    <a:pt x="3560" y="4252"/>
                    <a:pt x="3548" y="4268"/>
                  </a:cubicBezTo>
                  <a:cubicBezTo>
                    <a:pt x="3504" y="4266"/>
                    <a:pt x="3474" y="4267"/>
                    <a:pt x="3444" y="4264"/>
                  </a:cubicBezTo>
                  <a:cubicBezTo>
                    <a:pt x="3401" y="4258"/>
                    <a:pt x="3388" y="4265"/>
                    <a:pt x="3370" y="4303"/>
                  </a:cubicBezTo>
                  <a:cubicBezTo>
                    <a:pt x="3359" y="4326"/>
                    <a:pt x="3345" y="4348"/>
                    <a:pt x="3333" y="4370"/>
                  </a:cubicBezTo>
                  <a:cubicBezTo>
                    <a:pt x="3330" y="4369"/>
                    <a:pt x="3326" y="4369"/>
                    <a:pt x="3323" y="4369"/>
                  </a:cubicBezTo>
                  <a:cubicBezTo>
                    <a:pt x="3318" y="4350"/>
                    <a:pt x="3310" y="4331"/>
                    <a:pt x="3307" y="4311"/>
                  </a:cubicBezTo>
                  <a:cubicBezTo>
                    <a:pt x="3302" y="4269"/>
                    <a:pt x="3301" y="4227"/>
                    <a:pt x="3297" y="4185"/>
                  </a:cubicBezTo>
                  <a:cubicBezTo>
                    <a:pt x="3286" y="4072"/>
                    <a:pt x="3291" y="3961"/>
                    <a:pt x="3309" y="3850"/>
                  </a:cubicBezTo>
                  <a:cubicBezTo>
                    <a:pt x="3321" y="3778"/>
                    <a:pt x="3342" y="3712"/>
                    <a:pt x="3417" y="3679"/>
                  </a:cubicBezTo>
                  <a:cubicBezTo>
                    <a:pt x="3441" y="3668"/>
                    <a:pt x="3464" y="3654"/>
                    <a:pt x="3489" y="3646"/>
                  </a:cubicBezTo>
                  <a:cubicBezTo>
                    <a:pt x="3600" y="3614"/>
                    <a:pt x="3642" y="3538"/>
                    <a:pt x="3607" y="3430"/>
                  </a:cubicBezTo>
                  <a:cubicBezTo>
                    <a:pt x="3605" y="3425"/>
                    <a:pt x="3605" y="3420"/>
                    <a:pt x="3605" y="3420"/>
                  </a:cubicBezTo>
                  <a:cubicBezTo>
                    <a:pt x="3640" y="3401"/>
                    <a:pt x="3674" y="3386"/>
                    <a:pt x="3704" y="3365"/>
                  </a:cubicBezTo>
                  <a:cubicBezTo>
                    <a:pt x="3795" y="3301"/>
                    <a:pt x="3791" y="3203"/>
                    <a:pt x="3696" y="3142"/>
                  </a:cubicBezTo>
                  <a:cubicBezTo>
                    <a:pt x="3689" y="3137"/>
                    <a:pt x="3682" y="3120"/>
                    <a:pt x="3684" y="3112"/>
                  </a:cubicBezTo>
                  <a:cubicBezTo>
                    <a:pt x="3695" y="3080"/>
                    <a:pt x="3710" y="3049"/>
                    <a:pt x="3726" y="3013"/>
                  </a:cubicBezTo>
                  <a:cubicBezTo>
                    <a:pt x="3735" y="3040"/>
                    <a:pt x="3741" y="3060"/>
                    <a:pt x="3749" y="3078"/>
                  </a:cubicBezTo>
                  <a:cubicBezTo>
                    <a:pt x="3777" y="3139"/>
                    <a:pt x="3831" y="3162"/>
                    <a:pt x="3895" y="3141"/>
                  </a:cubicBezTo>
                  <a:cubicBezTo>
                    <a:pt x="4000" y="3107"/>
                    <a:pt x="4043" y="2927"/>
                    <a:pt x="3966" y="2849"/>
                  </a:cubicBezTo>
                  <a:cubicBezTo>
                    <a:pt x="3944" y="2827"/>
                    <a:pt x="3918" y="2820"/>
                    <a:pt x="3888" y="2824"/>
                  </a:cubicBezTo>
                  <a:cubicBezTo>
                    <a:pt x="3821" y="2833"/>
                    <a:pt x="3767" y="2860"/>
                    <a:pt x="3736" y="2925"/>
                  </a:cubicBezTo>
                  <a:cubicBezTo>
                    <a:pt x="3734" y="2921"/>
                    <a:pt x="3732" y="2920"/>
                    <a:pt x="3733" y="2919"/>
                  </a:cubicBezTo>
                  <a:cubicBezTo>
                    <a:pt x="3756" y="2868"/>
                    <a:pt x="3779" y="2817"/>
                    <a:pt x="3803" y="2766"/>
                  </a:cubicBezTo>
                  <a:cubicBezTo>
                    <a:pt x="3805" y="2763"/>
                    <a:pt x="3812" y="2760"/>
                    <a:pt x="3817" y="2759"/>
                  </a:cubicBezTo>
                  <a:cubicBezTo>
                    <a:pt x="3865" y="2747"/>
                    <a:pt x="3889" y="2712"/>
                    <a:pt x="3902" y="2668"/>
                  </a:cubicBezTo>
                  <a:cubicBezTo>
                    <a:pt x="3910" y="2640"/>
                    <a:pt x="3915" y="2610"/>
                    <a:pt x="3921" y="2579"/>
                  </a:cubicBezTo>
                  <a:cubicBezTo>
                    <a:pt x="3938" y="2583"/>
                    <a:pt x="3954" y="2587"/>
                    <a:pt x="3972" y="2592"/>
                  </a:cubicBezTo>
                  <a:cubicBezTo>
                    <a:pt x="3964" y="2610"/>
                    <a:pt x="3956" y="2627"/>
                    <a:pt x="3952" y="2645"/>
                  </a:cubicBezTo>
                  <a:cubicBezTo>
                    <a:pt x="3938" y="2698"/>
                    <a:pt x="3927" y="2754"/>
                    <a:pt x="3973" y="2795"/>
                  </a:cubicBezTo>
                  <a:cubicBezTo>
                    <a:pt x="4044" y="2859"/>
                    <a:pt x="4127" y="2853"/>
                    <a:pt x="4170" y="2761"/>
                  </a:cubicBezTo>
                  <a:cubicBezTo>
                    <a:pt x="4177" y="2745"/>
                    <a:pt x="4185" y="2729"/>
                    <a:pt x="4191" y="2713"/>
                  </a:cubicBezTo>
                  <a:cubicBezTo>
                    <a:pt x="4211" y="2657"/>
                    <a:pt x="4198" y="2594"/>
                    <a:pt x="4157" y="2560"/>
                  </a:cubicBezTo>
                  <a:cubicBezTo>
                    <a:pt x="4141" y="2547"/>
                    <a:pt x="4120" y="2541"/>
                    <a:pt x="4101" y="2531"/>
                  </a:cubicBezTo>
                  <a:cubicBezTo>
                    <a:pt x="4136" y="2471"/>
                    <a:pt x="4133" y="2400"/>
                    <a:pt x="4094" y="2350"/>
                  </a:cubicBezTo>
                  <a:cubicBezTo>
                    <a:pt x="4073" y="2324"/>
                    <a:pt x="4049" y="2312"/>
                    <a:pt x="4017" y="2325"/>
                  </a:cubicBezTo>
                  <a:cubicBezTo>
                    <a:pt x="3992" y="2334"/>
                    <a:pt x="3968" y="2344"/>
                    <a:pt x="3949" y="2352"/>
                  </a:cubicBezTo>
                  <a:cubicBezTo>
                    <a:pt x="3925" y="2307"/>
                    <a:pt x="3905" y="2267"/>
                    <a:pt x="3881" y="2228"/>
                  </a:cubicBezTo>
                  <a:cubicBezTo>
                    <a:pt x="3857" y="2189"/>
                    <a:pt x="3820" y="2167"/>
                    <a:pt x="3775" y="2166"/>
                  </a:cubicBezTo>
                  <a:cubicBezTo>
                    <a:pt x="3755" y="2166"/>
                    <a:pt x="3726" y="2176"/>
                    <a:pt x="3717" y="2191"/>
                  </a:cubicBezTo>
                  <a:cubicBezTo>
                    <a:pt x="3690" y="2235"/>
                    <a:pt x="3664" y="2281"/>
                    <a:pt x="3692" y="2336"/>
                  </a:cubicBezTo>
                  <a:cubicBezTo>
                    <a:pt x="3707" y="2364"/>
                    <a:pt x="3717" y="2393"/>
                    <a:pt x="3731" y="2424"/>
                  </a:cubicBezTo>
                  <a:cubicBezTo>
                    <a:pt x="3693" y="2456"/>
                    <a:pt x="3669" y="2498"/>
                    <a:pt x="3661" y="2550"/>
                  </a:cubicBezTo>
                  <a:cubicBezTo>
                    <a:pt x="3656" y="2576"/>
                    <a:pt x="3638" y="2599"/>
                    <a:pt x="3629" y="2623"/>
                  </a:cubicBezTo>
                  <a:cubicBezTo>
                    <a:pt x="3614" y="2661"/>
                    <a:pt x="3597" y="2699"/>
                    <a:pt x="3589" y="2739"/>
                  </a:cubicBezTo>
                  <a:cubicBezTo>
                    <a:pt x="3580" y="2782"/>
                    <a:pt x="3601" y="2819"/>
                    <a:pt x="3638" y="2847"/>
                  </a:cubicBezTo>
                  <a:cubicBezTo>
                    <a:pt x="3582" y="2831"/>
                    <a:pt x="3518" y="2875"/>
                    <a:pt x="3484" y="2951"/>
                  </a:cubicBezTo>
                  <a:cubicBezTo>
                    <a:pt x="3455" y="3017"/>
                    <a:pt x="3487" y="3089"/>
                    <a:pt x="3566" y="3135"/>
                  </a:cubicBezTo>
                  <a:cubicBezTo>
                    <a:pt x="3543" y="3168"/>
                    <a:pt x="3512" y="3197"/>
                    <a:pt x="3498" y="3233"/>
                  </a:cubicBezTo>
                  <a:cubicBezTo>
                    <a:pt x="3484" y="3269"/>
                    <a:pt x="3486" y="3312"/>
                    <a:pt x="3480" y="3352"/>
                  </a:cubicBezTo>
                  <a:cubicBezTo>
                    <a:pt x="3432" y="3378"/>
                    <a:pt x="3386" y="3417"/>
                    <a:pt x="3364" y="3473"/>
                  </a:cubicBezTo>
                  <a:cubicBezTo>
                    <a:pt x="3340" y="3532"/>
                    <a:pt x="3351" y="3590"/>
                    <a:pt x="3394" y="3642"/>
                  </a:cubicBezTo>
                  <a:cubicBezTo>
                    <a:pt x="3381" y="3649"/>
                    <a:pt x="3371" y="3654"/>
                    <a:pt x="3357" y="3661"/>
                  </a:cubicBezTo>
                  <a:cubicBezTo>
                    <a:pt x="3355" y="3621"/>
                    <a:pt x="3329" y="3602"/>
                    <a:pt x="3299" y="3591"/>
                  </a:cubicBezTo>
                  <a:cubicBezTo>
                    <a:pt x="3278" y="3583"/>
                    <a:pt x="3276" y="3571"/>
                    <a:pt x="3273" y="3552"/>
                  </a:cubicBezTo>
                  <a:cubicBezTo>
                    <a:pt x="3266" y="3495"/>
                    <a:pt x="3265" y="3436"/>
                    <a:pt x="3247" y="3382"/>
                  </a:cubicBezTo>
                  <a:cubicBezTo>
                    <a:pt x="3205" y="3262"/>
                    <a:pt x="3189" y="3139"/>
                    <a:pt x="3197" y="3013"/>
                  </a:cubicBezTo>
                  <a:cubicBezTo>
                    <a:pt x="3201" y="2946"/>
                    <a:pt x="3209" y="2879"/>
                    <a:pt x="3215" y="2812"/>
                  </a:cubicBezTo>
                  <a:cubicBezTo>
                    <a:pt x="3270" y="2808"/>
                    <a:pt x="3296" y="2770"/>
                    <a:pt x="3328" y="2725"/>
                  </a:cubicBezTo>
                  <a:cubicBezTo>
                    <a:pt x="3325" y="2743"/>
                    <a:pt x="3321" y="2753"/>
                    <a:pt x="3322" y="2761"/>
                  </a:cubicBezTo>
                  <a:cubicBezTo>
                    <a:pt x="3327" y="2795"/>
                    <a:pt x="3326" y="2832"/>
                    <a:pt x="3339" y="2862"/>
                  </a:cubicBezTo>
                  <a:cubicBezTo>
                    <a:pt x="3363" y="2919"/>
                    <a:pt x="3417" y="2934"/>
                    <a:pt x="3472" y="2905"/>
                  </a:cubicBezTo>
                  <a:cubicBezTo>
                    <a:pt x="3551" y="2863"/>
                    <a:pt x="3602" y="2741"/>
                    <a:pt x="3578" y="2651"/>
                  </a:cubicBezTo>
                  <a:cubicBezTo>
                    <a:pt x="3567" y="2611"/>
                    <a:pt x="3544" y="2583"/>
                    <a:pt x="3502" y="2575"/>
                  </a:cubicBezTo>
                  <a:cubicBezTo>
                    <a:pt x="3482" y="2572"/>
                    <a:pt x="3462" y="2566"/>
                    <a:pt x="3441" y="2566"/>
                  </a:cubicBezTo>
                  <a:cubicBezTo>
                    <a:pt x="3427" y="2566"/>
                    <a:pt x="3409" y="2570"/>
                    <a:pt x="3400" y="2580"/>
                  </a:cubicBezTo>
                  <a:cubicBezTo>
                    <a:pt x="3380" y="2602"/>
                    <a:pt x="3365" y="2628"/>
                    <a:pt x="3347" y="2656"/>
                  </a:cubicBezTo>
                  <a:cubicBezTo>
                    <a:pt x="3339" y="2566"/>
                    <a:pt x="3307" y="2500"/>
                    <a:pt x="3205" y="2506"/>
                  </a:cubicBezTo>
                  <a:cubicBezTo>
                    <a:pt x="3202" y="2480"/>
                    <a:pt x="3200" y="2459"/>
                    <a:pt x="3197" y="2437"/>
                  </a:cubicBezTo>
                  <a:cubicBezTo>
                    <a:pt x="3195" y="2413"/>
                    <a:pt x="3197" y="2392"/>
                    <a:pt x="3214" y="2371"/>
                  </a:cubicBezTo>
                  <a:cubicBezTo>
                    <a:pt x="3250" y="2324"/>
                    <a:pt x="3253" y="2269"/>
                    <a:pt x="3223" y="2221"/>
                  </a:cubicBezTo>
                  <a:cubicBezTo>
                    <a:pt x="3191" y="2168"/>
                    <a:pt x="3218" y="2117"/>
                    <a:pt x="3211" y="2073"/>
                  </a:cubicBezTo>
                  <a:cubicBezTo>
                    <a:pt x="3241" y="2074"/>
                    <a:pt x="3270" y="2082"/>
                    <a:pt x="3293" y="2075"/>
                  </a:cubicBezTo>
                  <a:cubicBezTo>
                    <a:pt x="3321" y="2066"/>
                    <a:pt x="3345" y="2044"/>
                    <a:pt x="3371" y="2027"/>
                  </a:cubicBezTo>
                  <a:cubicBezTo>
                    <a:pt x="3377" y="2017"/>
                    <a:pt x="3383" y="2007"/>
                    <a:pt x="3389" y="1997"/>
                  </a:cubicBezTo>
                  <a:cubicBezTo>
                    <a:pt x="3411" y="1954"/>
                    <a:pt x="3420" y="1906"/>
                    <a:pt x="3401" y="1862"/>
                  </a:cubicBezTo>
                  <a:cubicBezTo>
                    <a:pt x="3374" y="1802"/>
                    <a:pt x="3323" y="1764"/>
                    <a:pt x="3262" y="1737"/>
                  </a:cubicBezTo>
                  <a:cubicBezTo>
                    <a:pt x="3263" y="1728"/>
                    <a:pt x="3263" y="1718"/>
                    <a:pt x="3265" y="1705"/>
                  </a:cubicBezTo>
                  <a:cubicBezTo>
                    <a:pt x="3273" y="1711"/>
                    <a:pt x="3277" y="1714"/>
                    <a:pt x="3282" y="1716"/>
                  </a:cubicBezTo>
                  <a:cubicBezTo>
                    <a:pt x="3358" y="1765"/>
                    <a:pt x="3435" y="1736"/>
                    <a:pt x="3458" y="1648"/>
                  </a:cubicBezTo>
                  <a:cubicBezTo>
                    <a:pt x="3469" y="1608"/>
                    <a:pt x="3473" y="1567"/>
                    <a:pt x="3456" y="1527"/>
                  </a:cubicBezTo>
                  <a:cubicBezTo>
                    <a:pt x="3440" y="1489"/>
                    <a:pt x="3413" y="1464"/>
                    <a:pt x="3372" y="1450"/>
                  </a:cubicBezTo>
                  <a:cubicBezTo>
                    <a:pt x="3404" y="1414"/>
                    <a:pt x="3398" y="1375"/>
                    <a:pt x="3392" y="1335"/>
                  </a:cubicBezTo>
                  <a:cubicBezTo>
                    <a:pt x="3397" y="1340"/>
                    <a:pt x="3402" y="1345"/>
                    <a:pt x="3406" y="1350"/>
                  </a:cubicBezTo>
                  <a:cubicBezTo>
                    <a:pt x="3465" y="1425"/>
                    <a:pt x="3538" y="1422"/>
                    <a:pt x="3587" y="1341"/>
                  </a:cubicBezTo>
                  <a:cubicBezTo>
                    <a:pt x="3588" y="1338"/>
                    <a:pt x="3589" y="1335"/>
                    <a:pt x="3593" y="1325"/>
                  </a:cubicBezTo>
                  <a:cubicBezTo>
                    <a:pt x="3598" y="1341"/>
                    <a:pt x="3599" y="1347"/>
                    <a:pt x="3602" y="1353"/>
                  </a:cubicBezTo>
                  <a:cubicBezTo>
                    <a:pt x="3618" y="1394"/>
                    <a:pt x="3676" y="1428"/>
                    <a:pt x="3724" y="1424"/>
                  </a:cubicBezTo>
                  <a:cubicBezTo>
                    <a:pt x="3769" y="1420"/>
                    <a:pt x="3807" y="1386"/>
                    <a:pt x="3814" y="1338"/>
                  </a:cubicBezTo>
                  <a:cubicBezTo>
                    <a:pt x="3822" y="1284"/>
                    <a:pt x="3817" y="1231"/>
                    <a:pt x="3788" y="1184"/>
                  </a:cubicBezTo>
                  <a:cubicBezTo>
                    <a:pt x="3777" y="1167"/>
                    <a:pt x="3762" y="1150"/>
                    <a:pt x="3744" y="1141"/>
                  </a:cubicBezTo>
                  <a:cubicBezTo>
                    <a:pt x="3685" y="1110"/>
                    <a:pt x="3656" y="1120"/>
                    <a:pt x="3623" y="1177"/>
                  </a:cubicBezTo>
                  <a:cubicBezTo>
                    <a:pt x="3615" y="1147"/>
                    <a:pt x="3607" y="1117"/>
                    <a:pt x="3598" y="1088"/>
                  </a:cubicBezTo>
                  <a:cubicBezTo>
                    <a:pt x="3719" y="1037"/>
                    <a:pt x="3748" y="883"/>
                    <a:pt x="3710" y="794"/>
                  </a:cubicBezTo>
                  <a:cubicBezTo>
                    <a:pt x="3685" y="734"/>
                    <a:pt x="3614" y="717"/>
                    <a:pt x="3571" y="767"/>
                  </a:cubicBezTo>
                  <a:cubicBezTo>
                    <a:pt x="3535" y="810"/>
                    <a:pt x="3503" y="857"/>
                    <a:pt x="3472" y="899"/>
                  </a:cubicBezTo>
                  <a:cubicBezTo>
                    <a:pt x="3469" y="885"/>
                    <a:pt x="3466" y="867"/>
                    <a:pt x="3460" y="850"/>
                  </a:cubicBezTo>
                  <a:cubicBezTo>
                    <a:pt x="3454" y="831"/>
                    <a:pt x="3446" y="814"/>
                    <a:pt x="3438" y="796"/>
                  </a:cubicBezTo>
                  <a:cubicBezTo>
                    <a:pt x="3508" y="798"/>
                    <a:pt x="3567" y="764"/>
                    <a:pt x="3603" y="697"/>
                  </a:cubicBezTo>
                  <a:cubicBezTo>
                    <a:pt x="3641" y="626"/>
                    <a:pt x="3644" y="535"/>
                    <a:pt x="3536" y="512"/>
                  </a:cubicBezTo>
                  <a:cubicBezTo>
                    <a:pt x="3535" y="512"/>
                    <a:pt x="3534" y="510"/>
                    <a:pt x="3533" y="508"/>
                  </a:cubicBezTo>
                  <a:cubicBezTo>
                    <a:pt x="3580" y="469"/>
                    <a:pt x="3611" y="420"/>
                    <a:pt x="3607" y="357"/>
                  </a:cubicBezTo>
                  <a:cubicBezTo>
                    <a:pt x="3606" y="341"/>
                    <a:pt x="3596" y="319"/>
                    <a:pt x="3583" y="311"/>
                  </a:cubicBezTo>
                  <a:cubicBezTo>
                    <a:pt x="3528" y="278"/>
                    <a:pt x="3499" y="282"/>
                    <a:pt x="3448" y="326"/>
                  </a:cubicBezTo>
                  <a:cubicBezTo>
                    <a:pt x="3439" y="333"/>
                    <a:pt x="3431" y="341"/>
                    <a:pt x="3422" y="349"/>
                  </a:cubicBezTo>
                  <a:cubicBezTo>
                    <a:pt x="3417" y="321"/>
                    <a:pt x="3413" y="296"/>
                    <a:pt x="3409" y="272"/>
                  </a:cubicBezTo>
                  <a:cubicBezTo>
                    <a:pt x="3436" y="255"/>
                    <a:pt x="3465" y="239"/>
                    <a:pt x="3490" y="219"/>
                  </a:cubicBezTo>
                  <a:cubicBezTo>
                    <a:pt x="3541" y="179"/>
                    <a:pt x="3554" y="135"/>
                    <a:pt x="3533" y="81"/>
                  </a:cubicBezTo>
                  <a:cubicBezTo>
                    <a:pt x="3518" y="40"/>
                    <a:pt x="3456" y="0"/>
                    <a:pt x="3408" y="0"/>
                  </a:cubicBezTo>
                  <a:cubicBezTo>
                    <a:pt x="3376" y="0"/>
                    <a:pt x="3350" y="13"/>
                    <a:pt x="3334" y="41"/>
                  </a:cubicBezTo>
                  <a:cubicBezTo>
                    <a:pt x="3308" y="86"/>
                    <a:pt x="3285" y="132"/>
                    <a:pt x="3285" y="187"/>
                  </a:cubicBezTo>
                  <a:cubicBezTo>
                    <a:pt x="3285" y="202"/>
                    <a:pt x="3274" y="218"/>
                    <a:pt x="3264" y="231"/>
                  </a:cubicBezTo>
                  <a:cubicBezTo>
                    <a:pt x="3241" y="262"/>
                    <a:pt x="3210" y="289"/>
                    <a:pt x="3192" y="323"/>
                  </a:cubicBezTo>
                  <a:cubicBezTo>
                    <a:pt x="3163" y="379"/>
                    <a:pt x="3142" y="440"/>
                    <a:pt x="3201" y="494"/>
                  </a:cubicBezTo>
                  <a:cubicBezTo>
                    <a:pt x="3143" y="511"/>
                    <a:pt x="3104" y="577"/>
                    <a:pt x="3111" y="646"/>
                  </a:cubicBezTo>
                  <a:cubicBezTo>
                    <a:pt x="3118" y="718"/>
                    <a:pt x="3173" y="774"/>
                    <a:pt x="3248" y="781"/>
                  </a:cubicBezTo>
                  <a:cubicBezTo>
                    <a:pt x="3193" y="852"/>
                    <a:pt x="3193" y="923"/>
                    <a:pt x="3249" y="994"/>
                  </a:cubicBezTo>
                  <a:cubicBezTo>
                    <a:pt x="3219" y="1024"/>
                    <a:pt x="3229" y="1058"/>
                    <a:pt x="3235" y="1092"/>
                  </a:cubicBezTo>
                  <a:cubicBezTo>
                    <a:pt x="3242" y="1126"/>
                    <a:pt x="3249" y="1159"/>
                    <a:pt x="3257" y="1195"/>
                  </a:cubicBezTo>
                  <a:cubicBezTo>
                    <a:pt x="3192" y="1194"/>
                    <a:pt x="3152" y="1222"/>
                    <a:pt x="3140" y="1279"/>
                  </a:cubicBezTo>
                  <a:cubicBezTo>
                    <a:pt x="3133" y="1311"/>
                    <a:pt x="3136" y="1345"/>
                    <a:pt x="3137" y="1378"/>
                  </a:cubicBezTo>
                  <a:cubicBezTo>
                    <a:pt x="3138" y="1430"/>
                    <a:pt x="3161" y="1462"/>
                    <a:pt x="3211" y="1481"/>
                  </a:cubicBezTo>
                  <a:cubicBezTo>
                    <a:pt x="3219" y="1484"/>
                    <a:pt x="3228" y="1487"/>
                    <a:pt x="3236" y="1491"/>
                  </a:cubicBezTo>
                  <a:cubicBezTo>
                    <a:pt x="3233" y="1509"/>
                    <a:pt x="3229" y="1525"/>
                    <a:pt x="3228" y="1541"/>
                  </a:cubicBezTo>
                  <a:cubicBezTo>
                    <a:pt x="3225" y="1610"/>
                    <a:pt x="3224" y="1680"/>
                    <a:pt x="3221" y="1750"/>
                  </a:cubicBezTo>
                  <a:cubicBezTo>
                    <a:pt x="3220" y="1764"/>
                    <a:pt x="3216" y="1781"/>
                    <a:pt x="3207" y="1791"/>
                  </a:cubicBezTo>
                  <a:cubicBezTo>
                    <a:pt x="3156" y="1843"/>
                    <a:pt x="3144" y="1907"/>
                    <a:pt x="3166" y="1972"/>
                  </a:cubicBezTo>
                  <a:cubicBezTo>
                    <a:pt x="3180" y="2015"/>
                    <a:pt x="3173" y="2053"/>
                    <a:pt x="3169" y="2094"/>
                  </a:cubicBezTo>
                  <a:cubicBezTo>
                    <a:pt x="3165" y="2132"/>
                    <a:pt x="3148" y="2139"/>
                    <a:pt x="3115" y="2119"/>
                  </a:cubicBezTo>
                  <a:cubicBezTo>
                    <a:pt x="3109" y="2116"/>
                    <a:pt x="3102" y="2112"/>
                    <a:pt x="3094" y="2111"/>
                  </a:cubicBezTo>
                  <a:cubicBezTo>
                    <a:pt x="3027" y="2103"/>
                    <a:pt x="2959" y="2160"/>
                    <a:pt x="2957" y="2227"/>
                  </a:cubicBezTo>
                  <a:cubicBezTo>
                    <a:pt x="2957" y="2247"/>
                    <a:pt x="2960" y="2267"/>
                    <a:pt x="2965" y="2286"/>
                  </a:cubicBezTo>
                  <a:cubicBezTo>
                    <a:pt x="2982" y="2357"/>
                    <a:pt x="3023" y="2408"/>
                    <a:pt x="3094" y="2426"/>
                  </a:cubicBezTo>
                  <a:cubicBezTo>
                    <a:pt x="3098" y="2453"/>
                    <a:pt x="3100" y="2476"/>
                    <a:pt x="3106" y="2498"/>
                  </a:cubicBezTo>
                  <a:cubicBezTo>
                    <a:pt x="3113" y="2521"/>
                    <a:pt x="3110" y="2540"/>
                    <a:pt x="3095" y="2561"/>
                  </a:cubicBezTo>
                  <a:cubicBezTo>
                    <a:pt x="3058" y="2611"/>
                    <a:pt x="3058" y="2668"/>
                    <a:pt x="3073" y="2726"/>
                  </a:cubicBezTo>
                  <a:cubicBezTo>
                    <a:pt x="3080" y="2753"/>
                    <a:pt x="3083" y="2781"/>
                    <a:pt x="3088" y="2809"/>
                  </a:cubicBezTo>
                  <a:cubicBezTo>
                    <a:pt x="3046" y="2740"/>
                    <a:pt x="3031" y="2655"/>
                    <a:pt x="2945" y="2621"/>
                  </a:cubicBezTo>
                  <a:cubicBezTo>
                    <a:pt x="2980" y="2576"/>
                    <a:pt x="2986" y="2563"/>
                    <a:pt x="2981" y="2527"/>
                  </a:cubicBezTo>
                  <a:cubicBezTo>
                    <a:pt x="2971" y="2463"/>
                    <a:pt x="2932" y="2415"/>
                    <a:pt x="2876" y="2390"/>
                  </a:cubicBezTo>
                  <a:cubicBezTo>
                    <a:pt x="2816" y="2362"/>
                    <a:pt x="2796" y="2373"/>
                    <a:pt x="2780" y="2443"/>
                  </a:cubicBezTo>
                  <a:cubicBezTo>
                    <a:pt x="2773" y="2472"/>
                    <a:pt x="2774" y="2503"/>
                    <a:pt x="2771" y="2533"/>
                  </a:cubicBezTo>
                  <a:cubicBezTo>
                    <a:pt x="2747" y="2521"/>
                    <a:pt x="2719" y="2506"/>
                    <a:pt x="2692" y="2493"/>
                  </a:cubicBezTo>
                  <a:cubicBezTo>
                    <a:pt x="2739" y="2438"/>
                    <a:pt x="2746" y="2389"/>
                    <a:pt x="2713" y="2330"/>
                  </a:cubicBezTo>
                  <a:cubicBezTo>
                    <a:pt x="2688" y="2287"/>
                    <a:pt x="2651" y="2264"/>
                    <a:pt x="2617" y="2270"/>
                  </a:cubicBezTo>
                  <a:cubicBezTo>
                    <a:pt x="2580" y="2276"/>
                    <a:pt x="2542" y="2282"/>
                    <a:pt x="2523" y="2319"/>
                  </a:cubicBezTo>
                  <a:cubicBezTo>
                    <a:pt x="2506" y="2352"/>
                    <a:pt x="2495" y="2387"/>
                    <a:pt x="2480" y="2423"/>
                  </a:cubicBezTo>
                  <a:cubicBezTo>
                    <a:pt x="2456" y="2418"/>
                    <a:pt x="2425" y="2412"/>
                    <a:pt x="2395" y="2404"/>
                  </a:cubicBezTo>
                  <a:cubicBezTo>
                    <a:pt x="2367" y="2396"/>
                    <a:pt x="2350" y="2407"/>
                    <a:pt x="2332" y="2425"/>
                  </a:cubicBezTo>
                  <a:cubicBezTo>
                    <a:pt x="2261" y="2496"/>
                    <a:pt x="2272" y="2605"/>
                    <a:pt x="2307" y="2669"/>
                  </a:cubicBezTo>
                  <a:cubicBezTo>
                    <a:pt x="2327" y="2706"/>
                    <a:pt x="2360" y="2722"/>
                    <a:pt x="2402" y="2719"/>
                  </a:cubicBezTo>
                  <a:cubicBezTo>
                    <a:pt x="2454" y="2716"/>
                    <a:pt x="2528" y="2655"/>
                    <a:pt x="2541" y="2596"/>
                  </a:cubicBezTo>
                  <a:cubicBezTo>
                    <a:pt x="2548" y="2563"/>
                    <a:pt x="2542" y="2527"/>
                    <a:pt x="2542" y="2495"/>
                  </a:cubicBezTo>
                  <a:cubicBezTo>
                    <a:pt x="2567" y="2503"/>
                    <a:pt x="2595" y="2512"/>
                    <a:pt x="2628" y="2522"/>
                  </a:cubicBezTo>
                  <a:cubicBezTo>
                    <a:pt x="2558" y="2568"/>
                    <a:pt x="2554" y="2637"/>
                    <a:pt x="2563" y="2709"/>
                  </a:cubicBezTo>
                  <a:cubicBezTo>
                    <a:pt x="2570" y="2769"/>
                    <a:pt x="2619" y="2819"/>
                    <a:pt x="2686" y="2832"/>
                  </a:cubicBezTo>
                  <a:cubicBezTo>
                    <a:pt x="2740" y="2843"/>
                    <a:pt x="2770" y="2806"/>
                    <a:pt x="2797" y="2768"/>
                  </a:cubicBezTo>
                  <a:cubicBezTo>
                    <a:pt x="2800" y="2763"/>
                    <a:pt x="2803" y="2759"/>
                    <a:pt x="2809" y="2750"/>
                  </a:cubicBezTo>
                  <a:cubicBezTo>
                    <a:pt x="2819" y="2777"/>
                    <a:pt x="2829" y="2800"/>
                    <a:pt x="2838" y="2823"/>
                  </a:cubicBezTo>
                  <a:cubicBezTo>
                    <a:pt x="2856" y="2869"/>
                    <a:pt x="2855" y="2868"/>
                    <a:pt x="2807" y="2876"/>
                  </a:cubicBezTo>
                  <a:cubicBezTo>
                    <a:pt x="2769" y="2882"/>
                    <a:pt x="2735" y="2898"/>
                    <a:pt x="2718" y="2935"/>
                  </a:cubicBezTo>
                  <a:cubicBezTo>
                    <a:pt x="2701" y="2970"/>
                    <a:pt x="2716" y="3003"/>
                    <a:pt x="2741" y="3027"/>
                  </a:cubicBezTo>
                  <a:cubicBezTo>
                    <a:pt x="2772" y="3057"/>
                    <a:pt x="2806" y="3084"/>
                    <a:pt x="2842" y="3108"/>
                  </a:cubicBezTo>
                  <a:cubicBezTo>
                    <a:pt x="2876" y="3129"/>
                    <a:pt x="2911" y="3120"/>
                    <a:pt x="2941" y="3094"/>
                  </a:cubicBezTo>
                  <a:cubicBezTo>
                    <a:pt x="2951" y="3085"/>
                    <a:pt x="2960" y="3074"/>
                    <a:pt x="2974" y="3059"/>
                  </a:cubicBezTo>
                  <a:cubicBezTo>
                    <a:pt x="2994" y="3119"/>
                    <a:pt x="3013" y="3174"/>
                    <a:pt x="3034" y="3237"/>
                  </a:cubicBezTo>
                  <a:cubicBezTo>
                    <a:pt x="2983" y="3215"/>
                    <a:pt x="2920" y="3208"/>
                    <a:pt x="2873" y="3220"/>
                  </a:cubicBezTo>
                  <a:cubicBezTo>
                    <a:pt x="2857" y="3224"/>
                    <a:pt x="2840" y="3228"/>
                    <a:pt x="2829" y="3238"/>
                  </a:cubicBezTo>
                  <a:cubicBezTo>
                    <a:pt x="2785" y="3280"/>
                    <a:pt x="2774" y="3366"/>
                    <a:pt x="2802" y="3420"/>
                  </a:cubicBezTo>
                  <a:cubicBezTo>
                    <a:pt x="2836" y="3485"/>
                    <a:pt x="2905" y="3504"/>
                    <a:pt x="2968" y="3468"/>
                  </a:cubicBezTo>
                  <a:cubicBezTo>
                    <a:pt x="3011" y="3442"/>
                    <a:pt x="3036" y="3402"/>
                    <a:pt x="3057" y="3357"/>
                  </a:cubicBezTo>
                  <a:cubicBezTo>
                    <a:pt x="3060" y="3362"/>
                    <a:pt x="3063" y="3364"/>
                    <a:pt x="3063" y="3367"/>
                  </a:cubicBezTo>
                  <a:cubicBezTo>
                    <a:pt x="3083" y="3449"/>
                    <a:pt x="3103" y="3532"/>
                    <a:pt x="3121" y="3615"/>
                  </a:cubicBezTo>
                  <a:cubicBezTo>
                    <a:pt x="3125" y="3630"/>
                    <a:pt x="3118" y="3648"/>
                    <a:pt x="3116" y="3674"/>
                  </a:cubicBezTo>
                  <a:cubicBezTo>
                    <a:pt x="3039" y="3596"/>
                    <a:pt x="2977" y="3623"/>
                    <a:pt x="2921" y="3686"/>
                  </a:cubicBezTo>
                  <a:cubicBezTo>
                    <a:pt x="2879" y="3608"/>
                    <a:pt x="2854" y="3576"/>
                    <a:pt x="2813" y="3548"/>
                  </a:cubicBezTo>
                  <a:cubicBezTo>
                    <a:pt x="2764" y="3516"/>
                    <a:pt x="2707" y="3536"/>
                    <a:pt x="2695" y="3592"/>
                  </a:cubicBezTo>
                  <a:cubicBezTo>
                    <a:pt x="2683" y="3643"/>
                    <a:pt x="2680" y="3695"/>
                    <a:pt x="2698" y="3747"/>
                  </a:cubicBezTo>
                  <a:cubicBezTo>
                    <a:pt x="2704" y="3764"/>
                    <a:pt x="2709" y="3783"/>
                    <a:pt x="2714" y="3801"/>
                  </a:cubicBezTo>
                  <a:cubicBezTo>
                    <a:pt x="2690" y="3808"/>
                    <a:pt x="2688" y="3797"/>
                    <a:pt x="2685" y="3778"/>
                  </a:cubicBezTo>
                  <a:cubicBezTo>
                    <a:pt x="2679" y="3728"/>
                    <a:pt x="2671" y="3677"/>
                    <a:pt x="2659" y="3628"/>
                  </a:cubicBezTo>
                  <a:cubicBezTo>
                    <a:pt x="2649" y="3582"/>
                    <a:pt x="2609" y="3558"/>
                    <a:pt x="2571" y="3542"/>
                  </a:cubicBezTo>
                  <a:cubicBezTo>
                    <a:pt x="2535" y="3526"/>
                    <a:pt x="2499" y="3540"/>
                    <a:pt x="2477" y="3574"/>
                  </a:cubicBezTo>
                  <a:cubicBezTo>
                    <a:pt x="2446" y="3553"/>
                    <a:pt x="2418" y="3531"/>
                    <a:pt x="2388" y="3514"/>
                  </a:cubicBezTo>
                  <a:cubicBezTo>
                    <a:pt x="2336" y="3482"/>
                    <a:pt x="2293" y="3495"/>
                    <a:pt x="2269" y="3552"/>
                  </a:cubicBezTo>
                  <a:cubicBezTo>
                    <a:pt x="2245" y="3610"/>
                    <a:pt x="2238" y="3671"/>
                    <a:pt x="2269" y="3728"/>
                  </a:cubicBezTo>
                  <a:cubicBezTo>
                    <a:pt x="2283" y="3755"/>
                    <a:pt x="2306" y="3781"/>
                    <a:pt x="2332" y="3795"/>
                  </a:cubicBezTo>
                  <a:cubicBezTo>
                    <a:pt x="2350" y="3804"/>
                    <a:pt x="2379" y="3792"/>
                    <a:pt x="2402" y="3790"/>
                  </a:cubicBezTo>
                  <a:lnTo>
                    <a:pt x="2402" y="3888"/>
                  </a:lnTo>
                  <a:cubicBezTo>
                    <a:pt x="2373" y="3838"/>
                    <a:pt x="2336" y="3800"/>
                    <a:pt x="2273" y="3803"/>
                  </a:cubicBezTo>
                  <a:cubicBezTo>
                    <a:pt x="2197" y="3806"/>
                    <a:pt x="2121" y="3886"/>
                    <a:pt x="2126" y="3962"/>
                  </a:cubicBezTo>
                  <a:cubicBezTo>
                    <a:pt x="2126" y="3977"/>
                    <a:pt x="2137" y="3997"/>
                    <a:pt x="2150" y="4005"/>
                  </a:cubicBezTo>
                  <a:cubicBezTo>
                    <a:pt x="2167" y="4017"/>
                    <a:pt x="2189" y="4023"/>
                    <a:pt x="2210" y="4025"/>
                  </a:cubicBezTo>
                  <a:cubicBezTo>
                    <a:pt x="2239" y="4028"/>
                    <a:pt x="2268" y="4026"/>
                    <a:pt x="2301" y="4026"/>
                  </a:cubicBezTo>
                  <a:cubicBezTo>
                    <a:pt x="2293" y="4052"/>
                    <a:pt x="2286" y="4073"/>
                    <a:pt x="2279" y="4095"/>
                  </a:cubicBezTo>
                  <a:cubicBezTo>
                    <a:pt x="2212" y="4036"/>
                    <a:pt x="2151" y="4051"/>
                    <a:pt x="2122" y="4131"/>
                  </a:cubicBezTo>
                  <a:cubicBezTo>
                    <a:pt x="2115" y="4148"/>
                    <a:pt x="2113" y="4167"/>
                    <a:pt x="2110" y="4185"/>
                  </a:cubicBezTo>
                  <a:cubicBezTo>
                    <a:pt x="2102" y="4245"/>
                    <a:pt x="2125" y="4285"/>
                    <a:pt x="2179" y="4296"/>
                  </a:cubicBezTo>
                  <a:cubicBezTo>
                    <a:pt x="2232" y="4307"/>
                    <a:pt x="2268" y="4310"/>
                    <a:pt x="2292" y="4239"/>
                  </a:cubicBezTo>
                  <a:cubicBezTo>
                    <a:pt x="2333" y="4313"/>
                    <a:pt x="2354" y="4328"/>
                    <a:pt x="2409" y="4319"/>
                  </a:cubicBezTo>
                  <a:cubicBezTo>
                    <a:pt x="2457" y="4312"/>
                    <a:pt x="2481" y="4280"/>
                    <a:pt x="2492" y="4210"/>
                  </a:cubicBezTo>
                  <a:cubicBezTo>
                    <a:pt x="2529" y="4203"/>
                    <a:pt x="2564" y="4195"/>
                    <a:pt x="2600" y="4188"/>
                  </a:cubicBezTo>
                  <a:cubicBezTo>
                    <a:pt x="2599" y="4239"/>
                    <a:pt x="2586" y="4304"/>
                    <a:pt x="2656" y="4328"/>
                  </a:cubicBezTo>
                  <a:cubicBezTo>
                    <a:pt x="2733" y="4354"/>
                    <a:pt x="2783" y="4306"/>
                    <a:pt x="2827" y="4252"/>
                  </a:cubicBezTo>
                  <a:cubicBezTo>
                    <a:pt x="2834" y="4269"/>
                    <a:pt x="2838" y="4289"/>
                    <a:pt x="2850" y="4301"/>
                  </a:cubicBezTo>
                  <a:cubicBezTo>
                    <a:pt x="2903" y="4357"/>
                    <a:pt x="2969" y="4385"/>
                    <a:pt x="3046" y="4380"/>
                  </a:cubicBezTo>
                  <a:cubicBezTo>
                    <a:pt x="3065" y="4379"/>
                    <a:pt x="3072" y="4383"/>
                    <a:pt x="3080" y="4399"/>
                  </a:cubicBezTo>
                  <a:cubicBezTo>
                    <a:pt x="3128" y="4500"/>
                    <a:pt x="3150" y="4607"/>
                    <a:pt x="3153" y="4718"/>
                  </a:cubicBezTo>
                  <a:cubicBezTo>
                    <a:pt x="3156" y="4827"/>
                    <a:pt x="3160" y="4936"/>
                    <a:pt x="3163" y="5045"/>
                  </a:cubicBezTo>
                  <a:cubicBezTo>
                    <a:pt x="3164" y="5078"/>
                    <a:pt x="3163" y="5112"/>
                    <a:pt x="3163" y="5137"/>
                  </a:cubicBezTo>
                  <a:cubicBezTo>
                    <a:pt x="3136" y="5119"/>
                    <a:pt x="3110" y="5092"/>
                    <a:pt x="3079" y="5083"/>
                  </a:cubicBezTo>
                  <a:cubicBezTo>
                    <a:pt x="3047" y="5073"/>
                    <a:pt x="3010" y="5080"/>
                    <a:pt x="2978" y="5080"/>
                  </a:cubicBezTo>
                  <a:cubicBezTo>
                    <a:pt x="3013" y="5003"/>
                    <a:pt x="3030" y="4917"/>
                    <a:pt x="2992" y="4828"/>
                  </a:cubicBezTo>
                  <a:cubicBezTo>
                    <a:pt x="3058" y="4831"/>
                    <a:pt x="3092" y="4806"/>
                    <a:pt x="3104" y="4747"/>
                  </a:cubicBezTo>
                  <a:cubicBezTo>
                    <a:pt x="3115" y="4693"/>
                    <a:pt x="3092" y="4648"/>
                    <a:pt x="3045" y="4630"/>
                  </a:cubicBezTo>
                  <a:cubicBezTo>
                    <a:pt x="2967" y="4601"/>
                    <a:pt x="2939" y="4616"/>
                    <a:pt x="2888" y="4708"/>
                  </a:cubicBezTo>
                  <a:cubicBezTo>
                    <a:pt x="2866" y="4689"/>
                    <a:pt x="2844" y="4669"/>
                    <a:pt x="2821" y="4649"/>
                  </a:cubicBezTo>
                  <a:cubicBezTo>
                    <a:pt x="2853" y="4593"/>
                    <a:pt x="2857" y="4581"/>
                    <a:pt x="2859" y="4522"/>
                  </a:cubicBezTo>
                  <a:cubicBezTo>
                    <a:pt x="2861" y="4436"/>
                    <a:pt x="2806" y="4377"/>
                    <a:pt x="2721" y="4373"/>
                  </a:cubicBezTo>
                  <a:cubicBezTo>
                    <a:pt x="2678" y="4371"/>
                    <a:pt x="2624" y="4409"/>
                    <a:pt x="2615" y="4451"/>
                  </a:cubicBezTo>
                  <a:cubicBezTo>
                    <a:pt x="2608" y="4485"/>
                    <a:pt x="2603" y="4521"/>
                    <a:pt x="2597" y="4557"/>
                  </a:cubicBezTo>
                  <a:cubicBezTo>
                    <a:pt x="2587" y="4556"/>
                    <a:pt x="2574" y="4555"/>
                    <a:pt x="2562" y="4554"/>
                  </a:cubicBezTo>
                  <a:cubicBezTo>
                    <a:pt x="2548" y="4553"/>
                    <a:pt x="2534" y="4552"/>
                    <a:pt x="2519" y="4552"/>
                  </a:cubicBezTo>
                  <a:cubicBezTo>
                    <a:pt x="2475" y="4551"/>
                    <a:pt x="2454" y="4565"/>
                    <a:pt x="2445" y="4609"/>
                  </a:cubicBezTo>
                  <a:cubicBezTo>
                    <a:pt x="2438" y="4642"/>
                    <a:pt x="2438" y="4678"/>
                    <a:pt x="2438" y="4712"/>
                  </a:cubicBezTo>
                  <a:cubicBezTo>
                    <a:pt x="2438" y="4751"/>
                    <a:pt x="2463" y="4782"/>
                    <a:pt x="2503" y="4797"/>
                  </a:cubicBezTo>
                  <a:cubicBezTo>
                    <a:pt x="2543" y="4811"/>
                    <a:pt x="2574" y="4806"/>
                    <a:pt x="2599" y="4771"/>
                  </a:cubicBezTo>
                  <a:cubicBezTo>
                    <a:pt x="2622" y="4739"/>
                    <a:pt x="2636" y="4701"/>
                    <a:pt x="2654" y="4666"/>
                  </a:cubicBezTo>
                  <a:cubicBezTo>
                    <a:pt x="2655" y="4663"/>
                    <a:pt x="2657" y="4661"/>
                    <a:pt x="2661" y="4654"/>
                  </a:cubicBezTo>
                  <a:cubicBezTo>
                    <a:pt x="2669" y="4662"/>
                    <a:pt x="2676" y="4669"/>
                    <a:pt x="2682" y="4675"/>
                  </a:cubicBezTo>
                  <a:cubicBezTo>
                    <a:pt x="2607" y="4758"/>
                    <a:pt x="2597" y="4892"/>
                    <a:pt x="2713" y="4931"/>
                  </a:cubicBezTo>
                  <a:cubicBezTo>
                    <a:pt x="2657" y="4938"/>
                    <a:pt x="2622" y="4966"/>
                    <a:pt x="2614" y="5010"/>
                  </a:cubicBezTo>
                  <a:cubicBezTo>
                    <a:pt x="2603" y="5072"/>
                    <a:pt x="2631" y="5115"/>
                    <a:pt x="2710" y="5155"/>
                  </a:cubicBezTo>
                  <a:cubicBezTo>
                    <a:pt x="2699" y="5155"/>
                    <a:pt x="2693" y="5154"/>
                    <a:pt x="2687" y="5156"/>
                  </a:cubicBezTo>
                  <a:cubicBezTo>
                    <a:pt x="2661" y="5163"/>
                    <a:pt x="2627" y="5163"/>
                    <a:pt x="2610" y="5180"/>
                  </a:cubicBezTo>
                  <a:cubicBezTo>
                    <a:pt x="2542" y="5251"/>
                    <a:pt x="2551" y="5388"/>
                    <a:pt x="2623" y="5456"/>
                  </a:cubicBezTo>
                  <a:cubicBezTo>
                    <a:pt x="2671" y="5501"/>
                    <a:pt x="2732" y="5500"/>
                    <a:pt x="2771" y="5448"/>
                  </a:cubicBezTo>
                  <a:cubicBezTo>
                    <a:pt x="2795" y="5416"/>
                    <a:pt x="2810" y="5376"/>
                    <a:pt x="2828" y="5339"/>
                  </a:cubicBezTo>
                  <a:cubicBezTo>
                    <a:pt x="2833" y="5329"/>
                    <a:pt x="2834" y="5318"/>
                    <a:pt x="2838" y="5305"/>
                  </a:cubicBezTo>
                  <a:cubicBezTo>
                    <a:pt x="2922" y="5376"/>
                    <a:pt x="2983" y="5461"/>
                    <a:pt x="3033" y="5553"/>
                  </a:cubicBezTo>
                  <a:cubicBezTo>
                    <a:pt x="3077" y="5636"/>
                    <a:pt x="3122" y="5718"/>
                    <a:pt x="3135" y="5812"/>
                  </a:cubicBezTo>
                  <a:cubicBezTo>
                    <a:pt x="3144" y="5876"/>
                    <a:pt x="3149" y="5942"/>
                    <a:pt x="3153" y="6007"/>
                  </a:cubicBezTo>
                  <a:cubicBezTo>
                    <a:pt x="3159" y="6114"/>
                    <a:pt x="3165" y="6221"/>
                    <a:pt x="3166" y="6329"/>
                  </a:cubicBezTo>
                  <a:cubicBezTo>
                    <a:pt x="3166" y="6499"/>
                    <a:pt x="3162" y="6668"/>
                    <a:pt x="3159" y="6838"/>
                  </a:cubicBezTo>
                  <a:cubicBezTo>
                    <a:pt x="3158" y="6941"/>
                    <a:pt x="3156" y="7045"/>
                    <a:pt x="3154" y="7148"/>
                  </a:cubicBezTo>
                  <a:cubicBezTo>
                    <a:pt x="3153" y="7224"/>
                    <a:pt x="3150" y="7300"/>
                    <a:pt x="3153" y="7376"/>
                  </a:cubicBezTo>
                  <a:cubicBezTo>
                    <a:pt x="3158" y="7489"/>
                    <a:pt x="3172" y="7602"/>
                    <a:pt x="3175" y="7715"/>
                  </a:cubicBezTo>
                  <a:cubicBezTo>
                    <a:pt x="3178" y="7894"/>
                    <a:pt x="3178" y="8074"/>
                    <a:pt x="3175" y="8253"/>
                  </a:cubicBezTo>
                  <a:cubicBezTo>
                    <a:pt x="3173" y="8343"/>
                    <a:pt x="3164" y="8431"/>
                    <a:pt x="3158" y="8520"/>
                  </a:cubicBezTo>
                  <a:cubicBezTo>
                    <a:pt x="3156" y="8549"/>
                    <a:pt x="3138" y="8555"/>
                    <a:pt x="3112" y="8541"/>
                  </a:cubicBezTo>
                  <a:cubicBezTo>
                    <a:pt x="3072" y="8518"/>
                    <a:pt x="3055" y="8479"/>
                    <a:pt x="3040" y="8440"/>
                  </a:cubicBezTo>
                  <a:cubicBezTo>
                    <a:pt x="3001" y="8336"/>
                    <a:pt x="2966" y="8230"/>
                    <a:pt x="2929" y="8125"/>
                  </a:cubicBezTo>
                  <a:cubicBezTo>
                    <a:pt x="2924" y="8110"/>
                    <a:pt x="2918" y="8096"/>
                    <a:pt x="2916" y="8081"/>
                  </a:cubicBezTo>
                  <a:cubicBezTo>
                    <a:pt x="2909" y="8009"/>
                    <a:pt x="2900" y="7936"/>
                    <a:pt x="2896" y="7864"/>
                  </a:cubicBezTo>
                  <a:cubicBezTo>
                    <a:pt x="2892" y="7774"/>
                    <a:pt x="2873" y="7690"/>
                    <a:pt x="2834" y="7609"/>
                  </a:cubicBezTo>
                  <a:cubicBezTo>
                    <a:pt x="2815" y="7570"/>
                    <a:pt x="2799" y="7528"/>
                    <a:pt x="2792" y="7486"/>
                  </a:cubicBezTo>
                  <a:cubicBezTo>
                    <a:pt x="2777" y="7396"/>
                    <a:pt x="2791" y="7306"/>
                    <a:pt x="2821" y="7220"/>
                  </a:cubicBezTo>
                  <a:cubicBezTo>
                    <a:pt x="2870" y="7079"/>
                    <a:pt x="2878" y="6935"/>
                    <a:pt x="2856" y="6789"/>
                  </a:cubicBezTo>
                  <a:cubicBezTo>
                    <a:pt x="2842" y="6697"/>
                    <a:pt x="2804" y="6626"/>
                    <a:pt x="2708" y="6598"/>
                  </a:cubicBezTo>
                  <a:cubicBezTo>
                    <a:pt x="2670" y="6587"/>
                    <a:pt x="2655" y="6552"/>
                    <a:pt x="2661" y="6509"/>
                  </a:cubicBezTo>
                  <a:cubicBezTo>
                    <a:pt x="2664" y="6486"/>
                    <a:pt x="2667" y="6463"/>
                    <a:pt x="2667" y="6441"/>
                  </a:cubicBezTo>
                  <a:cubicBezTo>
                    <a:pt x="2668" y="6346"/>
                    <a:pt x="2670" y="6251"/>
                    <a:pt x="2667" y="6157"/>
                  </a:cubicBezTo>
                  <a:cubicBezTo>
                    <a:pt x="2661" y="5969"/>
                    <a:pt x="2593" y="5820"/>
                    <a:pt x="2400" y="5755"/>
                  </a:cubicBezTo>
                  <a:cubicBezTo>
                    <a:pt x="2366" y="5743"/>
                    <a:pt x="2342" y="5718"/>
                    <a:pt x="2330" y="5683"/>
                  </a:cubicBezTo>
                  <a:cubicBezTo>
                    <a:pt x="2324" y="5663"/>
                    <a:pt x="2319" y="5643"/>
                    <a:pt x="2313" y="5623"/>
                  </a:cubicBezTo>
                  <a:cubicBezTo>
                    <a:pt x="2278" y="5510"/>
                    <a:pt x="2222" y="5413"/>
                    <a:pt x="2114" y="5352"/>
                  </a:cubicBezTo>
                  <a:cubicBezTo>
                    <a:pt x="2043" y="5312"/>
                    <a:pt x="1974" y="5267"/>
                    <a:pt x="1908" y="5220"/>
                  </a:cubicBezTo>
                  <a:cubicBezTo>
                    <a:pt x="1776" y="5126"/>
                    <a:pt x="1696" y="4999"/>
                    <a:pt x="1680" y="4837"/>
                  </a:cubicBezTo>
                  <a:cubicBezTo>
                    <a:pt x="1669" y="4729"/>
                    <a:pt x="1642" y="4631"/>
                    <a:pt x="1573" y="4545"/>
                  </a:cubicBezTo>
                  <a:cubicBezTo>
                    <a:pt x="1528" y="4489"/>
                    <a:pt x="1489" y="4429"/>
                    <a:pt x="1447" y="4371"/>
                  </a:cubicBezTo>
                  <a:cubicBezTo>
                    <a:pt x="1443" y="4365"/>
                    <a:pt x="1435" y="4362"/>
                    <a:pt x="1434" y="4361"/>
                  </a:cubicBezTo>
                  <a:cubicBezTo>
                    <a:pt x="1417" y="4405"/>
                    <a:pt x="1403" y="4447"/>
                    <a:pt x="1384" y="4486"/>
                  </a:cubicBezTo>
                  <a:cubicBezTo>
                    <a:pt x="1337" y="4589"/>
                    <a:pt x="1283" y="4689"/>
                    <a:pt x="1241" y="4793"/>
                  </a:cubicBezTo>
                  <a:cubicBezTo>
                    <a:pt x="1176" y="4952"/>
                    <a:pt x="1122" y="5113"/>
                    <a:pt x="1129" y="5289"/>
                  </a:cubicBezTo>
                  <a:cubicBezTo>
                    <a:pt x="1130" y="5324"/>
                    <a:pt x="1111" y="5362"/>
                    <a:pt x="1093" y="5395"/>
                  </a:cubicBezTo>
                  <a:cubicBezTo>
                    <a:pt x="1061" y="5456"/>
                    <a:pt x="1023" y="5513"/>
                    <a:pt x="989" y="5572"/>
                  </a:cubicBezTo>
                  <a:cubicBezTo>
                    <a:pt x="963" y="5618"/>
                    <a:pt x="957" y="5667"/>
                    <a:pt x="964" y="5720"/>
                  </a:cubicBezTo>
                  <a:cubicBezTo>
                    <a:pt x="978" y="5822"/>
                    <a:pt x="991" y="5924"/>
                    <a:pt x="1000" y="6027"/>
                  </a:cubicBezTo>
                  <a:cubicBezTo>
                    <a:pt x="1004" y="6073"/>
                    <a:pt x="995" y="6120"/>
                    <a:pt x="998" y="6167"/>
                  </a:cubicBezTo>
                  <a:cubicBezTo>
                    <a:pt x="1004" y="6270"/>
                    <a:pt x="1037" y="6368"/>
                    <a:pt x="1083" y="6459"/>
                  </a:cubicBezTo>
                  <a:cubicBezTo>
                    <a:pt x="1143" y="6578"/>
                    <a:pt x="1152" y="6699"/>
                    <a:pt x="1134" y="6827"/>
                  </a:cubicBezTo>
                  <a:cubicBezTo>
                    <a:pt x="1118" y="6945"/>
                    <a:pt x="1144" y="7052"/>
                    <a:pt x="1238" y="7132"/>
                  </a:cubicBezTo>
                  <a:cubicBezTo>
                    <a:pt x="1295" y="7180"/>
                    <a:pt x="1355" y="7227"/>
                    <a:pt x="1417" y="7267"/>
                  </a:cubicBezTo>
                  <a:cubicBezTo>
                    <a:pt x="1543" y="7348"/>
                    <a:pt x="1643" y="7446"/>
                    <a:pt x="1693" y="7591"/>
                  </a:cubicBezTo>
                  <a:cubicBezTo>
                    <a:pt x="1719" y="7665"/>
                    <a:pt x="1769" y="7726"/>
                    <a:pt x="1831" y="7774"/>
                  </a:cubicBezTo>
                  <a:cubicBezTo>
                    <a:pt x="1954" y="7871"/>
                    <a:pt x="2080" y="7964"/>
                    <a:pt x="2193" y="8074"/>
                  </a:cubicBezTo>
                  <a:cubicBezTo>
                    <a:pt x="2232" y="8112"/>
                    <a:pt x="2287" y="8136"/>
                    <a:pt x="2338" y="8159"/>
                  </a:cubicBezTo>
                  <a:cubicBezTo>
                    <a:pt x="2416" y="8194"/>
                    <a:pt x="2502" y="8200"/>
                    <a:pt x="2586" y="8206"/>
                  </a:cubicBezTo>
                  <a:cubicBezTo>
                    <a:pt x="2680" y="8212"/>
                    <a:pt x="2755" y="8247"/>
                    <a:pt x="2817" y="8322"/>
                  </a:cubicBezTo>
                  <a:cubicBezTo>
                    <a:pt x="2904" y="8427"/>
                    <a:pt x="2958" y="8546"/>
                    <a:pt x="2994" y="8675"/>
                  </a:cubicBezTo>
                  <a:cubicBezTo>
                    <a:pt x="3059" y="8912"/>
                    <a:pt x="3088" y="9155"/>
                    <a:pt x="3078" y="9401"/>
                  </a:cubicBezTo>
                  <a:cubicBezTo>
                    <a:pt x="3075" y="9467"/>
                    <a:pt x="3068" y="9533"/>
                    <a:pt x="3063" y="9598"/>
                  </a:cubicBezTo>
                  <a:cubicBezTo>
                    <a:pt x="3018" y="9570"/>
                    <a:pt x="2976" y="9547"/>
                    <a:pt x="2936" y="9522"/>
                  </a:cubicBezTo>
                  <a:cubicBezTo>
                    <a:pt x="2922" y="9513"/>
                    <a:pt x="2908" y="9501"/>
                    <a:pt x="2898" y="9487"/>
                  </a:cubicBezTo>
                  <a:cubicBezTo>
                    <a:pt x="2874" y="9450"/>
                    <a:pt x="2849" y="9412"/>
                    <a:pt x="2829" y="9372"/>
                  </a:cubicBezTo>
                  <a:cubicBezTo>
                    <a:pt x="2796" y="9306"/>
                    <a:pt x="2781" y="9236"/>
                    <a:pt x="2802" y="9161"/>
                  </a:cubicBezTo>
                  <a:cubicBezTo>
                    <a:pt x="2812" y="9124"/>
                    <a:pt x="2815" y="9086"/>
                    <a:pt x="2817" y="9048"/>
                  </a:cubicBezTo>
                  <a:cubicBezTo>
                    <a:pt x="2823" y="8911"/>
                    <a:pt x="2750" y="8811"/>
                    <a:pt x="2659" y="8721"/>
                  </a:cubicBezTo>
                  <a:cubicBezTo>
                    <a:pt x="2627" y="8690"/>
                    <a:pt x="2586" y="8677"/>
                    <a:pt x="2542" y="8676"/>
                  </a:cubicBezTo>
                  <a:cubicBezTo>
                    <a:pt x="2435" y="8672"/>
                    <a:pt x="2345" y="8638"/>
                    <a:pt x="2282" y="8545"/>
                  </a:cubicBezTo>
                  <a:cubicBezTo>
                    <a:pt x="2265" y="8520"/>
                    <a:pt x="2239" y="8498"/>
                    <a:pt x="2212" y="8484"/>
                  </a:cubicBezTo>
                  <a:cubicBezTo>
                    <a:pt x="2132" y="8443"/>
                    <a:pt x="2047" y="8428"/>
                    <a:pt x="1956" y="8436"/>
                  </a:cubicBezTo>
                  <a:cubicBezTo>
                    <a:pt x="1898" y="8440"/>
                    <a:pt x="1838" y="8437"/>
                    <a:pt x="1780" y="8431"/>
                  </a:cubicBezTo>
                  <a:cubicBezTo>
                    <a:pt x="1709" y="8422"/>
                    <a:pt x="1666" y="8369"/>
                    <a:pt x="1622" y="8318"/>
                  </a:cubicBezTo>
                  <a:cubicBezTo>
                    <a:pt x="1602" y="8295"/>
                    <a:pt x="1580" y="8265"/>
                    <a:pt x="1553" y="8256"/>
                  </a:cubicBezTo>
                  <a:cubicBezTo>
                    <a:pt x="1479" y="8230"/>
                    <a:pt x="1404" y="8202"/>
                    <a:pt x="1321" y="8217"/>
                  </a:cubicBezTo>
                  <a:cubicBezTo>
                    <a:pt x="1286" y="8223"/>
                    <a:pt x="1247" y="8232"/>
                    <a:pt x="1214" y="8207"/>
                  </a:cubicBezTo>
                  <a:cubicBezTo>
                    <a:pt x="1182" y="8182"/>
                    <a:pt x="1150" y="8185"/>
                    <a:pt x="1117" y="8203"/>
                  </a:cubicBezTo>
                  <a:cubicBezTo>
                    <a:pt x="1101" y="8212"/>
                    <a:pt x="1084" y="8219"/>
                    <a:pt x="1067" y="8227"/>
                  </a:cubicBezTo>
                  <a:cubicBezTo>
                    <a:pt x="1031" y="8243"/>
                    <a:pt x="991" y="8256"/>
                    <a:pt x="953" y="8242"/>
                  </a:cubicBezTo>
                  <a:cubicBezTo>
                    <a:pt x="878" y="8213"/>
                    <a:pt x="802" y="8227"/>
                    <a:pt x="727" y="8237"/>
                  </a:cubicBezTo>
                  <a:cubicBezTo>
                    <a:pt x="669" y="8245"/>
                    <a:pt x="614" y="8269"/>
                    <a:pt x="558" y="8287"/>
                  </a:cubicBezTo>
                  <a:cubicBezTo>
                    <a:pt x="514" y="8300"/>
                    <a:pt x="472" y="8317"/>
                    <a:pt x="428" y="8329"/>
                  </a:cubicBezTo>
                  <a:cubicBezTo>
                    <a:pt x="337" y="8353"/>
                    <a:pt x="246" y="8371"/>
                    <a:pt x="156" y="8397"/>
                  </a:cubicBezTo>
                  <a:cubicBezTo>
                    <a:pt x="29" y="8435"/>
                    <a:pt x="-13" y="8507"/>
                    <a:pt x="4" y="8639"/>
                  </a:cubicBezTo>
                  <a:cubicBezTo>
                    <a:pt x="13" y="8706"/>
                    <a:pt x="16" y="8773"/>
                    <a:pt x="21" y="8840"/>
                  </a:cubicBezTo>
                  <a:cubicBezTo>
                    <a:pt x="25" y="8886"/>
                    <a:pt x="28" y="8931"/>
                    <a:pt x="35" y="8976"/>
                  </a:cubicBezTo>
                  <a:cubicBezTo>
                    <a:pt x="39" y="9005"/>
                    <a:pt x="66" y="9015"/>
                    <a:pt x="81" y="8996"/>
                  </a:cubicBezTo>
                  <a:cubicBezTo>
                    <a:pt x="96" y="8978"/>
                    <a:pt x="110" y="8958"/>
                    <a:pt x="120" y="8937"/>
                  </a:cubicBezTo>
                  <a:cubicBezTo>
                    <a:pt x="159" y="8852"/>
                    <a:pt x="196" y="8766"/>
                    <a:pt x="236" y="8682"/>
                  </a:cubicBezTo>
                  <a:cubicBezTo>
                    <a:pt x="256" y="8641"/>
                    <a:pt x="266" y="8638"/>
                    <a:pt x="299" y="8668"/>
                  </a:cubicBezTo>
                  <a:cubicBezTo>
                    <a:pt x="342" y="8707"/>
                    <a:pt x="390" y="8721"/>
                    <a:pt x="446" y="8715"/>
                  </a:cubicBezTo>
                  <a:cubicBezTo>
                    <a:pt x="464" y="8713"/>
                    <a:pt x="483" y="8714"/>
                    <a:pt x="502" y="8715"/>
                  </a:cubicBezTo>
                  <a:cubicBezTo>
                    <a:pt x="572" y="8718"/>
                    <a:pt x="635" y="8738"/>
                    <a:pt x="692" y="8781"/>
                  </a:cubicBezTo>
                  <a:cubicBezTo>
                    <a:pt x="789" y="8855"/>
                    <a:pt x="874" y="8936"/>
                    <a:pt x="902" y="9062"/>
                  </a:cubicBezTo>
                  <a:cubicBezTo>
                    <a:pt x="902" y="9064"/>
                    <a:pt x="903" y="9066"/>
                    <a:pt x="904" y="9068"/>
                  </a:cubicBezTo>
                  <a:cubicBezTo>
                    <a:pt x="930" y="9135"/>
                    <a:pt x="976" y="9176"/>
                    <a:pt x="1047" y="9193"/>
                  </a:cubicBezTo>
                  <a:cubicBezTo>
                    <a:pt x="1105" y="9206"/>
                    <a:pt x="1163" y="9223"/>
                    <a:pt x="1217" y="9248"/>
                  </a:cubicBezTo>
                  <a:cubicBezTo>
                    <a:pt x="1312" y="9290"/>
                    <a:pt x="1408" y="9317"/>
                    <a:pt x="1512" y="9325"/>
                  </a:cubicBezTo>
                  <a:cubicBezTo>
                    <a:pt x="1639" y="9335"/>
                    <a:pt x="1752" y="9373"/>
                    <a:pt x="1804" y="9507"/>
                  </a:cubicBezTo>
                  <a:cubicBezTo>
                    <a:pt x="1807" y="9514"/>
                    <a:pt x="1811" y="9520"/>
                    <a:pt x="1815" y="9526"/>
                  </a:cubicBezTo>
                  <a:cubicBezTo>
                    <a:pt x="1927" y="9703"/>
                    <a:pt x="2050" y="9744"/>
                    <a:pt x="2246" y="9672"/>
                  </a:cubicBezTo>
                  <a:cubicBezTo>
                    <a:pt x="2267" y="9665"/>
                    <a:pt x="2288" y="9657"/>
                    <a:pt x="2309" y="9656"/>
                  </a:cubicBezTo>
                  <a:cubicBezTo>
                    <a:pt x="2405" y="9651"/>
                    <a:pt x="2500" y="9646"/>
                    <a:pt x="2596" y="9645"/>
                  </a:cubicBezTo>
                  <a:cubicBezTo>
                    <a:pt x="2677" y="9644"/>
                    <a:pt x="2754" y="9659"/>
                    <a:pt x="2809" y="9730"/>
                  </a:cubicBezTo>
                  <a:cubicBezTo>
                    <a:pt x="2814" y="9737"/>
                    <a:pt x="2824" y="9742"/>
                    <a:pt x="2831" y="9749"/>
                  </a:cubicBezTo>
                  <a:cubicBezTo>
                    <a:pt x="2854" y="9776"/>
                    <a:pt x="2881" y="9801"/>
                    <a:pt x="2897" y="9832"/>
                  </a:cubicBezTo>
                  <a:cubicBezTo>
                    <a:pt x="2973" y="9972"/>
                    <a:pt x="3015" y="10126"/>
                    <a:pt x="3057" y="10279"/>
                  </a:cubicBezTo>
                  <a:cubicBezTo>
                    <a:pt x="3106" y="10460"/>
                    <a:pt x="3124" y="10645"/>
                    <a:pt x="3118" y="10832"/>
                  </a:cubicBezTo>
                  <a:cubicBezTo>
                    <a:pt x="3118" y="10855"/>
                    <a:pt x="3121" y="10878"/>
                    <a:pt x="3125" y="10900"/>
                  </a:cubicBezTo>
                  <a:cubicBezTo>
                    <a:pt x="3126" y="10907"/>
                    <a:pt x="3132" y="10912"/>
                    <a:pt x="3135" y="10919"/>
                  </a:cubicBezTo>
                  <a:lnTo>
                    <a:pt x="3144" y="10916"/>
                  </a:lnTo>
                  <a:cubicBezTo>
                    <a:pt x="3148" y="10873"/>
                    <a:pt x="3156" y="10830"/>
                    <a:pt x="3156" y="10787"/>
                  </a:cubicBezTo>
                  <a:cubicBezTo>
                    <a:pt x="3156" y="10707"/>
                    <a:pt x="3157" y="10626"/>
                    <a:pt x="3148" y="10546"/>
                  </a:cubicBezTo>
                  <a:cubicBezTo>
                    <a:pt x="3135" y="10420"/>
                    <a:pt x="3120" y="10293"/>
                    <a:pt x="3060" y="10177"/>
                  </a:cubicBezTo>
                  <a:cubicBezTo>
                    <a:pt x="3048" y="10155"/>
                    <a:pt x="3044" y="10128"/>
                    <a:pt x="3038" y="10103"/>
                  </a:cubicBezTo>
                  <a:cubicBezTo>
                    <a:pt x="3006" y="9949"/>
                    <a:pt x="2966" y="9800"/>
                    <a:pt x="2835" y="9695"/>
                  </a:cubicBezTo>
                  <a:cubicBezTo>
                    <a:pt x="2830" y="9691"/>
                    <a:pt x="2827" y="9685"/>
                    <a:pt x="2822" y="9681"/>
                  </a:cubicBezTo>
                  <a:cubicBezTo>
                    <a:pt x="2795" y="9662"/>
                    <a:pt x="2769" y="9640"/>
                    <a:pt x="2739" y="9625"/>
                  </a:cubicBezTo>
                  <a:cubicBezTo>
                    <a:pt x="2678" y="9596"/>
                    <a:pt x="2611" y="9603"/>
                    <a:pt x="2546" y="9603"/>
                  </a:cubicBezTo>
                  <a:cubicBezTo>
                    <a:pt x="2423" y="9605"/>
                    <a:pt x="2300" y="9603"/>
                    <a:pt x="2180" y="9647"/>
                  </a:cubicBezTo>
                  <a:cubicBezTo>
                    <a:pt x="2090" y="9681"/>
                    <a:pt x="1999" y="9671"/>
                    <a:pt x="1929" y="9597"/>
                  </a:cubicBezTo>
                  <a:cubicBezTo>
                    <a:pt x="1894" y="9560"/>
                    <a:pt x="1859" y="9520"/>
                    <a:pt x="1838" y="9475"/>
                  </a:cubicBezTo>
                  <a:cubicBezTo>
                    <a:pt x="1786" y="9361"/>
                    <a:pt x="1694" y="9311"/>
                    <a:pt x="1579" y="9290"/>
                  </a:cubicBezTo>
                  <a:cubicBezTo>
                    <a:pt x="1507" y="9278"/>
                    <a:pt x="1433" y="9276"/>
                    <a:pt x="1364" y="9255"/>
                  </a:cubicBezTo>
                  <a:cubicBezTo>
                    <a:pt x="1250" y="9222"/>
                    <a:pt x="1143" y="9165"/>
                    <a:pt x="1025" y="9140"/>
                  </a:cubicBezTo>
                  <a:cubicBezTo>
                    <a:pt x="1012" y="9137"/>
                    <a:pt x="1001" y="9127"/>
                    <a:pt x="979" y="9114"/>
                  </a:cubicBezTo>
                  <a:cubicBezTo>
                    <a:pt x="1021" y="9093"/>
                    <a:pt x="1053" y="9073"/>
                    <a:pt x="1088" y="9061"/>
                  </a:cubicBezTo>
                  <a:cubicBezTo>
                    <a:pt x="1221" y="9014"/>
                    <a:pt x="1360" y="9003"/>
                    <a:pt x="1499" y="8998"/>
                  </a:cubicBezTo>
                  <a:cubicBezTo>
                    <a:pt x="1605" y="8994"/>
                    <a:pt x="1712" y="8998"/>
                    <a:pt x="1815" y="8963"/>
                  </a:cubicBezTo>
                  <a:cubicBezTo>
                    <a:pt x="1837" y="8956"/>
                    <a:pt x="1866" y="8958"/>
                    <a:pt x="1888" y="8965"/>
                  </a:cubicBezTo>
                  <a:cubicBezTo>
                    <a:pt x="1974" y="8992"/>
                    <a:pt x="2059" y="9024"/>
                    <a:pt x="2144" y="9052"/>
                  </a:cubicBezTo>
                  <a:cubicBezTo>
                    <a:pt x="2202" y="9070"/>
                    <a:pt x="2253" y="9096"/>
                    <a:pt x="2296" y="9138"/>
                  </a:cubicBezTo>
                  <a:cubicBezTo>
                    <a:pt x="2304" y="9146"/>
                    <a:pt x="2314" y="9155"/>
                    <a:pt x="2324" y="9159"/>
                  </a:cubicBezTo>
                  <a:cubicBezTo>
                    <a:pt x="2374" y="9179"/>
                    <a:pt x="2408" y="9215"/>
                    <a:pt x="2441" y="9256"/>
                  </a:cubicBezTo>
                  <a:cubicBezTo>
                    <a:pt x="2498" y="9326"/>
                    <a:pt x="2556" y="9396"/>
                    <a:pt x="2617" y="9461"/>
                  </a:cubicBezTo>
                  <a:cubicBezTo>
                    <a:pt x="2647" y="9493"/>
                    <a:pt x="2684" y="9525"/>
                    <a:pt x="2723" y="9540"/>
                  </a:cubicBezTo>
                  <a:cubicBezTo>
                    <a:pt x="2870" y="9595"/>
                    <a:pt x="2950" y="9712"/>
                    <a:pt x="3012" y="9844"/>
                  </a:cubicBezTo>
                  <a:cubicBezTo>
                    <a:pt x="3042" y="9909"/>
                    <a:pt x="3057" y="9981"/>
                    <a:pt x="3077" y="10051"/>
                  </a:cubicBezTo>
                  <a:cubicBezTo>
                    <a:pt x="3091" y="10102"/>
                    <a:pt x="3114" y="10147"/>
                    <a:pt x="3153" y="10184"/>
                  </a:cubicBezTo>
                  <a:cubicBezTo>
                    <a:pt x="3154" y="10174"/>
                    <a:pt x="3152" y="10165"/>
                    <a:pt x="3149" y="10156"/>
                  </a:cubicBezTo>
                  <a:cubicBezTo>
                    <a:pt x="3134" y="10109"/>
                    <a:pt x="3113" y="10064"/>
                    <a:pt x="3106" y="10016"/>
                  </a:cubicBezTo>
                  <a:cubicBezTo>
                    <a:pt x="3093" y="9917"/>
                    <a:pt x="3058" y="9828"/>
                    <a:pt x="3010" y="9742"/>
                  </a:cubicBezTo>
                  <a:cubicBezTo>
                    <a:pt x="2947" y="9631"/>
                    <a:pt x="2845" y="9558"/>
                    <a:pt x="2759" y="9471"/>
                  </a:cubicBezTo>
                  <a:cubicBezTo>
                    <a:pt x="2714" y="9425"/>
                    <a:pt x="2666" y="9384"/>
                    <a:pt x="2630" y="9330"/>
                  </a:cubicBezTo>
                  <a:cubicBezTo>
                    <a:pt x="2595" y="9279"/>
                    <a:pt x="2560" y="9228"/>
                    <a:pt x="2523" y="9178"/>
                  </a:cubicBezTo>
                  <a:cubicBezTo>
                    <a:pt x="2487" y="9131"/>
                    <a:pt x="2446" y="9089"/>
                    <a:pt x="2413" y="9041"/>
                  </a:cubicBezTo>
                  <a:cubicBezTo>
                    <a:pt x="2329" y="8921"/>
                    <a:pt x="2283" y="8786"/>
                    <a:pt x="2260" y="8642"/>
                  </a:cubicBezTo>
                  <a:cubicBezTo>
                    <a:pt x="2256" y="8615"/>
                    <a:pt x="2237" y="8589"/>
                    <a:pt x="2224" y="8564"/>
                  </a:cubicBezTo>
                  <a:cubicBezTo>
                    <a:pt x="2218" y="8554"/>
                    <a:pt x="2209" y="8547"/>
                    <a:pt x="2202" y="8538"/>
                  </a:cubicBezTo>
                  <a:cubicBezTo>
                    <a:pt x="2205" y="8536"/>
                    <a:pt x="2207" y="8533"/>
                    <a:pt x="2209" y="8531"/>
                  </a:cubicBezTo>
                  <a:cubicBezTo>
                    <a:pt x="2224" y="8547"/>
                    <a:pt x="2242" y="8561"/>
                    <a:pt x="2254" y="8579"/>
                  </a:cubicBezTo>
                  <a:cubicBezTo>
                    <a:pt x="2320" y="8674"/>
                    <a:pt x="2412" y="8714"/>
                    <a:pt x="2525" y="8717"/>
                  </a:cubicBezTo>
                  <a:cubicBezTo>
                    <a:pt x="2577" y="8718"/>
                    <a:pt x="2619" y="8740"/>
                    <a:pt x="2656" y="8779"/>
                  </a:cubicBezTo>
                  <a:cubicBezTo>
                    <a:pt x="2756" y="8885"/>
                    <a:pt x="2795" y="9005"/>
                    <a:pt x="2762" y="9150"/>
                  </a:cubicBezTo>
                  <a:cubicBezTo>
                    <a:pt x="2750" y="9201"/>
                    <a:pt x="2753" y="9257"/>
                    <a:pt x="2761" y="9308"/>
                  </a:cubicBezTo>
                  <a:cubicBezTo>
                    <a:pt x="2773" y="9383"/>
                    <a:pt x="2815" y="9448"/>
                    <a:pt x="2859" y="9508"/>
                  </a:cubicBezTo>
                  <a:cubicBezTo>
                    <a:pt x="2874" y="9529"/>
                    <a:pt x="2894" y="9549"/>
                    <a:pt x="2916" y="9561"/>
                  </a:cubicBezTo>
                  <a:cubicBezTo>
                    <a:pt x="2970" y="9589"/>
                    <a:pt x="3021" y="9619"/>
                    <a:pt x="3056" y="9670"/>
                  </a:cubicBezTo>
                  <a:cubicBezTo>
                    <a:pt x="3060" y="9677"/>
                    <a:pt x="3073" y="9682"/>
                    <a:pt x="3080" y="9680"/>
                  </a:cubicBezTo>
                  <a:cubicBezTo>
                    <a:pt x="3088" y="9678"/>
                    <a:pt x="3096" y="9667"/>
                    <a:pt x="3097" y="9659"/>
                  </a:cubicBezTo>
                  <a:cubicBezTo>
                    <a:pt x="3106" y="9571"/>
                    <a:pt x="3119" y="9482"/>
                    <a:pt x="3122" y="9393"/>
                  </a:cubicBezTo>
                  <a:cubicBezTo>
                    <a:pt x="3131" y="9186"/>
                    <a:pt x="3107" y="8980"/>
                    <a:pt x="3064" y="8778"/>
                  </a:cubicBezTo>
                  <a:cubicBezTo>
                    <a:pt x="3023" y="8590"/>
                    <a:pt x="2962" y="8413"/>
                    <a:pt x="2828" y="8269"/>
                  </a:cubicBezTo>
                  <a:cubicBezTo>
                    <a:pt x="2781" y="8218"/>
                    <a:pt x="2726" y="8184"/>
                    <a:pt x="2658" y="8174"/>
                  </a:cubicBezTo>
                  <a:cubicBezTo>
                    <a:pt x="2602" y="8165"/>
                    <a:pt x="2546" y="8162"/>
                    <a:pt x="2490" y="8154"/>
                  </a:cubicBezTo>
                  <a:cubicBezTo>
                    <a:pt x="2376" y="8137"/>
                    <a:pt x="2273" y="8097"/>
                    <a:pt x="2187" y="8015"/>
                  </a:cubicBezTo>
                  <a:cubicBezTo>
                    <a:pt x="2107" y="7939"/>
                    <a:pt x="2020" y="7872"/>
                    <a:pt x="1936" y="7802"/>
                  </a:cubicBezTo>
                  <a:cubicBezTo>
                    <a:pt x="1907" y="7778"/>
                    <a:pt x="1875" y="7756"/>
                    <a:pt x="1847" y="7731"/>
                  </a:cubicBezTo>
                  <a:cubicBezTo>
                    <a:pt x="1779" y="7671"/>
                    <a:pt x="1734" y="7597"/>
                    <a:pt x="1706" y="7509"/>
                  </a:cubicBezTo>
                  <a:cubicBezTo>
                    <a:pt x="1778" y="7529"/>
                    <a:pt x="1846" y="7553"/>
                    <a:pt x="1916" y="7566"/>
                  </a:cubicBezTo>
                  <a:cubicBezTo>
                    <a:pt x="2033" y="7587"/>
                    <a:pt x="2153" y="7600"/>
                    <a:pt x="2270" y="7619"/>
                  </a:cubicBezTo>
                  <a:cubicBezTo>
                    <a:pt x="2384" y="7638"/>
                    <a:pt x="2496" y="7667"/>
                    <a:pt x="2584" y="7746"/>
                  </a:cubicBezTo>
                  <a:cubicBezTo>
                    <a:pt x="2654" y="7809"/>
                    <a:pt x="2718" y="7878"/>
                    <a:pt x="2783" y="7946"/>
                  </a:cubicBezTo>
                  <a:cubicBezTo>
                    <a:pt x="2831" y="7998"/>
                    <a:pt x="2857" y="8063"/>
                    <a:pt x="2878" y="8129"/>
                  </a:cubicBezTo>
                  <a:cubicBezTo>
                    <a:pt x="2894" y="8177"/>
                    <a:pt x="2911" y="8223"/>
                    <a:pt x="2929" y="8269"/>
                  </a:cubicBezTo>
                  <a:cubicBezTo>
                    <a:pt x="2943" y="8302"/>
                    <a:pt x="2962" y="8333"/>
                    <a:pt x="2974" y="8367"/>
                  </a:cubicBezTo>
                  <a:cubicBezTo>
                    <a:pt x="3007" y="8461"/>
                    <a:pt x="3053" y="8547"/>
                    <a:pt x="3123" y="8621"/>
                  </a:cubicBezTo>
                  <a:cubicBezTo>
                    <a:pt x="3144" y="8642"/>
                    <a:pt x="3156" y="8636"/>
                    <a:pt x="3170" y="8619"/>
                  </a:cubicBezTo>
                  <a:cubicBezTo>
                    <a:pt x="3177" y="8610"/>
                    <a:pt x="3181" y="8598"/>
                    <a:pt x="3183" y="8586"/>
                  </a:cubicBezTo>
                  <a:cubicBezTo>
                    <a:pt x="3209" y="8436"/>
                    <a:pt x="3221" y="8284"/>
                    <a:pt x="3220" y="8132"/>
                  </a:cubicBezTo>
                  <a:cubicBezTo>
                    <a:pt x="3218" y="7946"/>
                    <a:pt x="3213" y="7760"/>
                    <a:pt x="3208" y="7574"/>
                  </a:cubicBezTo>
                  <a:cubicBezTo>
                    <a:pt x="3207" y="7514"/>
                    <a:pt x="3200" y="7455"/>
                    <a:pt x="3197" y="7395"/>
                  </a:cubicBezTo>
                  <a:cubicBezTo>
                    <a:pt x="3194" y="7334"/>
                    <a:pt x="3190" y="7273"/>
                    <a:pt x="3191" y="7212"/>
                  </a:cubicBezTo>
                  <a:cubicBezTo>
                    <a:pt x="3193" y="7076"/>
                    <a:pt x="3198" y="6940"/>
                    <a:pt x="3201" y="6805"/>
                  </a:cubicBezTo>
                  <a:cubicBezTo>
                    <a:pt x="3202" y="6750"/>
                    <a:pt x="3196" y="6696"/>
                    <a:pt x="3197" y="6642"/>
                  </a:cubicBezTo>
                  <a:cubicBezTo>
                    <a:pt x="3200" y="6531"/>
                    <a:pt x="3209" y="6420"/>
                    <a:pt x="3208" y="6309"/>
                  </a:cubicBezTo>
                  <a:cubicBezTo>
                    <a:pt x="3207" y="6188"/>
                    <a:pt x="3193" y="6068"/>
                    <a:pt x="3191" y="5947"/>
                  </a:cubicBezTo>
                  <a:cubicBezTo>
                    <a:pt x="3188" y="5809"/>
                    <a:pt x="3155" y="5682"/>
                    <a:pt x="3086" y="5563"/>
                  </a:cubicBezTo>
                  <a:cubicBezTo>
                    <a:pt x="3080" y="5553"/>
                    <a:pt x="3076" y="5543"/>
                    <a:pt x="3071" y="5533"/>
                  </a:cubicBezTo>
                  <a:cubicBezTo>
                    <a:pt x="3074" y="5531"/>
                    <a:pt x="3077" y="5529"/>
                    <a:pt x="3080" y="5527"/>
                  </a:cubicBezTo>
                  <a:cubicBezTo>
                    <a:pt x="3109" y="5562"/>
                    <a:pt x="3138" y="5597"/>
                    <a:pt x="3168" y="5630"/>
                  </a:cubicBezTo>
                  <a:cubicBezTo>
                    <a:pt x="3176" y="5639"/>
                    <a:pt x="3191" y="5646"/>
                    <a:pt x="3201" y="5644"/>
                  </a:cubicBezTo>
                  <a:cubicBezTo>
                    <a:pt x="3208" y="5643"/>
                    <a:pt x="3215" y="5628"/>
                    <a:pt x="3219" y="5618"/>
                  </a:cubicBezTo>
                  <a:cubicBezTo>
                    <a:pt x="3222" y="5610"/>
                    <a:pt x="3219" y="5600"/>
                    <a:pt x="3218" y="5592"/>
                  </a:cubicBezTo>
                  <a:cubicBezTo>
                    <a:pt x="3215" y="5565"/>
                    <a:pt x="3211" y="5539"/>
                    <a:pt x="3208" y="5514"/>
                  </a:cubicBezTo>
                  <a:cubicBezTo>
                    <a:pt x="3244" y="5517"/>
                    <a:pt x="3278" y="5520"/>
                    <a:pt x="3313" y="5524"/>
                  </a:cubicBezTo>
                  <a:cubicBezTo>
                    <a:pt x="3313" y="5537"/>
                    <a:pt x="3314" y="5554"/>
                    <a:pt x="3313" y="5572"/>
                  </a:cubicBezTo>
                  <a:cubicBezTo>
                    <a:pt x="3306" y="5677"/>
                    <a:pt x="3292" y="5781"/>
                    <a:pt x="3291" y="5886"/>
                  </a:cubicBezTo>
                  <a:cubicBezTo>
                    <a:pt x="3290" y="6060"/>
                    <a:pt x="3296" y="6234"/>
                    <a:pt x="3300" y="6408"/>
                  </a:cubicBezTo>
                  <a:cubicBezTo>
                    <a:pt x="3301" y="6454"/>
                    <a:pt x="3304" y="6499"/>
                    <a:pt x="3307" y="6545"/>
                  </a:cubicBezTo>
                  <a:cubicBezTo>
                    <a:pt x="3308" y="6555"/>
                    <a:pt x="3314" y="6564"/>
                    <a:pt x="3318" y="6574"/>
                  </a:cubicBezTo>
                  <a:cubicBezTo>
                    <a:pt x="3329" y="6569"/>
                    <a:pt x="3343" y="6566"/>
                    <a:pt x="3351" y="6558"/>
                  </a:cubicBezTo>
                  <a:cubicBezTo>
                    <a:pt x="3375" y="6532"/>
                    <a:pt x="3401" y="6506"/>
                    <a:pt x="3420" y="6476"/>
                  </a:cubicBezTo>
                  <a:cubicBezTo>
                    <a:pt x="3502" y="6345"/>
                    <a:pt x="3583" y="6214"/>
                    <a:pt x="3662" y="6081"/>
                  </a:cubicBezTo>
                  <a:cubicBezTo>
                    <a:pt x="3687" y="6040"/>
                    <a:pt x="3704" y="5994"/>
                    <a:pt x="3724" y="5950"/>
                  </a:cubicBezTo>
                  <a:cubicBezTo>
                    <a:pt x="3755" y="5883"/>
                    <a:pt x="3780" y="5812"/>
                    <a:pt x="3818" y="5750"/>
                  </a:cubicBezTo>
                  <a:cubicBezTo>
                    <a:pt x="3874" y="5658"/>
                    <a:pt x="3907" y="5557"/>
                    <a:pt x="3931" y="5453"/>
                  </a:cubicBezTo>
                  <a:cubicBezTo>
                    <a:pt x="3951" y="5364"/>
                    <a:pt x="3960" y="5273"/>
                    <a:pt x="3928" y="5183"/>
                  </a:cubicBezTo>
                  <a:cubicBezTo>
                    <a:pt x="3907" y="5125"/>
                    <a:pt x="3889" y="5065"/>
                    <a:pt x="3870" y="5006"/>
                  </a:cubicBezTo>
                  <a:cubicBezTo>
                    <a:pt x="3850" y="4942"/>
                    <a:pt x="3830" y="4878"/>
                    <a:pt x="3875" y="4815"/>
                  </a:cubicBezTo>
                  <a:cubicBezTo>
                    <a:pt x="3881" y="4805"/>
                    <a:pt x="3885" y="4793"/>
                    <a:pt x="3888" y="4782"/>
                  </a:cubicBezTo>
                  <a:cubicBezTo>
                    <a:pt x="3919" y="4677"/>
                    <a:pt x="3991" y="4606"/>
                    <a:pt x="4077" y="4543"/>
                  </a:cubicBezTo>
                  <a:cubicBezTo>
                    <a:pt x="4126" y="4507"/>
                    <a:pt x="4178" y="4498"/>
                    <a:pt x="4238" y="4507"/>
                  </a:cubicBezTo>
                  <a:cubicBezTo>
                    <a:pt x="4250" y="4574"/>
                    <a:pt x="4263" y="4641"/>
                    <a:pt x="4274" y="4708"/>
                  </a:cubicBezTo>
                  <a:cubicBezTo>
                    <a:pt x="4278" y="4727"/>
                    <a:pt x="4279" y="4748"/>
                    <a:pt x="4275" y="4766"/>
                  </a:cubicBezTo>
                  <a:cubicBezTo>
                    <a:pt x="4255" y="4865"/>
                    <a:pt x="4240" y="4966"/>
                    <a:pt x="4210" y="5062"/>
                  </a:cubicBezTo>
                  <a:cubicBezTo>
                    <a:pt x="4186" y="5141"/>
                    <a:pt x="4150" y="5219"/>
                    <a:pt x="4109" y="5291"/>
                  </a:cubicBezTo>
                  <a:cubicBezTo>
                    <a:pt x="3998" y="5486"/>
                    <a:pt x="3870" y="5671"/>
                    <a:pt x="3780" y="5877"/>
                  </a:cubicBezTo>
                  <a:cubicBezTo>
                    <a:pt x="3742" y="5964"/>
                    <a:pt x="3695" y="6048"/>
                    <a:pt x="3654" y="6134"/>
                  </a:cubicBezTo>
                  <a:cubicBezTo>
                    <a:pt x="3633" y="6179"/>
                    <a:pt x="3616" y="6226"/>
                    <a:pt x="3595" y="6272"/>
                  </a:cubicBezTo>
                  <a:cubicBezTo>
                    <a:pt x="3557" y="6351"/>
                    <a:pt x="3533" y="6436"/>
                    <a:pt x="3479" y="6508"/>
                  </a:cubicBezTo>
                  <a:cubicBezTo>
                    <a:pt x="3453" y="6544"/>
                    <a:pt x="3439" y="6589"/>
                    <a:pt x="3423" y="6631"/>
                  </a:cubicBezTo>
                  <a:cubicBezTo>
                    <a:pt x="3405" y="6680"/>
                    <a:pt x="3390" y="6730"/>
                    <a:pt x="3375" y="6781"/>
                  </a:cubicBezTo>
                  <a:cubicBezTo>
                    <a:pt x="3368" y="6807"/>
                    <a:pt x="3361" y="6835"/>
                    <a:pt x="3359" y="6863"/>
                  </a:cubicBezTo>
                  <a:cubicBezTo>
                    <a:pt x="3353" y="6964"/>
                    <a:pt x="3351" y="7065"/>
                    <a:pt x="3345" y="7165"/>
                  </a:cubicBezTo>
                  <a:cubicBezTo>
                    <a:pt x="3338" y="7288"/>
                    <a:pt x="3325" y="7410"/>
                    <a:pt x="3320" y="7533"/>
                  </a:cubicBezTo>
                  <a:cubicBezTo>
                    <a:pt x="3316" y="7622"/>
                    <a:pt x="3315" y="7712"/>
                    <a:pt x="3322" y="7801"/>
                  </a:cubicBezTo>
                  <a:cubicBezTo>
                    <a:pt x="3335" y="7981"/>
                    <a:pt x="3324" y="8159"/>
                    <a:pt x="3298" y="8337"/>
                  </a:cubicBezTo>
                  <a:cubicBezTo>
                    <a:pt x="3290" y="8390"/>
                    <a:pt x="3290" y="8443"/>
                    <a:pt x="3289" y="8496"/>
                  </a:cubicBezTo>
                  <a:cubicBezTo>
                    <a:pt x="3289" y="8507"/>
                    <a:pt x="3303" y="8517"/>
                    <a:pt x="3311" y="8527"/>
                  </a:cubicBezTo>
                  <a:cubicBezTo>
                    <a:pt x="3321" y="8519"/>
                    <a:pt x="3333" y="8512"/>
                    <a:pt x="3340" y="8502"/>
                  </a:cubicBezTo>
                  <a:cubicBezTo>
                    <a:pt x="3356" y="8475"/>
                    <a:pt x="3365" y="8443"/>
                    <a:pt x="3385" y="8419"/>
                  </a:cubicBezTo>
                  <a:cubicBezTo>
                    <a:pt x="3444" y="8350"/>
                    <a:pt x="3506" y="8282"/>
                    <a:pt x="3570" y="8218"/>
                  </a:cubicBezTo>
                  <a:cubicBezTo>
                    <a:pt x="3608" y="8178"/>
                    <a:pt x="3654" y="8146"/>
                    <a:pt x="3708" y="8128"/>
                  </a:cubicBezTo>
                  <a:cubicBezTo>
                    <a:pt x="3750" y="8113"/>
                    <a:pt x="3790" y="8093"/>
                    <a:pt x="3832" y="8078"/>
                  </a:cubicBezTo>
                  <a:cubicBezTo>
                    <a:pt x="3903" y="8054"/>
                    <a:pt x="3973" y="8021"/>
                    <a:pt x="4046" y="8012"/>
                  </a:cubicBezTo>
                  <a:cubicBezTo>
                    <a:pt x="4203" y="7994"/>
                    <a:pt x="4362" y="7988"/>
                    <a:pt x="4521" y="7980"/>
                  </a:cubicBezTo>
                  <a:cubicBezTo>
                    <a:pt x="4560" y="7978"/>
                    <a:pt x="4601" y="7984"/>
                    <a:pt x="4640" y="7993"/>
                  </a:cubicBezTo>
                  <a:cubicBezTo>
                    <a:pt x="4787" y="8030"/>
                    <a:pt x="4919" y="8101"/>
                    <a:pt x="5055" y="8165"/>
                  </a:cubicBezTo>
                  <a:cubicBezTo>
                    <a:pt x="5074" y="8174"/>
                    <a:pt x="5088" y="8191"/>
                    <a:pt x="5100" y="8200"/>
                  </a:cubicBezTo>
                  <a:cubicBezTo>
                    <a:pt x="5086" y="8228"/>
                    <a:pt x="5074" y="8250"/>
                    <a:pt x="5065" y="8274"/>
                  </a:cubicBezTo>
                  <a:cubicBezTo>
                    <a:pt x="5054" y="8301"/>
                    <a:pt x="5049" y="8331"/>
                    <a:pt x="5035" y="8357"/>
                  </a:cubicBezTo>
                  <a:cubicBezTo>
                    <a:pt x="5014" y="8398"/>
                    <a:pt x="4980" y="8428"/>
                    <a:pt x="4929" y="8423"/>
                  </a:cubicBezTo>
                  <a:cubicBezTo>
                    <a:pt x="4881" y="8419"/>
                    <a:pt x="4836" y="8426"/>
                    <a:pt x="4793" y="8447"/>
                  </a:cubicBezTo>
                  <a:cubicBezTo>
                    <a:pt x="4704" y="8491"/>
                    <a:pt x="4644" y="8474"/>
                    <a:pt x="4567" y="8406"/>
                  </a:cubicBezTo>
                  <a:cubicBezTo>
                    <a:pt x="4538" y="8379"/>
                    <a:pt x="4516" y="8344"/>
                    <a:pt x="4491" y="8312"/>
                  </a:cubicBezTo>
                  <a:cubicBezTo>
                    <a:pt x="4420" y="8223"/>
                    <a:pt x="4334" y="8160"/>
                    <a:pt x="4215" y="8153"/>
                  </a:cubicBezTo>
                  <a:cubicBezTo>
                    <a:pt x="4125" y="8147"/>
                    <a:pt x="4035" y="8141"/>
                    <a:pt x="3945" y="8133"/>
                  </a:cubicBezTo>
                  <a:cubicBezTo>
                    <a:pt x="3866" y="8126"/>
                    <a:pt x="3795" y="8144"/>
                    <a:pt x="3731" y="8193"/>
                  </a:cubicBezTo>
                  <a:cubicBezTo>
                    <a:pt x="3631" y="8269"/>
                    <a:pt x="3554" y="8363"/>
                    <a:pt x="3502" y="8477"/>
                  </a:cubicBezTo>
                  <a:cubicBezTo>
                    <a:pt x="3433" y="8629"/>
                    <a:pt x="3374" y="8784"/>
                    <a:pt x="3347" y="8949"/>
                  </a:cubicBezTo>
                  <a:cubicBezTo>
                    <a:pt x="3329" y="9054"/>
                    <a:pt x="3304" y="9157"/>
                    <a:pt x="3312" y="9265"/>
                  </a:cubicBezTo>
                  <a:cubicBezTo>
                    <a:pt x="3324" y="9440"/>
                    <a:pt x="3329" y="9615"/>
                    <a:pt x="3341" y="9790"/>
                  </a:cubicBezTo>
                  <a:cubicBezTo>
                    <a:pt x="3351" y="9927"/>
                    <a:pt x="3365" y="10065"/>
                    <a:pt x="3378" y="10202"/>
                  </a:cubicBezTo>
                  <a:cubicBezTo>
                    <a:pt x="3390" y="10331"/>
                    <a:pt x="3400" y="10460"/>
                    <a:pt x="3416" y="10588"/>
                  </a:cubicBezTo>
                  <a:cubicBezTo>
                    <a:pt x="3433" y="10729"/>
                    <a:pt x="3458" y="10870"/>
                    <a:pt x="3478" y="11011"/>
                  </a:cubicBezTo>
                  <a:cubicBezTo>
                    <a:pt x="3501" y="11180"/>
                    <a:pt x="3548" y="11340"/>
                    <a:pt x="3636" y="11487"/>
                  </a:cubicBezTo>
                  <a:cubicBezTo>
                    <a:pt x="3641" y="11495"/>
                    <a:pt x="3649" y="11502"/>
                    <a:pt x="3655" y="11509"/>
                  </a:cubicBezTo>
                  <a:lnTo>
                    <a:pt x="3667" y="11503"/>
                  </a:lnTo>
                  <a:cubicBezTo>
                    <a:pt x="3656" y="11467"/>
                    <a:pt x="3650" y="11430"/>
                    <a:pt x="3635" y="11396"/>
                  </a:cubicBezTo>
                  <a:cubicBezTo>
                    <a:pt x="3590" y="11298"/>
                    <a:pt x="3552" y="11198"/>
                    <a:pt x="3535" y="11090"/>
                  </a:cubicBezTo>
                  <a:cubicBezTo>
                    <a:pt x="3513" y="10947"/>
                    <a:pt x="3489" y="10805"/>
                    <a:pt x="3470" y="10662"/>
                  </a:cubicBezTo>
                  <a:cubicBezTo>
                    <a:pt x="3451" y="10523"/>
                    <a:pt x="3438" y="10383"/>
                    <a:pt x="3424" y="10244"/>
                  </a:cubicBezTo>
                  <a:cubicBezTo>
                    <a:pt x="3417" y="10165"/>
                    <a:pt x="3415" y="10085"/>
                    <a:pt x="3407" y="10006"/>
                  </a:cubicBezTo>
                  <a:cubicBezTo>
                    <a:pt x="3395" y="9872"/>
                    <a:pt x="3379" y="9738"/>
                    <a:pt x="3367" y="9604"/>
                  </a:cubicBezTo>
                  <a:cubicBezTo>
                    <a:pt x="3359" y="9515"/>
                    <a:pt x="3356" y="9426"/>
                    <a:pt x="3352" y="9337"/>
                  </a:cubicBezTo>
                  <a:cubicBezTo>
                    <a:pt x="3350" y="9277"/>
                    <a:pt x="3347" y="9216"/>
                    <a:pt x="3351" y="9155"/>
                  </a:cubicBezTo>
                  <a:cubicBezTo>
                    <a:pt x="3355" y="9109"/>
                    <a:pt x="3368" y="9064"/>
                    <a:pt x="3378" y="9018"/>
                  </a:cubicBezTo>
                  <a:cubicBezTo>
                    <a:pt x="3395" y="8943"/>
                    <a:pt x="3409" y="8867"/>
                    <a:pt x="3429" y="8793"/>
                  </a:cubicBezTo>
                  <a:cubicBezTo>
                    <a:pt x="3443" y="8738"/>
                    <a:pt x="3464" y="8685"/>
                    <a:pt x="3483" y="8632"/>
                  </a:cubicBezTo>
                  <a:cubicBezTo>
                    <a:pt x="3540" y="8471"/>
                    <a:pt x="3621" y="8327"/>
                    <a:pt x="3763" y="8224"/>
                  </a:cubicBezTo>
                  <a:cubicBezTo>
                    <a:pt x="3808" y="8192"/>
                    <a:pt x="3856" y="8172"/>
                    <a:pt x="3912" y="8175"/>
                  </a:cubicBezTo>
                  <a:cubicBezTo>
                    <a:pt x="4016" y="8181"/>
                    <a:pt x="4120" y="8186"/>
                    <a:pt x="4224" y="8196"/>
                  </a:cubicBezTo>
                  <a:cubicBezTo>
                    <a:pt x="4293" y="8202"/>
                    <a:pt x="4355" y="8231"/>
                    <a:pt x="4403" y="8282"/>
                  </a:cubicBezTo>
                  <a:cubicBezTo>
                    <a:pt x="4440" y="8321"/>
                    <a:pt x="4472" y="8365"/>
                    <a:pt x="4508" y="8406"/>
                  </a:cubicBezTo>
                  <a:cubicBezTo>
                    <a:pt x="4589" y="8500"/>
                    <a:pt x="4693" y="8550"/>
                    <a:pt x="4820" y="8484"/>
                  </a:cubicBezTo>
                  <a:cubicBezTo>
                    <a:pt x="4845" y="8471"/>
                    <a:pt x="4877" y="8464"/>
                    <a:pt x="4905" y="8466"/>
                  </a:cubicBezTo>
                  <a:cubicBezTo>
                    <a:pt x="4989" y="8471"/>
                    <a:pt x="5051" y="8438"/>
                    <a:pt x="5083" y="8360"/>
                  </a:cubicBezTo>
                  <a:cubicBezTo>
                    <a:pt x="5094" y="8333"/>
                    <a:pt x="5101" y="8304"/>
                    <a:pt x="5109" y="8276"/>
                  </a:cubicBezTo>
                  <a:cubicBezTo>
                    <a:pt x="5115" y="8254"/>
                    <a:pt x="5124" y="8248"/>
                    <a:pt x="5147" y="8256"/>
                  </a:cubicBezTo>
                  <a:cubicBezTo>
                    <a:pt x="5240" y="8291"/>
                    <a:pt x="5336" y="8320"/>
                    <a:pt x="5427" y="8361"/>
                  </a:cubicBezTo>
                  <a:cubicBezTo>
                    <a:pt x="5507" y="8396"/>
                    <a:pt x="5582" y="8388"/>
                    <a:pt x="5652" y="8349"/>
                  </a:cubicBezTo>
                  <a:cubicBezTo>
                    <a:pt x="5811" y="8260"/>
                    <a:pt x="5959" y="8157"/>
                    <a:pt x="6029" y="7976"/>
                  </a:cubicBezTo>
                  <a:cubicBezTo>
                    <a:pt x="6034" y="7962"/>
                    <a:pt x="6044" y="7950"/>
                    <a:pt x="6052" y="7937"/>
                  </a:cubicBezTo>
                  <a:cubicBezTo>
                    <a:pt x="6057" y="7930"/>
                    <a:pt x="6064" y="7925"/>
                    <a:pt x="6070" y="7919"/>
                  </a:cubicBezTo>
                  <a:cubicBezTo>
                    <a:pt x="6114" y="7877"/>
                    <a:pt x="6171" y="7865"/>
                    <a:pt x="6228" y="7854"/>
                  </a:cubicBezTo>
                  <a:cubicBezTo>
                    <a:pt x="6299" y="7839"/>
                    <a:pt x="6371" y="7828"/>
                    <a:pt x="6442" y="7814"/>
                  </a:cubicBezTo>
                  <a:cubicBezTo>
                    <a:pt x="6490" y="7805"/>
                    <a:pt x="6529" y="7780"/>
                    <a:pt x="6556" y="7739"/>
                  </a:cubicBezTo>
                  <a:cubicBezTo>
                    <a:pt x="6591" y="7687"/>
                    <a:pt x="6645" y="7660"/>
                    <a:pt x="6701" y="7654"/>
                  </a:cubicBezTo>
                  <a:cubicBezTo>
                    <a:pt x="6795" y="7645"/>
                    <a:pt x="6890" y="7651"/>
                    <a:pt x="6980" y="7688"/>
                  </a:cubicBezTo>
                  <a:cubicBezTo>
                    <a:pt x="7054" y="7719"/>
                    <a:pt x="7127" y="7716"/>
                    <a:pt x="7197" y="7678"/>
                  </a:cubicBezTo>
                  <a:cubicBezTo>
                    <a:pt x="7255" y="7647"/>
                    <a:pt x="7311" y="7614"/>
                    <a:pt x="7366" y="7580"/>
                  </a:cubicBezTo>
                  <a:cubicBezTo>
                    <a:pt x="7376" y="7574"/>
                    <a:pt x="7384" y="7555"/>
                    <a:pt x="7381" y="7543"/>
                  </a:cubicBezTo>
                  <a:moveTo>
                    <a:pt x="4010" y="4076"/>
                  </a:moveTo>
                  <a:cubicBezTo>
                    <a:pt x="4011" y="4071"/>
                    <a:pt x="4012" y="4065"/>
                    <a:pt x="4013" y="4060"/>
                  </a:cubicBezTo>
                  <a:cubicBezTo>
                    <a:pt x="4021" y="4022"/>
                    <a:pt x="4050" y="3992"/>
                    <a:pt x="4075" y="3994"/>
                  </a:cubicBezTo>
                  <a:cubicBezTo>
                    <a:pt x="4107" y="3996"/>
                    <a:pt x="4144" y="4041"/>
                    <a:pt x="4145" y="4079"/>
                  </a:cubicBezTo>
                  <a:cubicBezTo>
                    <a:pt x="4146" y="4107"/>
                    <a:pt x="4111" y="4152"/>
                    <a:pt x="4085" y="4157"/>
                  </a:cubicBezTo>
                  <a:cubicBezTo>
                    <a:pt x="4083" y="4157"/>
                    <a:pt x="4080" y="4157"/>
                    <a:pt x="4078" y="4157"/>
                  </a:cubicBezTo>
                  <a:cubicBezTo>
                    <a:pt x="4036" y="4157"/>
                    <a:pt x="4004" y="4118"/>
                    <a:pt x="4010" y="4076"/>
                  </a:cubicBezTo>
                  <a:moveTo>
                    <a:pt x="3540" y="3831"/>
                  </a:moveTo>
                  <a:cubicBezTo>
                    <a:pt x="3517" y="3851"/>
                    <a:pt x="3486" y="3863"/>
                    <a:pt x="3459" y="3879"/>
                  </a:cubicBezTo>
                  <a:cubicBezTo>
                    <a:pt x="3457" y="3877"/>
                    <a:pt x="3456" y="3875"/>
                    <a:pt x="3454" y="3873"/>
                  </a:cubicBezTo>
                  <a:cubicBezTo>
                    <a:pt x="3441" y="3870"/>
                    <a:pt x="3428" y="3869"/>
                    <a:pt x="3416" y="3864"/>
                  </a:cubicBezTo>
                  <a:cubicBezTo>
                    <a:pt x="3397" y="3857"/>
                    <a:pt x="3390" y="3844"/>
                    <a:pt x="3401" y="3823"/>
                  </a:cubicBezTo>
                  <a:cubicBezTo>
                    <a:pt x="3410" y="3804"/>
                    <a:pt x="3415" y="3783"/>
                    <a:pt x="3425" y="3763"/>
                  </a:cubicBezTo>
                  <a:cubicBezTo>
                    <a:pt x="3437" y="3739"/>
                    <a:pt x="3454" y="3719"/>
                    <a:pt x="3484" y="3719"/>
                  </a:cubicBezTo>
                  <a:cubicBezTo>
                    <a:pt x="3511" y="3718"/>
                    <a:pt x="3557" y="3749"/>
                    <a:pt x="3559" y="3773"/>
                  </a:cubicBezTo>
                  <a:cubicBezTo>
                    <a:pt x="3560" y="3792"/>
                    <a:pt x="3553" y="3819"/>
                    <a:pt x="3540" y="3831"/>
                  </a:cubicBezTo>
                  <a:moveTo>
                    <a:pt x="3705" y="3835"/>
                  </a:moveTo>
                  <a:cubicBezTo>
                    <a:pt x="3680" y="3887"/>
                    <a:pt x="3643" y="3926"/>
                    <a:pt x="3589" y="3945"/>
                  </a:cubicBezTo>
                  <a:cubicBezTo>
                    <a:pt x="3587" y="3923"/>
                    <a:pt x="3586" y="3903"/>
                    <a:pt x="3583" y="3883"/>
                  </a:cubicBezTo>
                  <a:cubicBezTo>
                    <a:pt x="3578" y="3849"/>
                    <a:pt x="3618" y="3766"/>
                    <a:pt x="3648" y="3751"/>
                  </a:cubicBezTo>
                  <a:cubicBezTo>
                    <a:pt x="3654" y="3747"/>
                    <a:pt x="3663" y="3746"/>
                    <a:pt x="3669" y="3748"/>
                  </a:cubicBezTo>
                  <a:cubicBezTo>
                    <a:pt x="3691" y="3755"/>
                    <a:pt x="3715" y="3813"/>
                    <a:pt x="3705" y="3835"/>
                  </a:cubicBezTo>
                  <a:moveTo>
                    <a:pt x="3579" y="4116"/>
                  </a:moveTo>
                  <a:cubicBezTo>
                    <a:pt x="3573" y="4165"/>
                    <a:pt x="3534" y="4191"/>
                    <a:pt x="3470" y="4189"/>
                  </a:cubicBezTo>
                  <a:cubicBezTo>
                    <a:pt x="3469" y="4192"/>
                    <a:pt x="3467" y="4195"/>
                    <a:pt x="3466" y="4198"/>
                  </a:cubicBezTo>
                  <a:cubicBezTo>
                    <a:pt x="3443" y="4185"/>
                    <a:pt x="3404" y="4177"/>
                    <a:pt x="3399" y="4159"/>
                  </a:cubicBezTo>
                  <a:cubicBezTo>
                    <a:pt x="3393" y="4135"/>
                    <a:pt x="3411" y="4103"/>
                    <a:pt x="3420" y="4075"/>
                  </a:cubicBezTo>
                  <a:cubicBezTo>
                    <a:pt x="3423" y="4067"/>
                    <a:pt x="3433" y="4061"/>
                    <a:pt x="3436" y="4052"/>
                  </a:cubicBezTo>
                  <a:cubicBezTo>
                    <a:pt x="3451" y="4009"/>
                    <a:pt x="3470" y="3999"/>
                    <a:pt x="3511" y="4017"/>
                  </a:cubicBezTo>
                  <a:cubicBezTo>
                    <a:pt x="3552" y="4035"/>
                    <a:pt x="3583" y="4081"/>
                    <a:pt x="3579" y="4116"/>
                  </a:cubicBezTo>
                  <a:moveTo>
                    <a:pt x="3896" y="2876"/>
                  </a:moveTo>
                  <a:cubicBezTo>
                    <a:pt x="3942" y="2880"/>
                    <a:pt x="3969" y="2913"/>
                    <a:pt x="3964" y="2960"/>
                  </a:cubicBezTo>
                  <a:cubicBezTo>
                    <a:pt x="3960" y="3009"/>
                    <a:pt x="3941" y="3053"/>
                    <a:pt x="3903" y="3086"/>
                  </a:cubicBezTo>
                  <a:cubicBezTo>
                    <a:pt x="3889" y="3098"/>
                    <a:pt x="3869" y="3102"/>
                    <a:pt x="3844" y="3113"/>
                  </a:cubicBezTo>
                  <a:cubicBezTo>
                    <a:pt x="3826" y="3099"/>
                    <a:pt x="3801" y="3088"/>
                    <a:pt x="3793" y="3070"/>
                  </a:cubicBezTo>
                  <a:cubicBezTo>
                    <a:pt x="3779" y="3039"/>
                    <a:pt x="3770" y="3003"/>
                    <a:pt x="3770" y="2968"/>
                  </a:cubicBezTo>
                  <a:cubicBezTo>
                    <a:pt x="3769" y="2912"/>
                    <a:pt x="3816" y="2869"/>
                    <a:pt x="3896" y="2876"/>
                  </a:cubicBezTo>
                  <a:moveTo>
                    <a:pt x="4156" y="2683"/>
                  </a:moveTo>
                  <a:cubicBezTo>
                    <a:pt x="4146" y="2703"/>
                    <a:pt x="4132" y="2743"/>
                    <a:pt x="4108" y="2776"/>
                  </a:cubicBezTo>
                  <a:cubicBezTo>
                    <a:pt x="4081" y="2811"/>
                    <a:pt x="4002" y="2789"/>
                    <a:pt x="3987" y="2745"/>
                  </a:cubicBezTo>
                  <a:cubicBezTo>
                    <a:pt x="3964" y="2679"/>
                    <a:pt x="4009" y="2597"/>
                    <a:pt x="4077" y="2581"/>
                  </a:cubicBezTo>
                  <a:cubicBezTo>
                    <a:pt x="4120" y="2571"/>
                    <a:pt x="4156" y="2608"/>
                    <a:pt x="4156" y="2683"/>
                  </a:cubicBezTo>
                  <a:moveTo>
                    <a:pt x="3973" y="2393"/>
                  </a:moveTo>
                  <a:cubicBezTo>
                    <a:pt x="3987" y="2369"/>
                    <a:pt x="4016" y="2356"/>
                    <a:pt x="4041" y="2368"/>
                  </a:cubicBezTo>
                  <a:cubicBezTo>
                    <a:pt x="4057" y="2375"/>
                    <a:pt x="4071" y="2398"/>
                    <a:pt x="4077" y="2417"/>
                  </a:cubicBezTo>
                  <a:cubicBezTo>
                    <a:pt x="4100" y="2484"/>
                    <a:pt x="4049" y="2550"/>
                    <a:pt x="3977" y="2549"/>
                  </a:cubicBezTo>
                  <a:cubicBezTo>
                    <a:pt x="3938" y="2548"/>
                    <a:pt x="3929" y="2538"/>
                    <a:pt x="3933" y="2500"/>
                  </a:cubicBezTo>
                  <a:cubicBezTo>
                    <a:pt x="3930" y="2498"/>
                    <a:pt x="3927" y="2497"/>
                    <a:pt x="3924" y="2496"/>
                  </a:cubicBezTo>
                  <a:cubicBezTo>
                    <a:pt x="3940" y="2461"/>
                    <a:pt x="3954" y="2425"/>
                    <a:pt x="3973" y="2393"/>
                  </a:cubicBezTo>
                  <a:moveTo>
                    <a:pt x="3727" y="2337"/>
                  </a:moveTo>
                  <a:cubicBezTo>
                    <a:pt x="3706" y="2306"/>
                    <a:pt x="3726" y="2236"/>
                    <a:pt x="3757" y="2214"/>
                  </a:cubicBezTo>
                  <a:cubicBezTo>
                    <a:pt x="3763" y="2210"/>
                    <a:pt x="3772" y="2209"/>
                    <a:pt x="3778" y="2211"/>
                  </a:cubicBezTo>
                  <a:cubicBezTo>
                    <a:pt x="3794" y="2216"/>
                    <a:pt x="3813" y="2221"/>
                    <a:pt x="3825" y="2232"/>
                  </a:cubicBezTo>
                  <a:cubicBezTo>
                    <a:pt x="3867" y="2272"/>
                    <a:pt x="3890" y="2322"/>
                    <a:pt x="3901" y="2374"/>
                  </a:cubicBezTo>
                  <a:cubicBezTo>
                    <a:pt x="3900" y="2431"/>
                    <a:pt x="3879" y="2440"/>
                    <a:pt x="3828" y="2429"/>
                  </a:cubicBezTo>
                  <a:cubicBezTo>
                    <a:pt x="3773" y="2418"/>
                    <a:pt x="3752" y="2375"/>
                    <a:pt x="3727" y="2337"/>
                  </a:cubicBezTo>
                  <a:moveTo>
                    <a:pt x="3706" y="2542"/>
                  </a:moveTo>
                  <a:cubicBezTo>
                    <a:pt x="3718" y="2515"/>
                    <a:pt x="3733" y="2489"/>
                    <a:pt x="3750" y="2464"/>
                  </a:cubicBezTo>
                  <a:cubicBezTo>
                    <a:pt x="3754" y="2459"/>
                    <a:pt x="3770" y="2458"/>
                    <a:pt x="3778" y="2461"/>
                  </a:cubicBezTo>
                  <a:cubicBezTo>
                    <a:pt x="3802" y="2469"/>
                    <a:pt x="3825" y="2480"/>
                    <a:pt x="3849" y="2491"/>
                  </a:cubicBezTo>
                  <a:cubicBezTo>
                    <a:pt x="3852" y="2493"/>
                    <a:pt x="3857" y="2497"/>
                    <a:pt x="3857" y="2500"/>
                  </a:cubicBezTo>
                  <a:cubicBezTo>
                    <a:pt x="3864" y="2557"/>
                    <a:pt x="3888" y="2614"/>
                    <a:pt x="3854" y="2670"/>
                  </a:cubicBezTo>
                  <a:cubicBezTo>
                    <a:pt x="3844" y="2688"/>
                    <a:pt x="3828" y="2703"/>
                    <a:pt x="3810" y="2724"/>
                  </a:cubicBezTo>
                  <a:cubicBezTo>
                    <a:pt x="3787" y="2659"/>
                    <a:pt x="3767" y="2604"/>
                    <a:pt x="3713" y="2570"/>
                  </a:cubicBezTo>
                  <a:cubicBezTo>
                    <a:pt x="3707" y="2566"/>
                    <a:pt x="3703" y="2549"/>
                    <a:pt x="3706" y="2542"/>
                  </a:cubicBezTo>
                  <a:moveTo>
                    <a:pt x="3629" y="2751"/>
                  </a:moveTo>
                  <a:cubicBezTo>
                    <a:pt x="3634" y="2712"/>
                    <a:pt x="3647" y="2673"/>
                    <a:pt x="3663" y="2637"/>
                  </a:cubicBezTo>
                  <a:cubicBezTo>
                    <a:pt x="3678" y="2605"/>
                    <a:pt x="3710" y="2605"/>
                    <a:pt x="3729" y="2635"/>
                  </a:cubicBezTo>
                  <a:cubicBezTo>
                    <a:pt x="3745" y="2661"/>
                    <a:pt x="3755" y="2689"/>
                    <a:pt x="3767" y="2716"/>
                  </a:cubicBezTo>
                  <a:cubicBezTo>
                    <a:pt x="3760" y="2755"/>
                    <a:pt x="3759" y="2791"/>
                    <a:pt x="3718" y="2808"/>
                  </a:cubicBezTo>
                  <a:cubicBezTo>
                    <a:pt x="3673" y="2828"/>
                    <a:pt x="3623" y="2799"/>
                    <a:pt x="3629" y="2750"/>
                  </a:cubicBezTo>
                  <a:lnTo>
                    <a:pt x="3629" y="2751"/>
                  </a:lnTo>
                  <a:moveTo>
                    <a:pt x="3548" y="3075"/>
                  </a:moveTo>
                  <a:cubicBezTo>
                    <a:pt x="3520" y="3050"/>
                    <a:pt x="3508" y="3002"/>
                    <a:pt x="3520" y="2971"/>
                  </a:cubicBezTo>
                  <a:cubicBezTo>
                    <a:pt x="3535" y="2933"/>
                    <a:pt x="3583" y="2895"/>
                    <a:pt x="3617" y="2895"/>
                  </a:cubicBezTo>
                  <a:cubicBezTo>
                    <a:pt x="3659" y="2894"/>
                    <a:pt x="3692" y="2934"/>
                    <a:pt x="3687" y="2975"/>
                  </a:cubicBezTo>
                  <a:cubicBezTo>
                    <a:pt x="3682" y="3019"/>
                    <a:pt x="3662" y="3053"/>
                    <a:pt x="3627" y="3079"/>
                  </a:cubicBezTo>
                  <a:cubicBezTo>
                    <a:pt x="3600" y="3100"/>
                    <a:pt x="3574" y="3098"/>
                    <a:pt x="3548" y="3075"/>
                  </a:cubicBezTo>
                  <a:moveTo>
                    <a:pt x="3553" y="3232"/>
                  </a:moveTo>
                  <a:cubicBezTo>
                    <a:pt x="3559" y="3224"/>
                    <a:pt x="3566" y="3217"/>
                    <a:pt x="3570" y="3209"/>
                  </a:cubicBezTo>
                  <a:cubicBezTo>
                    <a:pt x="3584" y="3183"/>
                    <a:pt x="3602" y="3166"/>
                    <a:pt x="3635" y="3170"/>
                  </a:cubicBezTo>
                  <a:cubicBezTo>
                    <a:pt x="3676" y="3176"/>
                    <a:pt x="3706" y="3197"/>
                    <a:pt x="3721" y="3236"/>
                  </a:cubicBezTo>
                  <a:cubicBezTo>
                    <a:pt x="3732" y="3265"/>
                    <a:pt x="3722" y="3293"/>
                    <a:pt x="3699" y="3312"/>
                  </a:cubicBezTo>
                  <a:cubicBezTo>
                    <a:pt x="3675" y="3332"/>
                    <a:pt x="3648" y="3351"/>
                    <a:pt x="3620" y="3363"/>
                  </a:cubicBezTo>
                  <a:cubicBezTo>
                    <a:pt x="3566" y="3387"/>
                    <a:pt x="3522" y="3355"/>
                    <a:pt x="3514" y="3290"/>
                  </a:cubicBezTo>
                  <a:cubicBezTo>
                    <a:pt x="3527" y="3271"/>
                    <a:pt x="3540" y="3251"/>
                    <a:pt x="3553" y="3232"/>
                  </a:cubicBezTo>
                  <a:moveTo>
                    <a:pt x="3433" y="3439"/>
                  </a:moveTo>
                  <a:cubicBezTo>
                    <a:pt x="3452" y="3419"/>
                    <a:pt x="3467" y="3391"/>
                    <a:pt x="3504" y="3394"/>
                  </a:cubicBezTo>
                  <a:cubicBezTo>
                    <a:pt x="3517" y="3400"/>
                    <a:pt x="3533" y="3403"/>
                    <a:pt x="3543" y="3412"/>
                  </a:cubicBezTo>
                  <a:cubicBezTo>
                    <a:pt x="3587" y="3450"/>
                    <a:pt x="3587" y="3536"/>
                    <a:pt x="3540" y="3571"/>
                  </a:cubicBezTo>
                  <a:cubicBezTo>
                    <a:pt x="3519" y="3588"/>
                    <a:pt x="3491" y="3599"/>
                    <a:pt x="3465" y="3608"/>
                  </a:cubicBezTo>
                  <a:cubicBezTo>
                    <a:pt x="3428" y="3620"/>
                    <a:pt x="3408" y="3606"/>
                    <a:pt x="3399" y="3568"/>
                  </a:cubicBezTo>
                  <a:cubicBezTo>
                    <a:pt x="3386" y="3518"/>
                    <a:pt x="3396" y="3475"/>
                    <a:pt x="3433" y="3439"/>
                  </a:cubicBezTo>
                  <a:moveTo>
                    <a:pt x="3425" y="2624"/>
                  </a:moveTo>
                  <a:cubicBezTo>
                    <a:pt x="3453" y="2597"/>
                    <a:pt x="3517" y="2614"/>
                    <a:pt x="3531" y="2651"/>
                  </a:cubicBezTo>
                  <a:cubicBezTo>
                    <a:pt x="3537" y="2668"/>
                    <a:pt x="3540" y="2686"/>
                    <a:pt x="3542" y="2696"/>
                  </a:cubicBezTo>
                  <a:cubicBezTo>
                    <a:pt x="3540" y="2758"/>
                    <a:pt x="3519" y="2806"/>
                    <a:pt x="3482" y="2842"/>
                  </a:cubicBezTo>
                  <a:cubicBezTo>
                    <a:pt x="3464" y="2859"/>
                    <a:pt x="3435" y="2874"/>
                    <a:pt x="3412" y="2873"/>
                  </a:cubicBezTo>
                  <a:cubicBezTo>
                    <a:pt x="3380" y="2872"/>
                    <a:pt x="3366" y="2839"/>
                    <a:pt x="3364" y="2811"/>
                  </a:cubicBezTo>
                  <a:cubicBezTo>
                    <a:pt x="3360" y="2742"/>
                    <a:pt x="3371" y="2674"/>
                    <a:pt x="3425" y="2624"/>
                  </a:cubicBezTo>
                  <a:moveTo>
                    <a:pt x="3637" y="1306"/>
                  </a:moveTo>
                  <a:cubicBezTo>
                    <a:pt x="3644" y="1274"/>
                    <a:pt x="3648" y="1242"/>
                    <a:pt x="3658" y="1211"/>
                  </a:cubicBezTo>
                  <a:cubicBezTo>
                    <a:pt x="3663" y="1196"/>
                    <a:pt x="3679" y="1178"/>
                    <a:pt x="3693" y="1176"/>
                  </a:cubicBezTo>
                  <a:cubicBezTo>
                    <a:pt x="3708" y="1173"/>
                    <a:pt x="3732" y="1182"/>
                    <a:pt x="3741" y="1194"/>
                  </a:cubicBezTo>
                  <a:cubicBezTo>
                    <a:pt x="3776" y="1239"/>
                    <a:pt x="3782" y="1292"/>
                    <a:pt x="3767" y="1346"/>
                  </a:cubicBezTo>
                  <a:cubicBezTo>
                    <a:pt x="3759" y="1375"/>
                    <a:pt x="3727" y="1388"/>
                    <a:pt x="3695" y="1378"/>
                  </a:cubicBezTo>
                  <a:cubicBezTo>
                    <a:pt x="3659" y="1367"/>
                    <a:pt x="3633" y="1351"/>
                    <a:pt x="3637" y="1306"/>
                  </a:cubicBezTo>
                  <a:moveTo>
                    <a:pt x="3426" y="1591"/>
                  </a:moveTo>
                  <a:cubicBezTo>
                    <a:pt x="3422" y="1610"/>
                    <a:pt x="3420" y="1629"/>
                    <a:pt x="3413" y="1648"/>
                  </a:cubicBezTo>
                  <a:cubicBezTo>
                    <a:pt x="3404" y="1676"/>
                    <a:pt x="3385" y="1697"/>
                    <a:pt x="3353" y="1699"/>
                  </a:cubicBezTo>
                  <a:cubicBezTo>
                    <a:pt x="3322" y="1700"/>
                    <a:pt x="3289" y="1675"/>
                    <a:pt x="3279" y="1645"/>
                  </a:cubicBezTo>
                  <a:cubicBezTo>
                    <a:pt x="3261" y="1591"/>
                    <a:pt x="3280" y="1539"/>
                    <a:pt x="3325" y="1517"/>
                  </a:cubicBezTo>
                  <a:cubicBezTo>
                    <a:pt x="3381" y="1490"/>
                    <a:pt x="3425" y="1522"/>
                    <a:pt x="3426" y="1591"/>
                  </a:cubicBezTo>
                  <a:moveTo>
                    <a:pt x="3543" y="1328"/>
                  </a:moveTo>
                  <a:cubicBezTo>
                    <a:pt x="3525" y="1367"/>
                    <a:pt x="3497" y="1374"/>
                    <a:pt x="3465" y="1346"/>
                  </a:cubicBezTo>
                  <a:cubicBezTo>
                    <a:pt x="3447" y="1330"/>
                    <a:pt x="3427" y="1304"/>
                    <a:pt x="3428" y="1282"/>
                  </a:cubicBezTo>
                  <a:cubicBezTo>
                    <a:pt x="3429" y="1236"/>
                    <a:pt x="3442" y="1189"/>
                    <a:pt x="3453" y="1143"/>
                  </a:cubicBezTo>
                  <a:cubicBezTo>
                    <a:pt x="3461" y="1110"/>
                    <a:pt x="3489" y="1096"/>
                    <a:pt x="3520" y="1095"/>
                  </a:cubicBezTo>
                  <a:cubicBezTo>
                    <a:pt x="3549" y="1094"/>
                    <a:pt x="3566" y="1118"/>
                    <a:pt x="3574" y="1159"/>
                  </a:cubicBezTo>
                  <a:cubicBezTo>
                    <a:pt x="3576" y="1174"/>
                    <a:pt x="3577" y="1189"/>
                    <a:pt x="3578" y="1204"/>
                  </a:cubicBezTo>
                  <a:cubicBezTo>
                    <a:pt x="3580" y="1205"/>
                    <a:pt x="3583" y="1206"/>
                    <a:pt x="3585" y="1207"/>
                  </a:cubicBezTo>
                  <a:cubicBezTo>
                    <a:pt x="3571" y="1247"/>
                    <a:pt x="3561" y="1289"/>
                    <a:pt x="3543" y="1328"/>
                  </a:cubicBezTo>
                  <a:moveTo>
                    <a:pt x="3581" y="824"/>
                  </a:moveTo>
                  <a:cubicBezTo>
                    <a:pt x="3597" y="809"/>
                    <a:pt x="3633" y="800"/>
                    <a:pt x="3651" y="808"/>
                  </a:cubicBezTo>
                  <a:cubicBezTo>
                    <a:pt x="3670" y="816"/>
                    <a:pt x="3678" y="848"/>
                    <a:pt x="3691" y="869"/>
                  </a:cubicBezTo>
                  <a:cubicBezTo>
                    <a:pt x="3680" y="928"/>
                    <a:pt x="3670" y="981"/>
                    <a:pt x="3625" y="1020"/>
                  </a:cubicBezTo>
                  <a:cubicBezTo>
                    <a:pt x="3604" y="1037"/>
                    <a:pt x="3580" y="1060"/>
                    <a:pt x="3550" y="1047"/>
                  </a:cubicBezTo>
                  <a:cubicBezTo>
                    <a:pt x="3517" y="1033"/>
                    <a:pt x="3509" y="1001"/>
                    <a:pt x="3509" y="968"/>
                  </a:cubicBezTo>
                  <a:cubicBezTo>
                    <a:pt x="3509" y="908"/>
                    <a:pt x="3540" y="861"/>
                    <a:pt x="3581" y="824"/>
                  </a:cubicBezTo>
                  <a:moveTo>
                    <a:pt x="3464" y="984"/>
                  </a:moveTo>
                  <a:cubicBezTo>
                    <a:pt x="3472" y="1007"/>
                    <a:pt x="3478" y="1026"/>
                    <a:pt x="3484" y="1045"/>
                  </a:cubicBezTo>
                  <a:cubicBezTo>
                    <a:pt x="3435" y="1073"/>
                    <a:pt x="3410" y="1121"/>
                    <a:pt x="3401" y="1171"/>
                  </a:cubicBezTo>
                  <a:cubicBezTo>
                    <a:pt x="3391" y="1224"/>
                    <a:pt x="3394" y="1279"/>
                    <a:pt x="3392" y="1333"/>
                  </a:cubicBezTo>
                  <a:cubicBezTo>
                    <a:pt x="3362" y="1297"/>
                    <a:pt x="3333" y="1261"/>
                    <a:pt x="3303" y="1224"/>
                  </a:cubicBezTo>
                  <a:cubicBezTo>
                    <a:pt x="3299" y="1219"/>
                    <a:pt x="3296" y="1213"/>
                    <a:pt x="3295" y="1207"/>
                  </a:cubicBezTo>
                  <a:cubicBezTo>
                    <a:pt x="3287" y="1161"/>
                    <a:pt x="3278" y="1114"/>
                    <a:pt x="3271" y="1067"/>
                  </a:cubicBezTo>
                  <a:cubicBezTo>
                    <a:pt x="3269" y="1054"/>
                    <a:pt x="3271" y="1040"/>
                    <a:pt x="3271" y="1030"/>
                  </a:cubicBezTo>
                  <a:cubicBezTo>
                    <a:pt x="3309" y="1038"/>
                    <a:pt x="3345" y="1051"/>
                    <a:pt x="3381" y="1053"/>
                  </a:cubicBezTo>
                  <a:cubicBezTo>
                    <a:pt x="3422" y="1055"/>
                    <a:pt x="3446" y="1024"/>
                    <a:pt x="3464" y="984"/>
                  </a:cubicBezTo>
                  <a:moveTo>
                    <a:pt x="3572" y="661"/>
                  </a:moveTo>
                  <a:cubicBezTo>
                    <a:pt x="3553" y="691"/>
                    <a:pt x="3526" y="717"/>
                    <a:pt x="3499" y="741"/>
                  </a:cubicBezTo>
                  <a:cubicBezTo>
                    <a:pt x="3480" y="757"/>
                    <a:pt x="3455" y="762"/>
                    <a:pt x="3434" y="740"/>
                  </a:cubicBezTo>
                  <a:cubicBezTo>
                    <a:pt x="3414" y="719"/>
                    <a:pt x="3406" y="676"/>
                    <a:pt x="3423" y="656"/>
                  </a:cubicBezTo>
                  <a:cubicBezTo>
                    <a:pt x="3450" y="622"/>
                    <a:pt x="3485" y="600"/>
                    <a:pt x="3525" y="596"/>
                  </a:cubicBezTo>
                  <a:cubicBezTo>
                    <a:pt x="3570" y="597"/>
                    <a:pt x="3593" y="628"/>
                    <a:pt x="3572" y="661"/>
                  </a:cubicBezTo>
                  <a:moveTo>
                    <a:pt x="3431" y="435"/>
                  </a:moveTo>
                  <a:cubicBezTo>
                    <a:pt x="3441" y="403"/>
                    <a:pt x="3459" y="371"/>
                    <a:pt x="3481" y="346"/>
                  </a:cubicBezTo>
                  <a:cubicBezTo>
                    <a:pt x="3492" y="334"/>
                    <a:pt x="3522" y="334"/>
                    <a:pt x="3543" y="336"/>
                  </a:cubicBezTo>
                  <a:cubicBezTo>
                    <a:pt x="3552" y="337"/>
                    <a:pt x="3560" y="355"/>
                    <a:pt x="3565" y="360"/>
                  </a:cubicBezTo>
                  <a:cubicBezTo>
                    <a:pt x="3560" y="432"/>
                    <a:pt x="3520" y="469"/>
                    <a:pt x="3474" y="501"/>
                  </a:cubicBezTo>
                  <a:cubicBezTo>
                    <a:pt x="3468" y="505"/>
                    <a:pt x="3449" y="500"/>
                    <a:pt x="3447" y="494"/>
                  </a:cubicBezTo>
                  <a:cubicBezTo>
                    <a:pt x="3439" y="475"/>
                    <a:pt x="3426" y="451"/>
                    <a:pt x="3431" y="435"/>
                  </a:cubicBezTo>
                  <a:moveTo>
                    <a:pt x="3447" y="549"/>
                  </a:moveTo>
                  <a:cubicBezTo>
                    <a:pt x="3387" y="618"/>
                    <a:pt x="3364" y="622"/>
                    <a:pt x="3380" y="743"/>
                  </a:cubicBezTo>
                  <a:cubicBezTo>
                    <a:pt x="3354" y="739"/>
                    <a:pt x="3326" y="735"/>
                    <a:pt x="3298" y="731"/>
                  </a:cubicBezTo>
                  <a:cubicBezTo>
                    <a:pt x="3318" y="647"/>
                    <a:pt x="3310" y="567"/>
                    <a:pt x="3248" y="504"/>
                  </a:cubicBezTo>
                  <a:cubicBezTo>
                    <a:pt x="3292" y="482"/>
                    <a:pt x="3338" y="458"/>
                    <a:pt x="3385" y="434"/>
                  </a:cubicBezTo>
                  <a:cubicBezTo>
                    <a:pt x="3387" y="477"/>
                    <a:pt x="3399" y="523"/>
                    <a:pt x="3447" y="549"/>
                  </a:cubicBezTo>
                  <a:moveTo>
                    <a:pt x="3327" y="164"/>
                  </a:moveTo>
                  <a:cubicBezTo>
                    <a:pt x="3331" y="121"/>
                    <a:pt x="3355" y="77"/>
                    <a:pt x="3408" y="51"/>
                  </a:cubicBezTo>
                  <a:cubicBezTo>
                    <a:pt x="3433" y="39"/>
                    <a:pt x="3486" y="71"/>
                    <a:pt x="3495" y="105"/>
                  </a:cubicBezTo>
                  <a:cubicBezTo>
                    <a:pt x="3501" y="132"/>
                    <a:pt x="3500" y="158"/>
                    <a:pt x="3476" y="176"/>
                  </a:cubicBezTo>
                  <a:cubicBezTo>
                    <a:pt x="3450" y="194"/>
                    <a:pt x="3425" y="214"/>
                    <a:pt x="3397" y="225"/>
                  </a:cubicBezTo>
                  <a:cubicBezTo>
                    <a:pt x="3359" y="241"/>
                    <a:pt x="3325" y="215"/>
                    <a:pt x="3327" y="164"/>
                  </a:cubicBezTo>
                  <a:moveTo>
                    <a:pt x="3281" y="275"/>
                  </a:moveTo>
                  <a:cubicBezTo>
                    <a:pt x="3294" y="264"/>
                    <a:pt x="3327" y="264"/>
                    <a:pt x="3344" y="272"/>
                  </a:cubicBezTo>
                  <a:cubicBezTo>
                    <a:pt x="3361" y="280"/>
                    <a:pt x="3369" y="305"/>
                    <a:pt x="3381" y="323"/>
                  </a:cubicBezTo>
                  <a:cubicBezTo>
                    <a:pt x="3374" y="389"/>
                    <a:pt x="3297" y="460"/>
                    <a:pt x="3235" y="452"/>
                  </a:cubicBezTo>
                  <a:cubicBezTo>
                    <a:pt x="3225" y="451"/>
                    <a:pt x="3210" y="437"/>
                    <a:pt x="3209" y="427"/>
                  </a:cubicBezTo>
                  <a:cubicBezTo>
                    <a:pt x="3204" y="364"/>
                    <a:pt x="3236" y="314"/>
                    <a:pt x="3281" y="275"/>
                  </a:cubicBezTo>
                  <a:moveTo>
                    <a:pt x="3199" y="725"/>
                  </a:moveTo>
                  <a:cubicBezTo>
                    <a:pt x="3171" y="700"/>
                    <a:pt x="3154" y="669"/>
                    <a:pt x="3149" y="622"/>
                  </a:cubicBezTo>
                  <a:cubicBezTo>
                    <a:pt x="3156" y="605"/>
                    <a:pt x="3164" y="579"/>
                    <a:pt x="3177" y="556"/>
                  </a:cubicBezTo>
                  <a:cubicBezTo>
                    <a:pt x="3191" y="532"/>
                    <a:pt x="3220" y="531"/>
                    <a:pt x="3233" y="554"/>
                  </a:cubicBezTo>
                  <a:cubicBezTo>
                    <a:pt x="3262" y="602"/>
                    <a:pt x="3277" y="654"/>
                    <a:pt x="3256" y="709"/>
                  </a:cubicBezTo>
                  <a:cubicBezTo>
                    <a:pt x="3246" y="738"/>
                    <a:pt x="3222" y="744"/>
                    <a:pt x="3199" y="725"/>
                  </a:cubicBezTo>
                  <a:moveTo>
                    <a:pt x="3280" y="808"/>
                  </a:moveTo>
                  <a:cubicBezTo>
                    <a:pt x="3315" y="769"/>
                    <a:pt x="3359" y="767"/>
                    <a:pt x="3389" y="810"/>
                  </a:cubicBezTo>
                  <a:cubicBezTo>
                    <a:pt x="3411" y="842"/>
                    <a:pt x="3422" y="882"/>
                    <a:pt x="3438" y="918"/>
                  </a:cubicBezTo>
                  <a:cubicBezTo>
                    <a:pt x="3436" y="919"/>
                    <a:pt x="3433" y="920"/>
                    <a:pt x="3430" y="921"/>
                  </a:cubicBezTo>
                  <a:cubicBezTo>
                    <a:pt x="3430" y="923"/>
                    <a:pt x="3430" y="925"/>
                    <a:pt x="3430" y="927"/>
                  </a:cubicBezTo>
                  <a:cubicBezTo>
                    <a:pt x="3423" y="960"/>
                    <a:pt x="3424" y="998"/>
                    <a:pt x="3383" y="1010"/>
                  </a:cubicBezTo>
                  <a:cubicBezTo>
                    <a:pt x="3345" y="1020"/>
                    <a:pt x="3314" y="1000"/>
                    <a:pt x="3288" y="973"/>
                  </a:cubicBezTo>
                  <a:cubicBezTo>
                    <a:pt x="3237" y="919"/>
                    <a:pt x="3234" y="859"/>
                    <a:pt x="3280" y="808"/>
                  </a:cubicBezTo>
                  <a:moveTo>
                    <a:pt x="3204" y="1415"/>
                  </a:moveTo>
                  <a:cubicBezTo>
                    <a:pt x="3177" y="1373"/>
                    <a:pt x="3177" y="1326"/>
                    <a:pt x="3204" y="1285"/>
                  </a:cubicBezTo>
                  <a:cubicBezTo>
                    <a:pt x="3222" y="1258"/>
                    <a:pt x="3251" y="1250"/>
                    <a:pt x="3278" y="1264"/>
                  </a:cubicBezTo>
                  <a:cubicBezTo>
                    <a:pt x="3310" y="1280"/>
                    <a:pt x="3353" y="1347"/>
                    <a:pt x="3354" y="1380"/>
                  </a:cubicBezTo>
                  <a:cubicBezTo>
                    <a:pt x="3354" y="1414"/>
                    <a:pt x="3336" y="1434"/>
                    <a:pt x="3294" y="1447"/>
                  </a:cubicBezTo>
                  <a:cubicBezTo>
                    <a:pt x="3258" y="1458"/>
                    <a:pt x="3224" y="1446"/>
                    <a:pt x="3204" y="1415"/>
                  </a:cubicBezTo>
                  <a:moveTo>
                    <a:pt x="3214" y="1850"/>
                  </a:moveTo>
                  <a:cubicBezTo>
                    <a:pt x="3221" y="1838"/>
                    <a:pt x="3237" y="1832"/>
                    <a:pt x="3249" y="1823"/>
                  </a:cubicBezTo>
                  <a:cubicBezTo>
                    <a:pt x="3258" y="1816"/>
                    <a:pt x="3267" y="1809"/>
                    <a:pt x="3276" y="1801"/>
                  </a:cubicBezTo>
                  <a:cubicBezTo>
                    <a:pt x="3330" y="1818"/>
                    <a:pt x="3345" y="1861"/>
                    <a:pt x="3348" y="1912"/>
                  </a:cubicBezTo>
                  <a:cubicBezTo>
                    <a:pt x="3350" y="1967"/>
                    <a:pt x="3319" y="2004"/>
                    <a:pt x="3274" y="2029"/>
                  </a:cubicBezTo>
                  <a:cubicBezTo>
                    <a:pt x="3264" y="2034"/>
                    <a:pt x="3240" y="2025"/>
                    <a:pt x="3230" y="2015"/>
                  </a:cubicBezTo>
                  <a:cubicBezTo>
                    <a:pt x="3195" y="1978"/>
                    <a:pt x="3187" y="1895"/>
                    <a:pt x="3214" y="1850"/>
                  </a:cubicBezTo>
                  <a:moveTo>
                    <a:pt x="2479" y="2621"/>
                  </a:moveTo>
                  <a:cubicBezTo>
                    <a:pt x="2462" y="2641"/>
                    <a:pt x="2439" y="2657"/>
                    <a:pt x="2416" y="2672"/>
                  </a:cubicBezTo>
                  <a:cubicBezTo>
                    <a:pt x="2391" y="2687"/>
                    <a:pt x="2367" y="2677"/>
                    <a:pt x="2350" y="2656"/>
                  </a:cubicBezTo>
                  <a:cubicBezTo>
                    <a:pt x="2296" y="2593"/>
                    <a:pt x="2316" y="2477"/>
                    <a:pt x="2388" y="2434"/>
                  </a:cubicBezTo>
                  <a:cubicBezTo>
                    <a:pt x="2400" y="2440"/>
                    <a:pt x="2410" y="2447"/>
                    <a:pt x="2422" y="2450"/>
                  </a:cubicBezTo>
                  <a:cubicBezTo>
                    <a:pt x="2502" y="2472"/>
                    <a:pt x="2531" y="2558"/>
                    <a:pt x="2479" y="2621"/>
                  </a:cubicBezTo>
                  <a:moveTo>
                    <a:pt x="2610" y="2473"/>
                  </a:moveTo>
                  <a:cubicBezTo>
                    <a:pt x="2572" y="2472"/>
                    <a:pt x="2529" y="2431"/>
                    <a:pt x="2529" y="2397"/>
                  </a:cubicBezTo>
                  <a:cubicBezTo>
                    <a:pt x="2529" y="2352"/>
                    <a:pt x="2572" y="2314"/>
                    <a:pt x="2624" y="2314"/>
                  </a:cubicBezTo>
                  <a:cubicBezTo>
                    <a:pt x="2658" y="2314"/>
                    <a:pt x="2690" y="2360"/>
                    <a:pt x="2689" y="2408"/>
                  </a:cubicBezTo>
                  <a:cubicBezTo>
                    <a:pt x="2689" y="2446"/>
                    <a:pt x="2654" y="2474"/>
                    <a:pt x="2610" y="2473"/>
                  </a:cubicBezTo>
                  <a:moveTo>
                    <a:pt x="2749" y="2760"/>
                  </a:moveTo>
                  <a:cubicBezTo>
                    <a:pt x="2723" y="2795"/>
                    <a:pt x="2704" y="2799"/>
                    <a:pt x="2665" y="2780"/>
                  </a:cubicBezTo>
                  <a:cubicBezTo>
                    <a:pt x="2613" y="2756"/>
                    <a:pt x="2597" y="2714"/>
                    <a:pt x="2601" y="2655"/>
                  </a:cubicBezTo>
                  <a:cubicBezTo>
                    <a:pt x="2586" y="2602"/>
                    <a:pt x="2637" y="2581"/>
                    <a:pt x="2666" y="2548"/>
                  </a:cubicBezTo>
                  <a:cubicBezTo>
                    <a:pt x="2670" y="2543"/>
                    <a:pt x="2680" y="2542"/>
                    <a:pt x="2688" y="2542"/>
                  </a:cubicBezTo>
                  <a:cubicBezTo>
                    <a:pt x="2725" y="2543"/>
                    <a:pt x="2783" y="2593"/>
                    <a:pt x="2784" y="2631"/>
                  </a:cubicBezTo>
                  <a:cubicBezTo>
                    <a:pt x="2786" y="2677"/>
                    <a:pt x="2777" y="2722"/>
                    <a:pt x="2749" y="2760"/>
                  </a:cubicBezTo>
                  <a:moveTo>
                    <a:pt x="3011" y="3347"/>
                  </a:moveTo>
                  <a:cubicBezTo>
                    <a:pt x="2998" y="3377"/>
                    <a:pt x="2976" y="3406"/>
                    <a:pt x="2951" y="3425"/>
                  </a:cubicBezTo>
                  <a:cubicBezTo>
                    <a:pt x="2903" y="3463"/>
                    <a:pt x="2845" y="3438"/>
                    <a:pt x="2830" y="3377"/>
                  </a:cubicBezTo>
                  <a:cubicBezTo>
                    <a:pt x="2816" y="3320"/>
                    <a:pt x="2855" y="3275"/>
                    <a:pt x="2924" y="3269"/>
                  </a:cubicBezTo>
                  <a:cubicBezTo>
                    <a:pt x="2934" y="3268"/>
                    <a:pt x="2945" y="3269"/>
                    <a:pt x="2956" y="3269"/>
                  </a:cubicBezTo>
                  <a:cubicBezTo>
                    <a:pt x="3014" y="3269"/>
                    <a:pt x="3034" y="3293"/>
                    <a:pt x="3011" y="3347"/>
                  </a:cubicBezTo>
                  <a:moveTo>
                    <a:pt x="2233" y="4252"/>
                  </a:moveTo>
                  <a:cubicBezTo>
                    <a:pt x="2223" y="4261"/>
                    <a:pt x="2193" y="4258"/>
                    <a:pt x="2177" y="4249"/>
                  </a:cubicBezTo>
                  <a:cubicBezTo>
                    <a:pt x="2162" y="4242"/>
                    <a:pt x="2154" y="4220"/>
                    <a:pt x="2143" y="4206"/>
                  </a:cubicBezTo>
                  <a:cubicBezTo>
                    <a:pt x="2154" y="4173"/>
                    <a:pt x="2161" y="4147"/>
                    <a:pt x="2171" y="4122"/>
                  </a:cubicBezTo>
                  <a:cubicBezTo>
                    <a:pt x="2179" y="4104"/>
                    <a:pt x="2194" y="4097"/>
                    <a:pt x="2217" y="4102"/>
                  </a:cubicBezTo>
                  <a:cubicBezTo>
                    <a:pt x="2240" y="4107"/>
                    <a:pt x="2233" y="4122"/>
                    <a:pt x="2236" y="4136"/>
                  </a:cubicBezTo>
                  <a:cubicBezTo>
                    <a:pt x="2239" y="4155"/>
                    <a:pt x="2249" y="4174"/>
                    <a:pt x="2248" y="4193"/>
                  </a:cubicBezTo>
                  <a:cubicBezTo>
                    <a:pt x="2248" y="4213"/>
                    <a:pt x="2246" y="4240"/>
                    <a:pt x="2233" y="4252"/>
                  </a:cubicBezTo>
                  <a:moveTo>
                    <a:pt x="2607" y="4664"/>
                  </a:moveTo>
                  <a:cubicBezTo>
                    <a:pt x="2604" y="4690"/>
                    <a:pt x="2588" y="4714"/>
                    <a:pt x="2574" y="4737"/>
                  </a:cubicBezTo>
                  <a:cubicBezTo>
                    <a:pt x="2563" y="4755"/>
                    <a:pt x="2546" y="4769"/>
                    <a:pt x="2520" y="4759"/>
                  </a:cubicBezTo>
                  <a:cubicBezTo>
                    <a:pt x="2493" y="4748"/>
                    <a:pt x="2477" y="4731"/>
                    <a:pt x="2477" y="4701"/>
                  </a:cubicBezTo>
                  <a:cubicBezTo>
                    <a:pt x="2477" y="4695"/>
                    <a:pt x="2477" y="4690"/>
                    <a:pt x="2477" y="4685"/>
                  </a:cubicBezTo>
                  <a:cubicBezTo>
                    <a:pt x="2475" y="4683"/>
                    <a:pt x="2472" y="4682"/>
                    <a:pt x="2470" y="4681"/>
                  </a:cubicBezTo>
                  <a:cubicBezTo>
                    <a:pt x="2482" y="4654"/>
                    <a:pt x="2489" y="4618"/>
                    <a:pt x="2510" y="4601"/>
                  </a:cubicBezTo>
                  <a:cubicBezTo>
                    <a:pt x="2525" y="4589"/>
                    <a:pt x="2564" y="4595"/>
                    <a:pt x="2585" y="4606"/>
                  </a:cubicBezTo>
                  <a:cubicBezTo>
                    <a:pt x="2600" y="4614"/>
                    <a:pt x="2610" y="4645"/>
                    <a:pt x="2607" y="4664"/>
                  </a:cubicBezTo>
                  <a:moveTo>
                    <a:pt x="60" y="8748"/>
                  </a:moveTo>
                  <a:cubicBezTo>
                    <a:pt x="55" y="8687"/>
                    <a:pt x="48" y="8629"/>
                    <a:pt x="46" y="8571"/>
                  </a:cubicBezTo>
                  <a:cubicBezTo>
                    <a:pt x="44" y="8504"/>
                    <a:pt x="86" y="8466"/>
                    <a:pt x="144" y="8449"/>
                  </a:cubicBezTo>
                  <a:cubicBezTo>
                    <a:pt x="243" y="8419"/>
                    <a:pt x="344" y="8396"/>
                    <a:pt x="443" y="8369"/>
                  </a:cubicBezTo>
                  <a:cubicBezTo>
                    <a:pt x="485" y="8358"/>
                    <a:pt x="529" y="8349"/>
                    <a:pt x="567" y="8330"/>
                  </a:cubicBezTo>
                  <a:cubicBezTo>
                    <a:pt x="643" y="8290"/>
                    <a:pt x="724" y="8279"/>
                    <a:pt x="808" y="8271"/>
                  </a:cubicBezTo>
                  <a:cubicBezTo>
                    <a:pt x="862" y="8266"/>
                    <a:pt x="913" y="8279"/>
                    <a:pt x="965" y="8286"/>
                  </a:cubicBezTo>
                  <a:cubicBezTo>
                    <a:pt x="971" y="8287"/>
                    <a:pt x="976" y="8290"/>
                    <a:pt x="981" y="8292"/>
                  </a:cubicBezTo>
                  <a:cubicBezTo>
                    <a:pt x="1142" y="8370"/>
                    <a:pt x="1282" y="8477"/>
                    <a:pt x="1402" y="8609"/>
                  </a:cubicBezTo>
                  <a:cubicBezTo>
                    <a:pt x="1443" y="8655"/>
                    <a:pt x="1487" y="8699"/>
                    <a:pt x="1530" y="8744"/>
                  </a:cubicBezTo>
                  <a:cubicBezTo>
                    <a:pt x="1470" y="8720"/>
                    <a:pt x="1414" y="8691"/>
                    <a:pt x="1354" y="8674"/>
                  </a:cubicBezTo>
                  <a:cubicBezTo>
                    <a:pt x="1198" y="8631"/>
                    <a:pt x="1041" y="8593"/>
                    <a:pt x="884" y="8553"/>
                  </a:cubicBezTo>
                  <a:cubicBezTo>
                    <a:pt x="797" y="8530"/>
                    <a:pt x="711" y="8502"/>
                    <a:pt x="623" y="8484"/>
                  </a:cubicBezTo>
                  <a:cubicBezTo>
                    <a:pt x="513" y="8462"/>
                    <a:pt x="400" y="8456"/>
                    <a:pt x="290" y="8488"/>
                  </a:cubicBezTo>
                  <a:cubicBezTo>
                    <a:pt x="187" y="8518"/>
                    <a:pt x="105" y="8574"/>
                    <a:pt x="81" y="8689"/>
                  </a:cubicBezTo>
                  <a:cubicBezTo>
                    <a:pt x="78" y="8707"/>
                    <a:pt x="72" y="8725"/>
                    <a:pt x="67" y="8743"/>
                  </a:cubicBezTo>
                  <a:cubicBezTo>
                    <a:pt x="67" y="8743"/>
                    <a:pt x="65" y="8744"/>
                    <a:pt x="60" y="8748"/>
                  </a:cubicBezTo>
                  <a:moveTo>
                    <a:pt x="1672" y="8950"/>
                  </a:moveTo>
                  <a:cubicBezTo>
                    <a:pt x="1570" y="8956"/>
                    <a:pt x="1467" y="8956"/>
                    <a:pt x="1365" y="8964"/>
                  </a:cubicBezTo>
                  <a:cubicBezTo>
                    <a:pt x="1259" y="8973"/>
                    <a:pt x="1154" y="8988"/>
                    <a:pt x="1054" y="9030"/>
                  </a:cubicBezTo>
                  <a:cubicBezTo>
                    <a:pt x="1023" y="9043"/>
                    <a:pt x="993" y="9062"/>
                    <a:pt x="959" y="9081"/>
                  </a:cubicBezTo>
                  <a:cubicBezTo>
                    <a:pt x="949" y="9058"/>
                    <a:pt x="937" y="9034"/>
                    <a:pt x="929" y="9009"/>
                  </a:cubicBezTo>
                  <a:cubicBezTo>
                    <a:pt x="904" y="8926"/>
                    <a:pt x="858" y="8858"/>
                    <a:pt x="789" y="8806"/>
                  </a:cubicBezTo>
                  <a:cubicBezTo>
                    <a:pt x="760" y="8785"/>
                    <a:pt x="734" y="8759"/>
                    <a:pt x="706" y="8738"/>
                  </a:cubicBezTo>
                  <a:cubicBezTo>
                    <a:pt x="640" y="8689"/>
                    <a:pt x="565" y="8671"/>
                    <a:pt x="486" y="8672"/>
                  </a:cubicBezTo>
                  <a:cubicBezTo>
                    <a:pt x="436" y="8672"/>
                    <a:pt x="391" y="8663"/>
                    <a:pt x="349" y="8638"/>
                  </a:cubicBezTo>
                  <a:cubicBezTo>
                    <a:pt x="323" y="8623"/>
                    <a:pt x="296" y="8612"/>
                    <a:pt x="270" y="8598"/>
                  </a:cubicBezTo>
                  <a:cubicBezTo>
                    <a:pt x="248" y="8587"/>
                    <a:pt x="227" y="8589"/>
                    <a:pt x="217" y="8611"/>
                  </a:cubicBezTo>
                  <a:cubicBezTo>
                    <a:pt x="192" y="8662"/>
                    <a:pt x="170" y="8715"/>
                    <a:pt x="148" y="8768"/>
                  </a:cubicBezTo>
                  <a:cubicBezTo>
                    <a:pt x="129" y="8813"/>
                    <a:pt x="111" y="8859"/>
                    <a:pt x="88" y="8903"/>
                  </a:cubicBezTo>
                  <a:cubicBezTo>
                    <a:pt x="73" y="8875"/>
                    <a:pt x="69" y="8851"/>
                    <a:pt x="83" y="8821"/>
                  </a:cubicBezTo>
                  <a:cubicBezTo>
                    <a:pt x="103" y="8777"/>
                    <a:pt x="112" y="8728"/>
                    <a:pt x="127" y="8682"/>
                  </a:cubicBezTo>
                  <a:cubicBezTo>
                    <a:pt x="135" y="8659"/>
                    <a:pt x="146" y="8638"/>
                    <a:pt x="156" y="8617"/>
                  </a:cubicBezTo>
                  <a:cubicBezTo>
                    <a:pt x="189" y="8549"/>
                    <a:pt x="256" y="8541"/>
                    <a:pt x="317" y="8527"/>
                  </a:cubicBezTo>
                  <a:cubicBezTo>
                    <a:pt x="449" y="8497"/>
                    <a:pt x="578" y="8513"/>
                    <a:pt x="706" y="8547"/>
                  </a:cubicBezTo>
                  <a:cubicBezTo>
                    <a:pt x="840" y="8583"/>
                    <a:pt x="974" y="8620"/>
                    <a:pt x="1109" y="8655"/>
                  </a:cubicBezTo>
                  <a:cubicBezTo>
                    <a:pt x="1187" y="8676"/>
                    <a:pt x="1267" y="8692"/>
                    <a:pt x="1345" y="8717"/>
                  </a:cubicBezTo>
                  <a:cubicBezTo>
                    <a:pt x="1400" y="8735"/>
                    <a:pt x="1453" y="8762"/>
                    <a:pt x="1504" y="8790"/>
                  </a:cubicBezTo>
                  <a:cubicBezTo>
                    <a:pt x="1560" y="8820"/>
                    <a:pt x="1614" y="8856"/>
                    <a:pt x="1670" y="8887"/>
                  </a:cubicBezTo>
                  <a:cubicBezTo>
                    <a:pt x="1698" y="8903"/>
                    <a:pt x="1729" y="8914"/>
                    <a:pt x="1758" y="8927"/>
                  </a:cubicBezTo>
                  <a:cubicBezTo>
                    <a:pt x="1759" y="8929"/>
                    <a:pt x="1759" y="8931"/>
                    <a:pt x="1760" y="8934"/>
                  </a:cubicBezTo>
                  <a:cubicBezTo>
                    <a:pt x="1731" y="8939"/>
                    <a:pt x="1701" y="8948"/>
                    <a:pt x="1671" y="8950"/>
                  </a:cubicBezTo>
                  <a:lnTo>
                    <a:pt x="1672" y="8950"/>
                  </a:lnTo>
                  <a:moveTo>
                    <a:pt x="2245" y="8781"/>
                  </a:moveTo>
                  <a:cubicBezTo>
                    <a:pt x="2287" y="8931"/>
                    <a:pt x="2363" y="9060"/>
                    <a:pt x="2464" y="9177"/>
                  </a:cubicBezTo>
                  <a:cubicBezTo>
                    <a:pt x="2523" y="9244"/>
                    <a:pt x="2571" y="9319"/>
                    <a:pt x="2624" y="9390"/>
                  </a:cubicBezTo>
                  <a:cubicBezTo>
                    <a:pt x="2621" y="9393"/>
                    <a:pt x="2618" y="9395"/>
                    <a:pt x="2616" y="9398"/>
                  </a:cubicBezTo>
                  <a:cubicBezTo>
                    <a:pt x="2578" y="9354"/>
                    <a:pt x="2535" y="9315"/>
                    <a:pt x="2503" y="9267"/>
                  </a:cubicBezTo>
                  <a:cubicBezTo>
                    <a:pt x="2445" y="9180"/>
                    <a:pt x="2366" y="9118"/>
                    <a:pt x="2280" y="9060"/>
                  </a:cubicBezTo>
                  <a:cubicBezTo>
                    <a:pt x="2141" y="8968"/>
                    <a:pt x="1992" y="8900"/>
                    <a:pt x="1828" y="8866"/>
                  </a:cubicBezTo>
                  <a:cubicBezTo>
                    <a:pt x="1730" y="8845"/>
                    <a:pt x="1645" y="8796"/>
                    <a:pt x="1574" y="8725"/>
                  </a:cubicBezTo>
                  <a:cubicBezTo>
                    <a:pt x="1488" y="8638"/>
                    <a:pt x="1403" y="8552"/>
                    <a:pt x="1316" y="8466"/>
                  </a:cubicBezTo>
                  <a:cubicBezTo>
                    <a:pt x="1238" y="8387"/>
                    <a:pt x="1152" y="8320"/>
                    <a:pt x="1038" y="8288"/>
                  </a:cubicBezTo>
                  <a:cubicBezTo>
                    <a:pt x="1080" y="8269"/>
                    <a:pt x="1119" y="8250"/>
                    <a:pt x="1158" y="8234"/>
                  </a:cubicBezTo>
                  <a:cubicBezTo>
                    <a:pt x="1166" y="8231"/>
                    <a:pt x="1179" y="8237"/>
                    <a:pt x="1187" y="8243"/>
                  </a:cubicBezTo>
                  <a:cubicBezTo>
                    <a:pt x="1223" y="8265"/>
                    <a:pt x="1261" y="8271"/>
                    <a:pt x="1300" y="8263"/>
                  </a:cubicBezTo>
                  <a:cubicBezTo>
                    <a:pt x="1382" y="8245"/>
                    <a:pt x="1458" y="8270"/>
                    <a:pt x="1533" y="8294"/>
                  </a:cubicBezTo>
                  <a:cubicBezTo>
                    <a:pt x="1548" y="8298"/>
                    <a:pt x="1561" y="8314"/>
                    <a:pt x="1573" y="8326"/>
                  </a:cubicBezTo>
                  <a:cubicBezTo>
                    <a:pt x="1596" y="8351"/>
                    <a:pt x="1617" y="8377"/>
                    <a:pt x="1640" y="8402"/>
                  </a:cubicBezTo>
                  <a:cubicBezTo>
                    <a:pt x="1688" y="8453"/>
                    <a:pt x="1748" y="8478"/>
                    <a:pt x="1817" y="8480"/>
                  </a:cubicBezTo>
                  <a:cubicBezTo>
                    <a:pt x="1875" y="8482"/>
                    <a:pt x="1932" y="8479"/>
                    <a:pt x="1990" y="8479"/>
                  </a:cubicBezTo>
                  <a:cubicBezTo>
                    <a:pt x="2016" y="8479"/>
                    <a:pt x="2042" y="8480"/>
                    <a:pt x="2068" y="8481"/>
                  </a:cubicBezTo>
                  <a:cubicBezTo>
                    <a:pt x="2128" y="8484"/>
                    <a:pt x="2144" y="8536"/>
                    <a:pt x="2171" y="8575"/>
                  </a:cubicBezTo>
                  <a:cubicBezTo>
                    <a:pt x="2213" y="8637"/>
                    <a:pt x="2225" y="8711"/>
                    <a:pt x="2245" y="8781"/>
                  </a:cubicBezTo>
                  <a:moveTo>
                    <a:pt x="2163" y="5435"/>
                  </a:moveTo>
                  <a:cubicBezTo>
                    <a:pt x="2184" y="5465"/>
                    <a:pt x="2208" y="5492"/>
                    <a:pt x="2224" y="5525"/>
                  </a:cubicBezTo>
                  <a:cubicBezTo>
                    <a:pt x="2247" y="5573"/>
                    <a:pt x="2266" y="5625"/>
                    <a:pt x="2282" y="5676"/>
                  </a:cubicBezTo>
                  <a:cubicBezTo>
                    <a:pt x="2301" y="5738"/>
                    <a:pt x="2337" y="5780"/>
                    <a:pt x="2398" y="5801"/>
                  </a:cubicBezTo>
                  <a:cubicBezTo>
                    <a:pt x="2542" y="5851"/>
                    <a:pt x="2608" y="5962"/>
                    <a:pt x="2619" y="6104"/>
                  </a:cubicBezTo>
                  <a:cubicBezTo>
                    <a:pt x="2629" y="6221"/>
                    <a:pt x="2621" y="6340"/>
                    <a:pt x="2624" y="6459"/>
                  </a:cubicBezTo>
                  <a:cubicBezTo>
                    <a:pt x="2625" y="6513"/>
                    <a:pt x="2627" y="6568"/>
                    <a:pt x="2638" y="6621"/>
                  </a:cubicBezTo>
                  <a:cubicBezTo>
                    <a:pt x="2653" y="6703"/>
                    <a:pt x="2650" y="6783"/>
                    <a:pt x="2629" y="6863"/>
                  </a:cubicBezTo>
                  <a:cubicBezTo>
                    <a:pt x="2595" y="6993"/>
                    <a:pt x="2574" y="7124"/>
                    <a:pt x="2568" y="7258"/>
                  </a:cubicBezTo>
                  <a:cubicBezTo>
                    <a:pt x="2565" y="7348"/>
                    <a:pt x="2560" y="7437"/>
                    <a:pt x="2556" y="7525"/>
                  </a:cubicBezTo>
                  <a:cubicBezTo>
                    <a:pt x="2453" y="7450"/>
                    <a:pt x="2369" y="7355"/>
                    <a:pt x="2315" y="7235"/>
                  </a:cubicBezTo>
                  <a:cubicBezTo>
                    <a:pt x="2282" y="7159"/>
                    <a:pt x="2240" y="7088"/>
                    <a:pt x="2206" y="7013"/>
                  </a:cubicBezTo>
                  <a:cubicBezTo>
                    <a:pt x="2128" y="6836"/>
                    <a:pt x="2115" y="6653"/>
                    <a:pt x="2159" y="6464"/>
                  </a:cubicBezTo>
                  <a:cubicBezTo>
                    <a:pt x="2202" y="6285"/>
                    <a:pt x="2224" y="6101"/>
                    <a:pt x="2245" y="5918"/>
                  </a:cubicBezTo>
                  <a:cubicBezTo>
                    <a:pt x="2258" y="5807"/>
                    <a:pt x="2227" y="5711"/>
                    <a:pt x="2194" y="5611"/>
                  </a:cubicBezTo>
                  <a:cubicBezTo>
                    <a:pt x="2176" y="5556"/>
                    <a:pt x="2166" y="5498"/>
                    <a:pt x="2152" y="5441"/>
                  </a:cubicBezTo>
                  <a:cubicBezTo>
                    <a:pt x="2156" y="5439"/>
                    <a:pt x="2159" y="5437"/>
                    <a:pt x="2163" y="5435"/>
                  </a:cubicBezTo>
                  <a:moveTo>
                    <a:pt x="1856" y="5240"/>
                  </a:moveTo>
                  <a:cubicBezTo>
                    <a:pt x="1934" y="5290"/>
                    <a:pt x="2017" y="5343"/>
                    <a:pt x="2100" y="5396"/>
                  </a:cubicBezTo>
                  <a:cubicBezTo>
                    <a:pt x="2106" y="5400"/>
                    <a:pt x="2112" y="5410"/>
                    <a:pt x="2112" y="5417"/>
                  </a:cubicBezTo>
                  <a:cubicBezTo>
                    <a:pt x="2104" y="5513"/>
                    <a:pt x="2143" y="5599"/>
                    <a:pt x="2173" y="5687"/>
                  </a:cubicBezTo>
                  <a:cubicBezTo>
                    <a:pt x="2196" y="5753"/>
                    <a:pt x="2210" y="5817"/>
                    <a:pt x="2204" y="5889"/>
                  </a:cubicBezTo>
                  <a:cubicBezTo>
                    <a:pt x="2187" y="6073"/>
                    <a:pt x="2164" y="6256"/>
                    <a:pt x="2122" y="6436"/>
                  </a:cubicBezTo>
                  <a:cubicBezTo>
                    <a:pt x="2093" y="6561"/>
                    <a:pt x="2079" y="6685"/>
                    <a:pt x="2104" y="6811"/>
                  </a:cubicBezTo>
                  <a:cubicBezTo>
                    <a:pt x="2105" y="6818"/>
                    <a:pt x="2104" y="6825"/>
                    <a:pt x="2104" y="6840"/>
                  </a:cubicBezTo>
                  <a:cubicBezTo>
                    <a:pt x="2082" y="6803"/>
                    <a:pt x="2066" y="6771"/>
                    <a:pt x="2046" y="6742"/>
                  </a:cubicBezTo>
                  <a:cubicBezTo>
                    <a:pt x="2017" y="6702"/>
                    <a:pt x="1989" y="6659"/>
                    <a:pt x="1954" y="6624"/>
                  </a:cubicBezTo>
                  <a:cubicBezTo>
                    <a:pt x="1835" y="6510"/>
                    <a:pt x="1764" y="6371"/>
                    <a:pt x="1726" y="6213"/>
                  </a:cubicBezTo>
                  <a:cubicBezTo>
                    <a:pt x="1723" y="6197"/>
                    <a:pt x="1719" y="6182"/>
                    <a:pt x="1714" y="6166"/>
                  </a:cubicBezTo>
                  <a:cubicBezTo>
                    <a:pt x="1682" y="6061"/>
                    <a:pt x="1702" y="5955"/>
                    <a:pt x="1716" y="5850"/>
                  </a:cubicBezTo>
                  <a:cubicBezTo>
                    <a:pt x="1724" y="5786"/>
                    <a:pt x="1729" y="5721"/>
                    <a:pt x="1743" y="5658"/>
                  </a:cubicBezTo>
                  <a:cubicBezTo>
                    <a:pt x="1762" y="5574"/>
                    <a:pt x="1790" y="5493"/>
                    <a:pt x="1813" y="5410"/>
                  </a:cubicBezTo>
                  <a:cubicBezTo>
                    <a:pt x="1828" y="5353"/>
                    <a:pt x="1842" y="5296"/>
                    <a:pt x="1856" y="5240"/>
                  </a:cubicBezTo>
                  <a:moveTo>
                    <a:pt x="1491" y="4511"/>
                  </a:moveTo>
                  <a:cubicBezTo>
                    <a:pt x="1556" y="4594"/>
                    <a:pt x="1618" y="4670"/>
                    <a:pt x="1628" y="4774"/>
                  </a:cubicBezTo>
                  <a:cubicBezTo>
                    <a:pt x="1636" y="4862"/>
                    <a:pt x="1648" y="4950"/>
                    <a:pt x="1690" y="5029"/>
                  </a:cubicBezTo>
                  <a:cubicBezTo>
                    <a:pt x="1711" y="5069"/>
                    <a:pt x="1733" y="5112"/>
                    <a:pt x="1764" y="5144"/>
                  </a:cubicBezTo>
                  <a:cubicBezTo>
                    <a:pt x="1809" y="5190"/>
                    <a:pt x="1813" y="5241"/>
                    <a:pt x="1799" y="5297"/>
                  </a:cubicBezTo>
                  <a:cubicBezTo>
                    <a:pt x="1780" y="5369"/>
                    <a:pt x="1760" y="5442"/>
                    <a:pt x="1735" y="5512"/>
                  </a:cubicBezTo>
                  <a:cubicBezTo>
                    <a:pt x="1706" y="5593"/>
                    <a:pt x="1696" y="5677"/>
                    <a:pt x="1687" y="5760"/>
                  </a:cubicBezTo>
                  <a:cubicBezTo>
                    <a:pt x="1681" y="5808"/>
                    <a:pt x="1671" y="5856"/>
                    <a:pt x="1663" y="5904"/>
                  </a:cubicBezTo>
                  <a:cubicBezTo>
                    <a:pt x="1660" y="5904"/>
                    <a:pt x="1657" y="5905"/>
                    <a:pt x="1654" y="5906"/>
                  </a:cubicBezTo>
                  <a:cubicBezTo>
                    <a:pt x="1629" y="5759"/>
                    <a:pt x="1603" y="5614"/>
                    <a:pt x="1577" y="5467"/>
                  </a:cubicBezTo>
                  <a:cubicBezTo>
                    <a:pt x="1558" y="5360"/>
                    <a:pt x="1537" y="5254"/>
                    <a:pt x="1522" y="5146"/>
                  </a:cubicBezTo>
                  <a:cubicBezTo>
                    <a:pt x="1510" y="5057"/>
                    <a:pt x="1505" y="4967"/>
                    <a:pt x="1499" y="4877"/>
                  </a:cubicBezTo>
                  <a:cubicBezTo>
                    <a:pt x="1493" y="4778"/>
                    <a:pt x="1489" y="4679"/>
                    <a:pt x="1486" y="4580"/>
                  </a:cubicBezTo>
                  <a:cubicBezTo>
                    <a:pt x="1485" y="4560"/>
                    <a:pt x="1488" y="4539"/>
                    <a:pt x="1491" y="4511"/>
                  </a:cubicBezTo>
                  <a:moveTo>
                    <a:pt x="1135" y="5422"/>
                  </a:moveTo>
                  <a:cubicBezTo>
                    <a:pt x="1177" y="5349"/>
                    <a:pt x="1178" y="5268"/>
                    <a:pt x="1177" y="5188"/>
                  </a:cubicBezTo>
                  <a:cubicBezTo>
                    <a:pt x="1177" y="5105"/>
                    <a:pt x="1205" y="5030"/>
                    <a:pt x="1230" y="4953"/>
                  </a:cubicBezTo>
                  <a:cubicBezTo>
                    <a:pt x="1285" y="4783"/>
                    <a:pt x="1352" y="4617"/>
                    <a:pt x="1444" y="4472"/>
                  </a:cubicBezTo>
                  <a:cubicBezTo>
                    <a:pt x="1444" y="4541"/>
                    <a:pt x="1441" y="4618"/>
                    <a:pt x="1445" y="4695"/>
                  </a:cubicBezTo>
                  <a:cubicBezTo>
                    <a:pt x="1452" y="4828"/>
                    <a:pt x="1464" y="4961"/>
                    <a:pt x="1475" y="5094"/>
                  </a:cubicBezTo>
                  <a:cubicBezTo>
                    <a:pt x="1496" y="5357"/>
                    <a:pt x="1563" y="5612"/>
                    <a:pt x="1605" y="5871"/>
                  </a:cubicBezTo>
                  <a:cubicBezTo>
                    <a:pt x="1606" y="5878"/>
                    <a:pt x="1608" y="5886"/>
                    <a:pt x="1609" y="5893"/>
                  </a:cubicBezTo>
                  <a:cubicBezTo>
                    <a:pt x="1609" y="5896"/>
                    <a:pt x="1608" y="5899"/>
                    <a:pt x="1607" y="5905"/>
                  </a:cubicBezTo>
                  <a:cubicBezTo>
                    <a:pt x="1581" y="5875"/>
                    <a:pt x="1560" y="5843"/>
                    <a:pt x="1532" y="5818"/>
                  </a:cubicBezTo>
                  <a:cubicBezTo>
                    <a:pt x="1458" y="5755"/>
                    <a:pt x="1382" y="5694"/>
                    <a:pt x="1304" y="5636"/>
                  </a:cubicBezTo>
                  <a:cubicBezTo>
                    <a:pt x="1237" y="5586"/>
                    <a:pt x="1175" y="5533"/>
                    <a:pt x="1139" y="5455"/>
                  </a:cubicBezTo>
                  <a:cubicBezTo>
                    <a:pt x="1134" y="5445"/>
                    <a:pt x="1130" y="5430"/>
                    <a:pt x="1135" y="5422"/>
                  </a:cubicBezTo>
                  <a:moveTo>
                    <a:pt x="1018" y="5784"/>
                  </a:moveTo>
                  <a:cubicBezTo>
                    <a:pt x="987" y="5664"/>
                    <a:pt x="1026" y="5568"/>
                    <a:pt x="1103" y="5479"/>
                  </a:cubicBezTo>
                  <a:cubicBezTo>
                    <a:pt x="1121" y="5506"/>
                    <a:pt x="1136" y="5539"/>
                    <a:pt x="1160" y="5562"/>
                  </a:cubicBezTo>
                  <a:cubicBezTo>
                    <a:pt x="1217" y="5615"/>
                    <a:pt x="1277" y="5667"/>
                    <a:pt x="1340" y="5713"/>
                  </a:cubicBezTo>
                  <a:cubicBezTo>
                    <a:pt x="1424" y="5773"/>
                    <a:pt x="1504" y="5838"/>
                    <a:pt x="1563" y="5924"/>
                  </a:cubicBezTo>
                  <a:cubicBezTo>
                    <a:pt x="1619" y="6004"/>
                    <a:pt x="1655" y="6092"/>
                    <a:pt x="1676" y="6188"/>
                  </a:cubicBezTo>
                  <a:cubicBezTo>
                    <a:pt x="1704" y="6321"/>
                    <a:pt x="1749" y="6448"/>
                    <a:pt x="1835" y="6556"/>
                  </a:cubicBezTo>
                  <a:cubicBezTo>
                    <a:pt x="1853" y="6579"/>
                    <a:pt x="1870" y="6601"/>
                    <a:pt x="1891" y="6621"/>
                  </a:cubicBezTo>
                  <a:cubicBezTo>
                    <a:pt x="1973" y="6698"/>
                    <a:pt x="2030" y="6792"/>
                    <a:pt x="2080" y="6893"/>
                  </a:cubicBezTo>
                  <a:cubicBezTo>
                    <a:pt x="2121" y="6975"/>
                    <a:pt x="2165" y="7057"/>
                    <a:pt x="2207" y="7139"/>
                  </a:cubicBezTo>
                  <a:cubicBezTo>
                    <a:pt x="2211" y="7147"/>
                    <a:pt x="2214" y="7156"/>
                    <a:pt x="2217" y="7167"/>
                  </a:cubicBezTo>
                  <a:cubicBezTo>
                    <a:pt x="2042" y="7034"/>
                    <a:pt x="1865" y="6906"/>
                    <a:pt x="1714" y="6749"/>
                  </a:cubicBezTo>
                  <a:cubicBezTo>
                    <a:pt x="1665" y="6698"/>
                    <a:pt x="1608" y="6655"/>
                    <a:pt x="1559" y="6605"/>
                  </a:cubicBezTo>
                  <a:cubicBezTo>
                    <a:pt x="1493" y="6538"/>
                    <a:pt x="1427" y="6471"/>
                    <a:pt x="1369" y="6399"/>
                  </a:cubicBezTo>
                  <a:cubicBezTo>
                    <a:pt x="1292" y="6304"/>
                    <a:pt x="1206" y="6223"/>
                    <a:pt x="1097" y="6168"/>
                  </a:cubicBezTo>
                  <a:cubicBezTo>
                    <a:pt x="1053" y="6146"/>
                    <a:pt x="1033" y="6117"/>
                    <a:pt x="1040" y="6066"/>
                  </a:cubicBezTo>
                  <a:cubicBezTo>
                    <a:pt x="1055" y="5971"/>
                    <a:pt x="1041" y="5875"/>
                    <a:pt x="1018" y="5784"/>
                  </a:cubicBezTo>
                  <a:moveTo>
                    <a:pt x="2577" y="7685"/>
                  </a:moveTo>
                  <a:cubicBezTo>
                    <a:pt x="2483" y="7617"/>
                    <a:pt x="2372" y="7591"/>
                    <a:pt x="2260" y="7573"/>
                  </a:cubicBezTo>
                  <a:cubicBezTo>
                    <a:pt x="2153" y="7556"/>
                    <a:pt x="2044" y="7547"/>
                    <a:pt x="1938" y="7527"/>
                  </a:cubicBezTo>
                  <a:cubicBezTo>
                    <a:pt x="1854" y="7510"/>
                    <a:pt x="1772" y="7483"/>
                    <a:pt x="1690" y="7459"/>
                  </a:cubicBezTo>
                  <a:cubicBezTo>
                    <a:pt x="1683" y="7457"/>
                    <a:pt x="1676" y="7452"/>
                    <a:pt x="1673" y="7446"/>
                  </a:cubicBezTo>
                  <a:cubicBezTo>
                    <a:pt x="1618" y="7356"/>
                    <a:pt x="1535" y="7297"/>
                    <a:pt x="1451" y="7238"/>
                  </a:cubicBezTo>
                  <a:cubicBezTo>
                    <a:pt x="1384" y="7190"/>
                    <a:pt x="1318" y="7140"/>
                    <a:pt x="1255" y="7086"/>
                  </a:cubicBezTo>
                  <a:cubicBezTo>
                    <a:pt x="1191" y="7031"/>
                    <a:pt x="1172" y="6956"/>
                    <a:pt x="1176" y="6874"/>
                  </a:cubicBezTo>
                  <a:cubicBezTo>
                    <a:pt x="1179" y="6815"/>
                    <a:pt x="1180" y="6757"/>
                    <a:pt x="1185" y="6698"/>
                  </a:cubicBezTo>
                  <a:cubicBezTo>
                    <a:pt x="1191" y="6625"/>
                    <a:pt x="1170" y="6559"/>
                    <a:pt x="1144" y="6492"/>
                  </a:cubicBezTo>
                  <a:cubicBezTo>
                    <a:pt x="1110" y="6405"/>
                    <a:pt x="1081" y="6317"/>
                    <a:pt x="1051" y="6229"/>
                  </a:cubicBezTo>
                  <a:cubicBezTo>
                    <a:pt x="1046" y="6217"/>
                    <a:pt x="1047" y="6203"/>
                    <a:pt x="1045" y="6186"/>
                  </a:cubicBezTo>
                  <a:cubicBezTo>
                    <a:pt x="1165" y="6245"/>
                    <a:pt x="1259" y="6325"/>
                    <a:pt x="1335" y="6427"/>
                  </a:cubicBezTo>
                  <a:cubicBezTo>
                    <a:pt x="1406" y="6524"/>
                    <a:pt x="1492" y="6606"/>
                    <a:pt x="1583" y="6685"/>
                  </a:cubicBezTo>
                  <a:cubicBezTo>
                    <a:pt x="1681" y="6769"/>
                    <a:pt x="1770" y="6864"/>
                    <a:pt x="1867" y="6951"/>
                  </a:cubicBezTo>
                  <a:cubicBezTo>
                    <a:pt x="1924" y="7002"/>
                    <a:pt x="1987" y="7047"/>
                    <a:pt x="2050" y="7092"/>
                  </a:cubicBezTo>
                  <a:cubicBezTo>
                    <a:pt x="2137" y="7155"/>
                    <a:pt x="2216" y="7226"/>
                    <a:pt x="2277" y="7315"/>
                  </a:cubicBezTo>
                  <a:cubicBezTo>
                    <a:pt x="2285" y="7327"/>
                    <a:pt x="2302" y="7332"/>
                    <a:pt x="2315" y="7341"/>
                  </a:cubicBezTo>
                  <a:cubicBezTo>
                    <a:pt x="2320" y="7344"/>
                    <a:pt x="2326" y="7347"/>
                    <a:pt x="2329" y="7352"/>
                  </a:cubicBezTo>
                  <a:cubicBezTo>
                    <a:pt x="2374" y="7430"/>
                    <a:pt x="2443" y="7486"/>
                    <a:pt x="2507" y="7546"/>
                  </a:cubicBezTo>
                  <a:cubicBezTo>
                    <a:pt x="2561" y="7595"/>
                    <a:pt x="2613" y="7646"/>
                    <a:pt x="2661" y="7701"/>
                  </a:cubicBezTo>
                  <a:cubicBezTo>
                    <a:pt x="2684" y="7727"/>
                    <a:pt x="2697" y="7763"/>
                    <a:pt x="2718" y="7803"/>
                  </a:cubicBezTo>
                  <a:cubicBezTo>
                    <a:pt x="2666" y="7759"/>
                    <a:pt x="2624" y="7719"/>
                    <a:pt x="2577" y="7685"/>
                  </a:cubicBezTo>
                  <a:moveTo>
                    <a:pt x="2858" y="7970"/>
                  </a:moveTo>
                  <a:cubicBezTo>
                    <a:pt x="2847" y="7951"/>
                    <a:pt x="2834" y="7932"/>
                    <a:pt x="2824" y="7912"/>
                  </a:cubicBezTo>
                  <a:cubicBezTo>
                    <a:pt x="2791" y="7851"/>
                    <a:pt x="2760" y="7788"/>
                    <a:pt x="2726" y="7728"/>
                  </a:cubicBezTo>
                  <a:cubicBezTo>
                    <a:pt x="2705" y="7691"/>
                    <a:pt x="2680" y="7656"/>
                    <a:pt x="2652" y="7625"/>
                  </a:cubicBezTo>
                  <a:cubicBezTo>
                    <a:pt x="2618" y="7586"/>
                    <a:pt x="2603" y="7543"/>
                    <a:pt x="2602" y="7494"/>
                  </a:cubicBezTo>
                  <a:cubicBezTo>
                    <a:pt x="2598" y="7285"/>
                    <a:pt x="2621" y="7080"/>
                    <a:pt x="2669" y="6877"/>
                  </a:cubicBezTo>
                  <a:cubicBezTo>
                    <a:pt x="2687" y="6801"/>
                    <a:pt x="2688" y="6721"/>
                    <a:pt x="2696" y="6642"/>
                  </a:cubicBezTo>
                  <a:cubicBezTo>
                    <a:pt x="2750" y="6654"/>
                    <a:pt x="2790" y="6689"/>
                    <a:pt x="2803" y="6751"/>
                  </a:cubicBezTo>
                  <a:cubicBezTo>
                    <a:pt x="2833" y="6889"/>
                    <a:pt x="2836" y="7027"/>
                    <a:pt x="2793" y="7163"/>
                  </a:cubicBezTo>
                  <a:cubicBezTo>
                    <a:pt x="2765" y="7251"/>
                    <a:pt x="2743" y="7338"/>
                    <a:pt x="2744" y="7431"/>
                  </a:cubicBezTo>
                  <a:cubicBezTo>
                    <a:pt x="2745" y="7493"/>
                    <a:pt x="2756" y="7551"/>
                    <a:pt x="2784" y="7605"/>
                  </a:cubicBezTo>
                  <a:cubicBezTo>
                    <a:pt x="2830" y="7693"/>
                    <a:pt x="2852" y="7787"/>
                    <a:pt x="2856" y="7886"/>
                  </a:cubicBezTo>
                  <a:cubicBezTo>
                    <a:pt x="2857" y="7913"/>
                    <a:pt x="2861" y="7940"/>
                    <a:pt x="2858" y="7970"/>
                  </a:cubicBezTo>
                  <a:moveTo>
                    <a:pt x="3670" y="4768"/>
                  </a:moveTo>
                  <a:cubicBezTo>
                    <a:pt x="3702" y="4780"/>
                    <a:pt x="3708" y="4810"/>
                    <a:pt x="3707" y="4852"/>
                  </a:cubicBezTo>
                  <a:cubicBezTo>
                    <a:pt x="3702" y="4903"/>
                    <a:pt x="3674" y="4955"/>
                    <a:pt x="3629" y="4997"/>
                  </a:cubicBezTo>
                  <a:cubicBezTo>
                    <a:pt x="3612" y="5013"/>
                    <a:pt x="3596" y="5003"/>
                    <a:pt x="3590" y="4986"/>
                  </a:cubicBezTo>
                  <a:cubicBezTo>
                    <a:pt x="3574" y="4945"/>
                    <a:pt x="3558" y="4903"/>
                    <a:pt x="3550" y="4860"/>
                  </a:cubicBezTo>
                  <a:cubicBezTo>
                    <a:pt x="3542" y="4815"/>
                    <a:pt x="3628" y="4751"/>
                    <a:pt x="3670" y="4768"/>
                  </a:cubicBezTo>
                  <a:moveTo>
                    <a:pt x="3403" y="4975"/>
                  </a:moveTo>
                  <a:cubicBezTo>
                    <a:pt x="3405" y="4960"/>
                    <a:pt x="3406" y="4945"/>
                    <a:pt x="3410" y="4930"/>
                  </a:cubicBezTo>
                  <a:cubicBezTo>
                    <a:pt x="3416" y="4902"/>
                    <a:pt x="3434" y="4891"/>
                    <a:pt x="3462" y="4897"/>
                  </a:cubicBezTo>
                  <a:cubicBezTo>
                    <a:pt x="3502" y="4905"/>
                    <a:pt x="3534" y="4948"/>
                    <a:pt x="3541" y="5002"/>
                  </a:cubicBezTo>
                  <a:cubicBezTo>
                    <a:pt x="3547" y="5042"/>
                    <a:pt x="3527" y="5079"/>
                    <a:pt x="3491" y="5097"/>
                  </a:cubicBezTo>
                  <a:cubicBezTo>
                    <a:pt x="3456" y="5114"/>
                    <a:pt x="3443" y="5106"/>
                    <a:pt x="3438" y="5067"/>
                  </a:cubicBezTo>
                  <a:cubicBezTo>
                    <a:pt x="3437" y="5054"/>
                    <a:pt x="3430" y="5041"/>
                    <a:pt x="3423" y="5029"/>
                  </a:cubicBezTo>
                  <a:cubicBezTo>
                    <a:pt x="3415" y="5012"/>
                    <a:pt x="3406" y="4996"/>
                    <a:pt x="3397" y="4980"/>
                  </a:cubicBezTo>
                  <a:cubicBezTo>
                    <a:pt x="3399" y="4978"/>
                    <a:pt x="3401" y="4977"/>
                    <a:pt x="3403" y="4975"/>
                  </a:cubicBezTo>
                  <a:moveTo>
                    <a:pt x="3411" y="5182"/>
                  </a:moveTo>
                  <a:cubicBezTo>
                    <a:pt x="3414" y="5182"/>
                    <a:pt x="3417" y="5182"/>
                    <a:pt x="3420" y="5183"/>
                  </a:cubicBezTo>
                  <a:cubicBezTo>
                    <a:pt x="3441" y="5188"/>
                    <a:pt x="3480" y="5251"/>
                    <a:pt x="3478" y="5276"/>
                  </a:cubicBezTo>
                  <a:cubicBezTo>
                    <a:pt x="3476" y="5316"/>
                    <a:pt x="3444" y="5354"/>
                    <a:pt x="3417" y="5357"/>
                  </a:cubicBezTo>
                  <a:cubicBezTo>
                    <a:pt x="3402" y="5323"/>
                    <a:pt x="3388" y="5291"/>
                    <a:pt x="3374" y="5260"/>
                  </a:cubicBezTo>
                  <a:cubicBezTo>
                    <a:pt x="3367" y="5244"/>
                    <a:pt x="3394" y="5186"/>
                    <a:pt x="3410" y="5182"/>
                  </a:cubicBezTo>
                  <a:lnTo>
                    <a:pt x="3411" y="5182"/>
                  </a:lnTo>
                  <a:moveTo>
                    <a:pt x="3339" y="5045"/>
                  </a:moveTo>
                  <a:cubicBezTo>
                    <a:pt x="3347" y="5044"/>
                    <a:pt x="3361" y="5056"/>
                    <a:pt x="3365" y="5064"/>
                  </a:cubicBezTo>
                  <a:cubicBezTo>
                    <a:pt x="3372" y="5083"/>
                    <a:pt x="3376" y="5103"/>
                    <a:pt x="3379" y="5123"/>
                  </a:cubicBezTo>
                  <a:cubicBezTo>
                    <a:pt x="3386" y="5161"/>
                    <a:pt x="3309" y="5223"/>
                    <a:pt x="3273" y="5211"/>
                  </a:cubicBezTo>
                  <a:cubicBezTo>
                    <a:pt x="3246" y="5202"/>
                    <a:pt x="3239" y="5182"/>
                    <a:pt x="3241" y="5158"/>
                  </a:cubicBezTo>
                  <a:cubicBezTo>
                    <a:pt x="3237" y="5111"/>
                    <a:pt x="3279" y="5054"/>
                    <a:pt x="3339" y="5045"/>
                  </a:cubicBezTo>
                  <a:moveTo>
                    <a:pt x="3519" y="4650"/>
                  </a:moveTo>
                  <a:cubicBezTo>
                    <a:pt x="3470" y="4660"/>
                    <a:pt x="3430" y="4629"/>
                    <a:pt x="3429" y="4565"/>
                  </a:cubicBezTo>
                  <a:cubicBezTo>
                    <a:pt x="3444" y="4539"/>
                    <a:pt x="3465" y="4498"/>
                    <a:pt x="3491" y="4460"/>
                  </a:cubicBezTo>
                  <a:cubicBezTo>
                    <a:pt x="3496" y="4453"/>
                    <a:pt x="3521" y="4454"/>
                    <a:pt x="3535" y="4459"/>
                  </a:cubicBezTo>
                  <a:cubicBezTo>
                    <a:pt x="3569" y="4469"/>
                    <a:pt x="3609" y="4530"/>
                    <a:pt x="3607" y="4560"/>
                  </a:cubicBezTo>
                  <a:cubicBezTo>
                    <a:pt x="3603" y="4602"/>
                    <a:pt x="3564" y="4642"/>
                    <a:pt x="3519" y="4650"/>
                  </a:cubicBezTo>
                  <a:moveTo>
                    <a:pt x="3958" y="3573"/>
                  </a:moveTo>
                  <a:cubicBezTo>
                    <a:pt x="3965" y="3542"/>
                    <a:pt x="3990" y="3522"/>
                    <a:pt x="4023" y="3524"/>
                  </a:cubicBezTo>
                  <a:cubicBezTo>
                    <a:pt x="4056" y="3525"/>
                    <a:pt x="4071" y="3551"/>
                    <a:pt x="4078" y="3580"/>
                  </a:cubicBezTo>
                  <a:cubicBezTo>
                    <a:pt x="4084" y="3599"/>
                    <a:pt x="4084" y="3620"/>
                    <a:pt x="4086" y="3637"/>
                  </a:cubicBezTo>
                  <a:cubicBezTo>
                    <a:pt x="4084" y="3659"/>
                    <a:pt x="4083" y="3677"/>
                    <a:pt x="4079" y="3695"/>
                  </a:cubicBezTo>
                  <a:cubicBezTo>
                    <a:pt x="4072" y="3733"/>
                    <a:pt x="4040" y="3761"/>
                    <a:pt x="4008" y="3758"/>
                  </a:cubicBezTo>
                  <a:cubicBezTo>
                    <a:pt x="3978" y="3756"/>
                    <a:pt x="3942" y="3722"/>
                    <a:pt x="3943" y="3688"/>
                  </a:cubicBezTo>
                  <a:cubicBezTo>
                    <a:pt x="3943" y="3649"/>
                    <a:pt x="3949" y="3610"/>
                    <a:pt x="3958" y="3573"/>
                  </a:cubicBezTo>
                  <a:moveTo>
                    <a:pt x="3857" y="3359"/>
                  </a:moveTo>
                  <a:cubicBezTo>
                    <a:pt x="3858" y="3310"/>
                    <a:pt x="3880" y="3274"/>
                    <a:pt x="3909" y="3273"/>
                  </a:cubicBezTo>
                  <a:cubicBezTo>
                    <a:pt x="3950" y="3273"/>
                    <a:pt x="4005" y="3306"/>
                    <a:pt x="4005" y="3330"/>
                  </a:cubicBezTo>
                  <a:cubicBezTo>
                    <a:pt x="4005" y="3374"/>
                    <a:pt x="3955" y="3430"/>
                    <a:pt x="3918" y="3429"/>
                  </a:cubicBezTo>
                  <a:cubicBezTo>
                    <a:pt x="3884" y="3427"/>
                    <a:pt x="3855" y="3394"/>
                    <a:pt x="3857" y="3359"/>
                  </a:cubicBezTo>
                  <a:moveTo>
                    <a:pt x="3942" y="3822"/>
                  </a:moveTo>
                  <a:cubicBezTo>
                    <a:pt x="3962" y="3839"/>
                    <a:pt x="3965" y="3865"/>
                    <a:pt x="3952" y="3890"/>
                  </a:cubicBezTo>
                  <a:cubicBezTo>
                    <a:pt x="3938" y="3916"/>
                    <a:pt x="3918" y="3930"/>
                    <a:pt x="3889" y="3926"/>
                  </a:cubicBezTo>
                  <a:cubicBezTo>
                    <a:pt x="3869" y="3923"/>
                    <a:pt x="3849" y="3921"/>
                    <a:pt x="3831" y="3915"/>
                  </a:cubicBezTo>
                  <a:cubicBezTo>
                    <a:pt x="3798" y="3903"/>
                    <a:pt x="3776" y="3863"/>
                    <a:pt x="3782" y="3832"/>
                  </a:cubicBezTo>
                  <a:cubicBezTo>
                    <a:pt x="3787" y="3808"/>
                    <a:pt x="3826" y="3784"/>
                    <a:pt x="3859" y="3784"/>
                  </a:cubicBezTo>
                  <a:cubicBezTo>
                    <a:pt x="3861" y="3781"/>
                    <a:pt x="3862" y="3778"/>
                    <a:pt x="3864" y="3776"/>
                  </a:cubicBezTo>
                  <a:cubicBezTo>
                    <a:pt x="3890" y="3791"/>
                    <a:pt x="3919" y="3803"/>
                    <a:pt x="3942" y="3822"/>
                  </a:cubicBezTo>
                  <a:moveTo>
                    <a:pt x="3732" y="3689"/>
                  </a:moveTo>
                  <a:cubicBezTo>
                    <a:pt x="3740" y="3668"/>
                    <a:pt x="3754" y="3630"/>
                    <a:pt x="3769" y="3592"/>
                  </a:cubicBezTo>
                  <a:cubicBezTo>
                    <a:pt x="3778" y="3571"/>
                    <a:pt x="3788" y="3549"/>
                    <a:pt x="3801" y="3530"/>
                  </a:cubicBezTo>
                  <a:cubicBezTo>
                    <a:pt x="3807" y="3522"/>
                    <a:pt x="3827" y="3517"/>
                    <a:pt x="3836" y="3521"/>
                  </a:cubicBezTo>
                  <a:cubicBezTo>
                    <a:pt x="3849" y="3528"/>
                    <a:pt x="3865" y="3542"/>
                    <a:pt x="3868" y="3556"/>
                  </a:cubicBezTo>
                  <a:cubicBezTo>
                    <a:pt x="3877" y="3603"/>
                    <a:pt x="3885" y="3652"/>
                    <a:pt x="3865" y="3700"/>
                  </a:cubicBezTo>
                  <a:cubicBezTo>
                    <a:pt x="3851" y="3735"/>
                    <a:pt x="3817" y="3736"/>
                    <a:pt x="3789" y="3748"/>
                  </a:cubicBezTo>
                  <a:cubicBezTo>
                    <a:pt x="3750" y="3765"/>
                    <a:pt x="3731" y="3753"/>
                    <a:pt x="3732" y="3689"/>
                  </a:cubicBezTo>
                  <a:moveTo>
                    <a:pt x="3770" y="4117"/>
                  </a:moveTo>
                  <a:cubicBezTo>
                    <a:pt x="3777" y="4085"/>
                    <a:pt x="3785" y="4051"/>
                    <a:pt x="3802" y="4025"/>
                  </a:cubicBezTo>
                  <a:cubicBezTo>
                    <a:pt x="3815" y="4007"/>
                    <a:pt x="3844" y="3999"/>
                    <a:pt x="3866" y="3990"/>
                  </a:cubicBezTo>
                  <a:cubicBezTo>
                    <a:pt x="3870" y="3989"/>
                    <a:pt x="3881" y="4008"/>
                    <a:pt x="3886" y="4014"/>
                  </a:cubicBezTo>
                  <a:cubicBezTo>
                    <a:pt x="3879" y="4070"/>
                    <a:pt x="3868" y="4116"/>
                    <a:pt x="3833" y="4153"/>
                  </a:cubicBezTo>
                  <a:cubicBezTo>
                    <a:pt x="3819" y="4168"/>
                    <a:pt x="3800" y="4176"/>
                    <a:pt x="3784" y="4161"/>
                  </a:cubicBezTo>
                  <a:cubicBezTo>
                    <a:pt x="3774" y="4151"/>
                    <a:pt x="3767" y="4130"/>
                    <a:pt x="3770" y="4117"/>
                  </a:cubicBezTo>
                  <a:moveTo>
                    <a:pt x="3836" y="4334"/>
                  </a:moveTo>
                  <a:cubicBezTo>
                    <a:pt x="3861" y="4330"/>
                    <a:pt x="3882" y="4349"/>
                    <a:pt x="3874" y="4373"/>
                  </a:cubicBezTo>
                  <a:cubicBezTo>
                    <a:pt x="3854" y="4440"/>
                    <a:pt x="3830" y="4507"/>
                    <a:pt x="3803" y="4571"/>
                  </a:cubicBezTo>
                  <a:cubicBezTo>
                    <a:pt x="3791" y="4599"/>
                    <a:pt x="3760" y="4609"/>
                    <a:pt x="3728" y="4607"/>
                  </a:cubicBezTo>
                  <a:cubicBezTo>
                    <a:pt x="3687" y="4604"/>
                    <a:pt x="3676" y="4592"/>
                    <a:pt x="3678" y="4551"/>
                  </a:cubicBezTo>
                  <a:cubicBezTo>
                    <a:pt x="3675" y="4550"/>
                    <a:pt x="3672" y="4549"/>
                    <a:pt x="3669" y="4548"/>
                  </a:cubicBezTo>
                  <a:cubicBezTo>
                    <a:pt x="3689" y="4497"/>
                    <a:pt x="3707" y="4445"/>
                    <a:pt x="3730" y="4395"/>
                  </a:cubicBezTo>
                  <a:cubicBezTo>
                    <a:pt x="3750" y="4353"/>
                    <a:pt x="3794" y="4342"/>
                    <a:pt x="3836" y="4334"/>
                  </a:cubicBezTo>
                  <a:moveTo>
                    <a:pt x="3733" y="4082"/>
                  </a:moveTo>
                  <a:cubicBezTo>
                    <a:pt x="3728" y="4109"/>
                    <a:pt x="3725" y="4126"/>
                    <a:pt x="3722" y="4142"/>
                  </a:cubicBezTo>
                  <a:lnTo>
                    <a:pt x="3685" y="4142"/>
                  </a:lnTo>
                  <a:cubicBezTo>
                    <a:pt x="3701" y="4122"/>
                    <a:pt x="3714" y="4106"/>
                    <a:pt x="3733" y="4082"/>
                  </a:cubicBezTo>
                  <a:moveTo>
                    <a:pt x="3711" y="4191"/>
                  </a:moveTo>
                  <a:cubicBezTo>
                    <a:pt x="3741" y="4185"/>
                    <a:pt x="3763" y="4204"/>
                    <a:pt x="3757" y="4234"/>
                  </a:cubicBezTo>
                  <a:cubicBezTo>
                    <a:pt x="3750" y="4274"/>
                    <a:pt x="3723" y="4299"/>
                    <a:pt x="3688" y="4314"/>
                  </a:cubicBezTo>
                  <a:cubicBezTo>
                    <a:pt x="3665" y="4324"/>
                    <a:pt x="3642" y="4306"/>
                    <a:pt x="3642" y="4281"/>
                  </a:cubicBezTo>
                  <a:cubicBezTo>
                    <a:pt x="3643" y="4242"/>
                    <a:pt x="3676" y="4199"/>
                    <a:pt x="3711" y="4191"/>
                  </a:cubicBezTo>
                  <a:moveTo>
                    <a:pt x="3563" y="4315"/>
                  </a:moveTo>
                  <a:cubicBezTo>
                    <a:pt x="3564" y="4302"/>
                    <a:pt x="3584" y="4291"/>
                    <a:pt x="3599" y="4274"/>
                  </a:cubicBezTo>
                  <a:cubicBezTo>
                    <a:pt x="3605" y="4334"/>
                    <a:pt x="3637" y="4358"/>
                    <a:pt x="3687" y="4360"/>
                  </a:cubicBezTo>
                  <a:cubicBezTo>
                    <a:pt x="3670" y="4406"/>
                    <a:pt x="3654" y="4450"/>
                    <a:pt x="3637" y="4497"/>
                  </a:cubicBezTo>
                  <a:cubicBezTo>
                    <a:pt x="3601" y="4459"/>
                    <a:pt x="3577" y="4409"/>
                    <a:pt x="3508" y="4411"/>
                  </a:cubicBezTo>
                  <a:cubicBezTo>
                    <a:pt x="3546" y="4384"/>
                    <a:pt x="3559" y="4354"/>
                    <a:pt x="3563" y="4316"/>
                  </a:cubicBezTo>
                  <a:lnTo>
                    <a:pt x="3563" y="4315"/>
                  </a:lnTo>
                  <a:moveTo>
                    <a:pt x="3411" y="4349"/>
                  </a:moveTo>
                  <a:cubicBezTo>
                    <a:pt x="3415" y="4316"/>
                    <a:pt x="3469" y="4290"/>
                    <a:pt x="3498" y="4308"/>
                  </a:cubicBezTo>
                  <a:cubicBezTo>
                    <a:pt x="3505" y="4312"/>
                    <a:pt x="3510" y="4323"/>
                    <a:pt x="3520" y="4338"/>
                  </a:cubicBezTo>
                  <a:cubicBezTo>
                    <a:pt x="3504" y="4352"/>
                    <a:pt x="3492" y="4371"/>
                    <a:pt x="3477" y="4373"/>
                  </a:cubicBezTo>
                  <a:cubicBezTo>
                    <a:pt x="3457" y="4376"/>
                    <a:pt x="3434" y="4368"/>
                    <a:pt x="3413" y="4363"/>
                  </a:cubicBezTo>
                  <a:cubicBezTo>
                    <a:pt x="3411" y="4363"/>
                    <a:pt x="3410" y="4354"/>
                    <a:pt x="3411" y="4349"/>
                  </a:cubicBezTo>
                  <a:moveTo>
                    <a:pt x="3263" y="3610"/>
                  </a:moveTo>
                  <a:cubicBezTo>
                    <a:pt x="3265" y="3610"/>
                    <a:pt x="3266" y="3613"/>
                    <a:pt x="3268" y="3614"/>
                  </a:cubicBezTo>
                  <a:cubicBezTo>
                    <a:pt x="3348" y="3666"/>
                    <a:pt x="3312" y="3684"/>
                    <a:pt x="3268" y="3729"/>
                  </a:cubicBezTo>
                  <a:cubicBezTo>
                    <a:pt x="3263" y="3733"/>
                    <a:pt x="3258" y="3738"/>
                    <a:pt x="3252" y="3741"/>
                  </a:cubicBezTo>
                  <a:cubicBezTo>
                    <a:pt x="3235" y="3748"/>
                    <a:pt x="3217" y="3753"/>
                    <a:pt x="3199" y="3760"/>
                  </a:cubicBezTo>
                  <a:cubicBezTo>
                    <a:pt x="3194" y="3743"/>
                    <a:pt x="3188" y="3726"/>
                    <a:pt x="3184" y="3709"/>
                  </a:cubicBezTo>
                  <a:cubicBezTo>
                    <a:pt x="3180" y="3689"/>
                    <a:pt x="3178" y="3669"/>
                    <a:pt x="3175" y="3648"/>
                  </a:cubicBezTo>
                  <a:cubicBezTo>
                    <a:pt x="3173" y="3647"/>
                    <a:pt x="3170" y="3646"/>
                    <a:pt x="3168" y="3644"/>
                  </a:cubicBezTo>
                  <a:cubicBezTo>
                    <a:pt x="3181" y="3627"/>
                    <a:pt x="3190" y="3601"/>
                    <a:pt x="3207" y="3595"/>
                  </a:cubicBezTo>
                  <a:cubicBezTo>
                    <a:pt x="3221" y="3589"/>
                    <a:pt x="3244" y="3604"/>
                    <a:pt x="3263" y="3610"/>
                  </a:cubicBezTo>
                  <a:moveTo>
                    <a:pt x="3041" y="2347"/>
                  </a:moveTo>
                  <a:cubicBezTo>
                    <a:pt x="3013" y="2315"/>
                    <a:pt x="3000" y="2276"/>
                    <a:pt x="2999" y="2244"/>
                  </a:cubicBezTo>
                  <a:cubicBezTo>
                    <a:pt x="2999" y="2177"/>
                    <a:pt x="3029" y="2154"/>
                    <a:pt x="3083" y="2170"/>
                  </a:cubicBezTo>
                  <a:cubicBezTo>
                    <a:pt x="3132" y="2185"/>
                    <a:pt x="3180" y="2203"/>
                    <a:pt x="3192" y="2260"/>
                  </a:cubicBezTo>
                  <a:cubicBezTo>
                    <a:pt x="3196" y="2279"/>
                    <a:pt x="3197" y="2300"/>
                    <a:pt x="3192" y="2318"/>
                  </a:cubicBezTo>
                  <a:cubicBezTo>
                    <a:pt x="3183" y="2351"/>
                    <a:pt x="3163" y="2378"/>
                    <a:pt x="3127" y="2384"/>
                  </a:cubicBezTo>
                  <a:cubicBezTo>
                    <a:pt x="3092" y="2389"/>
                    <a:pt x="3063" y="2373"/>
                    <a:pt x="3041" y="2347"/>
                  </a:cubicBezTo>
                  <a:moveTo>
                    <a:pt x="3221" y="2551"/>
                  </a:moveTo>
                  <a:cubicBezTo>
                    <a:pt x="3267" y="2547"/>
                    <a:pt x="3301" y="2590"/>
                    <a:pt x="3300" y="2646"/>
                  </a:cubicBezTo>
                  <a:cubicBezTo>
                    <a:pt x="3299" y="2708"/>
                    <a:pt x="3253" y="2770"/>
                    <a:pt x="3208" y="2771"/>
                  </a:cubicBezTo>
                  <a:cubicBezTo>
                    <a:pt x="3143" y="2772"/>
                    <a:pt x="3104" y="2730"/>
                    <a:pt x="3104" y="2659"/>
                  </a:cubicBezTo>
                  <a:cubicBezTo>
                    <a:pt x="3103" y="2588"/>
                    <a:pt x="3156" y="2556"/>
                    <a:pt x="3221" y="2551"/>
                  </a:cubicBezTo>
                  <a:moveTo>
                    <a:pt x="2803" y="2482"/>
                  </a:moveTo>
                  <a:cubicBezTo>
                    <a:pt x="2815" y="2463"/>
                    <a:pt x="2822" y="2438"/>
                    <a:pt x="2837" y="2432"/>
                  </a:cubicBezTo>
                  <a:cubicBezTo>
                    <a:pt x="2850" y="2427"/>
                    <a:pt x="2875" y="2440"/>
                    <a:pt x="2889" y="2452"/>
                  </a:cubicBezTo>
                  <a:cubicBezTo>
                    <a:pt x="2907" y="2468"/>
                    <a:pt x="2922" y="2489"/>
                    <a:pt x="2933" y="2511"/>
                  </a:cubicBezTo>
                  <a:cubicBezTo>
                    <a:pt x="2949" y="2541"/>
                    <a:pt x="2935" y="2579"/>
                    <a:pt x="2909" y="2593"/>
                  </a:cubicBezTo>
                  <a:cubicBezTo>
                    <a:pt x="2885" y="2605"/>
                    <a:pt x="2855" y="2594"/>
                    <a:pt x="2838" y="2563"/>
                  </a:cubicBezTo>
                  <a:cubicBezTo>
                    <a:pt x="2825" y="2539"/>
                    <a:pt x="2816" y="2513"/>
                    <a:pt x="2803" y="2482"/>
                  </a:cubicBezTo>
                  <a:moveTo>
                    <a:pt x="2831" y="2627"/>
                  </a:moveTo>
                  <a:cubicBezTo>
                    <a:pt x="2858" y="2632"/>
                    <a:pt x="2885" y="2637"/>
                    <a:pt x="2911" y="2643"/>
                  </a:cubicBezTo>
                  <a:cubicBezTo>
                    <a:pt x="2892" y="2666"/>
                    <a:pt x="2872" y="2692"/>
                    <a:pt x="2851" y="2719"/>
                  </a:cubicBezTo>
                  <a:cubicBezTo>
                    <a:pt x="2815" y="2693"/>
                    <a:pt x="2829" y="2658"/>
                    <a:pt x="2831" y="2627"/>
                  </a:cubicBezTo>
                  <a:moveTo>
                    <a:pt x="2933" y="3034"/>
                  </a:moveTo>
                  <a:cubicBezTo>
                    <a:pt x="2917" y="3072"/>
                    <a:pt x="2885" y="3086"/>
                    <a:pt x="2851" y="3065"/>
                  </a:cubicBezTo>
                  <a:cubicBezTo>
                    <a:pt x="2821" y="3047"/>
                    <a:pt x="2793" y="3023"/>
                    <a:pt x="2770" y="2996"/>
                  </a:cubicBezTo>
                  <a:cubicBezTo>
                    <a:pt x="2742" y="2964"/>
                    <a:pt x="2747" y="2944"/>
                    <a:pt x="2786" y="2926"/>
                  </a:cubicBezTo>
                  <a:cubicBezTo>
                    <a:pt x="2802" y="2918"/>
                    <a:pt x="2820" y="2915"/>
                    <a:pt x="2838" y="2910"/>
                  </a:cubicBezTo>
                  <a:cubicBezTo>
                    <a:pt x="2903" y="2915"/>
                    <a:pt x="2955" y="2982"/>
                    <a:pt x="2933" y="3034"/>
                  </a:cubicBezTo>
                  <a:moveTo>
                    <a:pt x="2939" y="2854"/>
                  </a:moveTo>
                  <a:cubicBezTo>
                    <a:pt x="2917" y="2828"/>
                    <a:pt x="2897" y="2799"/>
                    <a:pt x="2882" y="2768"/>
                  </a:cubicBezTo>
                  <a:cubicBezTo>
                    <a:pt x="2872" y="2746"/>
                    <a:pt x="2922" y="2679"/>
                    <a:pt x="2947" y="2677"/>
                  </a:cubicBezTo>
                  <a:cubicBezTo>
                    <a:pt x="2958" y="2677"/>
                    <a:pt x="2974" y="2687"/>
                    <a:pt x="2979" y="2697"/>
                  </a:cubicBezTo>
                  <a:cubicBezTo>
                    <a:pt x="2998" y="2731"/>
                    <a:pt x="3015" y="2766"/>
                    <a:pt x="3029" y="2802"/>
                  </a:cubicBezTo>
                  <a:cubicBezTo>
                    <a:pt x="3049" y="2852"/>
                    <a:pt x="3038" y="2865"/>
                    <a:pt x="2985" y="2865"/>
                  </a:cubicBezTo>
                  <a:cubicBezTo>
                    <a:pt x="2969" y="2862"/>
                    <a:pt x="2947" y="2864"/>
                    <a:pt x="2939" y="2854"/>
                  </a:cubicBezTo>
                  <a:moveTo>
                    <a:pt x="2978" y="2912"/>
                  </a:moveTo>
                  <a:cubicBezTo>
                    <a:pt x="3010" y="2904"/>
                    <a:pt x="3042" y="2894"/>
                    <a:pt x="3077" y="2885"/>
                  </a:cubicBezTo>
                  <a:cubicBezTo>
                    <a:pt x="3082" y="2959"/>
                    <a:pt x="3088" y="3043"/>
                    <a:pt x="3094" y="3132"/>
                  </a:cubicBezTo>
                  <a:cubicBezTo>
                    <a:pt x="3089" y="3126"/>
                    <a:pt x="3087" y="3124"/>
                    <a:pt x="3085" y="3121"/>
                  </a:cubicBezTo>
                  <a:cubicBezTo>
                    <a:pt x="3048" y="3050"/>
                    <a:pt x="3012" y="2979"/>
                    <a:pt x="2977" y="2913"/>
                  </a:cubicBezTo>
                  <a:lnTo>
                    <a:pt x="2978" y="2912"/>
                  </a:lnTo>
                  <a:moveTo>
                    <a:pt x="3115" y="3398"/>
                  </a:moveTo>
                  <a:cubicBezTo>
                    <a:pt x="3101" y="3337"/>
                    <a:pt x="3088" y="3276"/>
                    <a:pt x="3075" y="3214"/>
                  </a:cubicBezTo>
                  <a:cubicBezTo>
                    <a:pt x="3076" y="3214"/>
                    <a:pt x="3077" y="3213"/>
                    <a:pt x="3078" y="3213"/>
                  </a:cubicBezTo>
                  <a:cubicBezTo>
                    <a:pt x="3089" y="3240"/>
                    <a:pt x="3099" y="3269"/>
                    <a:pt x="3112" y="3295"/>
                  </a:cubicBezTo>
                  <a:cubicBezTo>
                    <a:pt x="3118" y="3308"/>
                    <a:pt x="3132" y="3327"/>
                    <a:pt x="3141" y="3326"/>
                  </a:cubicBezTo>
                  <a:cubicBezTo>
                    <a:pt x="3166" y="3324"/>
                    <a:pt x="3159" y="3301"/>
                    <a:pt x="3157" y="3285"/>
                  </a:cubicBezTo>
                  <a:cubicBezTo>
                    <a:pt x="3146" y="3157"/>
                    <a:pt x="3134" y="3029"/>
                    <a:pt x="3123" y="2902"/>
                  </a:cubicBezTo>
                  <a:cubicBezTo>
                    <a:pt x="3120" y="2867"/>
                    <a:pt x="3122" y="2832"/>
                    <a:pt x="3122" y="2797"/>
                  </a:cubicBezTo>
                  <a:cubicBezTo>
                    <a:pt x="3171" y="2804"/>
                    <a:pt x="3173" y="2808"/>
                    <a:pt x="3169" y="2858"/>
                  </a:cubicBezTo>
                  <a:cubicBezTo>
                    <a:pt x="3163" y="2939"/>
                    <a:pt x="3159" y="3020"/>
                    <a:pt x="3153" y="3102"/>
                  </a:cubicBezTo>
                  <a:cubicBezTo>
                    <a:pt x="3148" y="3187"/>
                    <a:pt x="3167" y="3268"/>
                    <a:pt x="3192" y="3349"/>
                  </a:cubicBezTo>
                  <a:cubicBezTo>
                    <a:pt x="3211" y="3410"/>
                    <a:pt x="3232" y="3471"/>
                    <a:pt x="3228" y="3534"/>
                  </a:cubicBezTo>
                  <a:cubicBezTo>
                    <a:pt x="3204" y="3549"/>
                    <a:pt x="3183" y="3563"/>
                    <a:pt x="3157" y="3579"/>
                  </a:cubicBezTo>
                  <a:cubicBezTo>
                    <a:pt x="3143" y="3519"/>
                    <a:pt x="3128" y="3459"/>
                    <a:pt x="3115" y="3398"/>
                  </a:cubicBezTo>
                  <a:moveTo>
                    <a:pt x="2999" y="3677"/>
                  </a:moveTo>
                  <a:cubicBezTo>
                    <a:pt x="3009" y="3672"/>
                    <a:pt x="3022" y="3668"/>
                    <a:pt x="3032" y="3670"/>
                  </a:cubicBezTo>
                  <a:cubicBezTo>
                    <a:pt x="3084" y="3680"/>
                    <a:pt x="3126" y="3743"/>
                    <a:pt x="3110" y="3794"/>
                  </a:cubicBezTo>
                  <a:cubicBezTo>
                    <a:pt x="3100" y="3830"/>
                    <a:pt x="3086" y="3867"/>
                    <a:pt x="3065" y="3898"/>
                  </a:cubicBezTo>
                  <a:cubicBezTo>
                    <a:pt x="3029" y="3950"/>
                    <a:pt x="2975" y="3944"/>
                    <a:pt x="2947" y="3887"/>
                  </a:cubicBezTo>
                  <a:cubicBezTo>
                    <a:pt x="2936" y="3863"/>
                    <a:pt x="2930" y="3836"/>
                    <a:pt x="2922" y="3810"/>
                  </a:cubicBezTo>
                  <a:cubicBezTo>
                    <a:pt x="2930" y="3752"/>
                    <a:pt x="2949" y="3706"/>
                    <a:pt x="2999" y="3677"/>
                  </a:cubicBezTo>
                  <a:moveTo>
                    <a:pt x="2548" y="3578"/>
                  </a:moveTo>
                  <a:cubicBezTo>
                    <a:pt x="2553" y="3576"/>
                    <a:pt x="2563" y="3577"/>
                    <a:pt x="2566" y="3580"/>
                  </a:cubicBezTo>
                  <a:cubicBezTo>
                    <a:pt x="2585" y="3604"/>
                    <a:pt x="2610" y="3626"/>
                    <a:pt x="2621" y="3654"/>
                  </a:cubicBezTo>
                  <a:cubicBezTo>
                    <a:pt x="2642" y="3703"/>
                    <a:pt x="2645" y="3756"/>
                    <a:pt x="2640" y="3816"/>
                  </a:cubicBezTo>
                  <a:cubicBezTo>
                    <a:pt x="2575" y="3778"/>
                    <a:pt x="2531" y="3729"/>
                    <a:pt x="2501" y="3669"/>
                  </a:cubicBezTo>
                  <a:cubicBezTo>
                    <a:pt x="2483" y="3633"/>
                    <a:pt x="2509" y="3586"/>
                    <a:pt x="2548" y="3578"/>
                  </a:cubicBezTo>
                  <a:moveTo>
                    <a:pt x="2509" y="3804"/>
                  </a:moveTo>
                  <a:cubicBezTo>
                    <a:pt x="2527" y="3836"/>
                    <a:pt x="2516" y="3870"/>
                    <a:pt x="2505" y="3901"/>
                  </a:cubicBezTo>
                  <a:cubicBezTo>
                    <a:pt x="2502" y="3909"/>
                    <a:pt x="2490" y="3919"/>
                    <a:pt x="2482" y="3920"/>
                  </a:cubicBezTo>
                  <a:cubicBezTo>
                    <a:pt x="2476" y="3921"/>
                    <a:pt x="2464" y="3912"/>
                    <a:pt x="2461" y="3904"/>
                  </a:cubicBezTo>
                  <a:cubicBezTo>
                    <a:pt x="2449" y="3878"/>
                    <a:pt x="2440" y="3850"/>
                    <a:pt x="2427" y="3814"/>
                  </a:cubicBezTo>
                  <a:cubicBezTo>
                    <a:pt x="2443" y="3799"/>
                    <a:pt x="2459" y="3782"/>
                    <a:pt x="2474" y="3766"/>
                  </a:cubicBezTo>
                  <a:cubicBezTo>
                    <a:pt x="2486" y="3779"/>
                    <a:pt x="2501" y="3789"/>
                    <a:pt x="2509" y="3804"/>
                  </a:cubicBezTo>
                  <a:moveTo>
                    <a:pt x="2378" y="3742"/>
                  </a:moveTo>
                  <a:cubicBezTo>
                    <a:pt x="2355" y="3763"/>
                    <a:pt x="2338" y="3763"/>
                    <a:pt x="2323" y="3736"/>
                  </a:cubicBezTo>
                  <a:cubicBezTo>
                    <a:pt x="2307" y="3708"/>
                    <a:pt x="2298" y="3676"/>
                    <a:pt x="2287" y="3649"/>
                  </a:cubicBezTo>
                  <a:cubicBezTo>
                    <a:pt x="2296" y="3615"/>
                    <a:pt x="2301" y="3588"/>
                    <a:pt x="2310" y="3564"/>
                  </a:cubicBezTo>
                  <a:cubicBezTo>
                    <a:pt x="2318" y="3541"/>
                    <a:pt x="2337" y="3532"/>
                    <a:pt x="2359" y="3545"/>
                  </a:cubicBezTo>
                  <a:cubicBezTo>
                    <a:pt x="2382" y="3558"/>
                    <a:pt x="2404" y="3572"/>
                    <a:pt x="2425" y="3587"/>
                  </a:cubicBezTo>
                  <a:cubicBezTo>
                    <a:pt x="2431" y="3592"/>
                    <a:pt x="2435" y="3602"/>
                    <a:pt x="2435" y="3609"/>
                  </a:cubicBezTo>
                  <a:cubicBezTo>
                    <a:pt x="2434" y="3661"/>
                    <a:pt x="2419" y="3707"/>
                    <a:pt x="2378" y="3742"/>
                  </a:cubicBezTo>
                  <a:moveTo>
                    <a:pt x="2246" y="3986"/>
                  </a:moveTo>
                  <a:cubicBezTo>
                    <a:pt x="2164" y="3986"/>
                    <a:pt x="2154" y="3967"/>
                    <a:pt x="2193" y="3895"/>
                  </a:cubicBezTo>
                  <a:cubicBezTo>
                    <a:pt x="2214" y="3857"/>
                    <a:pt x="2248" y="3841"/>
                    <a:pt x="2287" y="3844"/>
                  </a:cubicBezTo>
                  <a:cubicBezTo>
                    <a:pt x="2324" y="3847"/>
                    <a:pt x="2349" y="3872"/>
                    <a:pt x="2364" y="3906"/>
                  </a:cubicBezTo>
                  <a:cubicBezTo>
                    <a:pt x="2372" y="3922"/>
                    <a:pt x="2371" y="3934"/>
                    <a:pt x="2353" y="3946"/>
                  </a:cubicBezTo>
                  <a:cubicBezTo>
                    <a:pt x="2298" y="3980"/>
                    <a:pt x="2287" y="3986"/>
                    <a:pt x="2246" y="3986"/>
                  </a:cubicBezTo>
                  <a:moveTo>
                    <a:pt x="2435" y="4253"/>
                  </a:moveTo>
                  <a:cubicBezTo>
                    <a:pt x="2424" y="4268"/>
                    <a:pt x="2398" y="4275"/>
                    <a:pt x="2377" y="4278"/>
                  </a:cubicBezTo>
                  <a:cubicBezTo>
                    <a:pt x="2353" y="4280"/>
                    <a:pt x="2342" y="4259"/>
                    <a:pt x="2339" y="4237"/>
                  </a:cubicBezTo>
                  <a:cubicBezTo>
                    <a:pt x="2333" y="4193"/>
                    <a:pt x="2328" y="4149"/>
                    <a:pt x="2323" y="4104"/>
                  </a:cubicBezTo>
                  <a:cubicBezTo>
                    <a:pt x="2327" y="4102"/>
                    <a:pt x="2332" y="4099"/>
                    <a:pt x="2337" y="4097"/>
                  </a:cubicBezTo>
                  <a:cubicBezTo>
                    <a:pt x="2370" y="4129"/>
                    <a:pt x="2407" y="4159"/>
                    <a:pt x="2436" y="4195"/>
                  </a:cubicBezTo>
                  <a:cubicBezTo>
                    <a:pt x="2446" y="4207"/>
                    <a:pt x="2445" y="4240"/>
                    <a:pt x="2435" y="4253"/>
                  </a:cubicBezTo>
                  <a:moveTo>
                    <a:pt x="2504" y="4157"/>
                  </a:moveTo>
                  <a:cubicBezTo>
                    <a:pt x="2453" y="4128"/>
                    <a:pt x="2406" y="4093"/>
                    <a:pt x="2360" y="4057"/>
                  </a:cubicBezTo>
                  <a:cubicBezTo>
                    <a:pt x="2348" y="4049"/>
                    <a:pt x="2340" y="4025"/>
                    <a:pt x="2343" y="4012"/>
                  </a:cubicBezTo>
                  <a:cubicBezTo>
                    <a:pt x="2346" y="4001"/>
                    <a:pt x="2368" y="3991"/>
                    <a:pt x="2382" y="3988"/>
                  </a:cubicBezTo>
                  <a:cubicBezTo>
                    <a:pt x="2418" y="3983"/>
                    <a:pt x="2455" y="3979"/>
                    <a:pt x="2492" y="3980"/>
                  </a:cubicBezTo>
                  <a:cubicBezTo>
                    <a:pt x="2551" y="3981"/>
                    <a:pt x="2604" y="4036"/>
                    <a:pt x="2604" y="4091"/>
                  </a:cubicBezTo>
                  <a:cubicBezTo>
                    <a:pt x="2604" y="4133"/>
                    <a:pt x="2541" y="4178"/>
                    <a:pt x="2504" y="4157"/>
                  </a:cubicBezTo>
                  <a:moveTo>
                    <a:pt x="2538" y="3947"/>
                  </a:moveTo>
                  <a:cubicBezTo>
                    <a:pt x="2546" y="3903"/>
                    <a:pt x="2554" y="3860"/>
                    <a:pt x="2562" y="3815"/>
                  </a:cubicBezTo>
                  <a:cubicBezTo>
                    <a:pt x="2586" y="3832"/>
                    <a:pt x="2615" y="3842"/>
                    <a:pt x="2597" y="3886"/>
                  </a:cubicBezTo>
                  <a:cubicBezTo>
                    <a:pt x="2584" y="3920"/>
                    <a:pt x="2609" y="3948"/>
                    <a:pt x="2635" y="3969"/>
                  </a:cubicBezTo>
                  <a:cubicBezTo>
                    <a:pt x="2657" y="3987"/>
                    <a:pt x="2681" y="4001"/>
                    <a:pt x="2704" y="4017"/>
                  </a:cubicBezTo>
                  <a:cubicBezTo>
                    <a:pt x="2684" y="4032"/>
                    <a:pt x="2665" y="4046"/>
                    <a:pt x="2642" y="4063"/>
                  </a:cubicBezTo>
                  <a:cubicBezTo>
                    <a:pt x="2634" y="3998"/>
                    <a:pt x="2586" y="3969"/>
                    <a:pt x="2538" y="3947"/>
                  </a:cubicBezTo>
                  <a:moveTo>
                    <a:pt x="2704" y="4292"/>
                  </a:moveTo>
                  <a:cubicBezTo>
                    <a:pt x="2673" y="4299"/>
                    <a:pt x="2647" y="4282"/>
                    <a:pt x="2642" y="4251"/>
                  </a:cubicBezTo>
                  <a:cubicBezTo>
                    <a:pt x="2633" y="4187"/>
                    <a:pt x="2654" y="4131"/>
                    <a:pt x="2689" y="4079"/>
                  </a:cubicBezTo>
                  <a:cubicBezTo>
                    <a:pt x="2703" y="4059"/>
                    <a:pt x="2736" y="4060"/>
                    <a:pt x="2759" y="4075"/>
                  </a:cubicBezTo>
                  <a:cubicBezTo>
                    <a:pt x="2772" y="4083"/>
                    <a:pt x="2789" y="4085"/>
                    <a:pt x="2813" y="4093"/>
                  </a:cubicBezTo>
                  <a:cubicBezTo>
                    <a:pt x="2842" y="4158"/>
                    <a:pt x="2783" y="4274"/>
                    <a:pt x="2704" y="4292"/>
                  </a:cubicBezTo>
                  <a:moveTo>
                    <a:pt x="2840" y="3985"/>
                  </a:moveTo>
                  <a:cubicBezTo>
                    <a:pt x="2774" y="4006"/>
                    <a:pt x="2677" y="3961"/>
                    <a:pt x="2648" y="3919"/>
                  </a:cubicBezTo>
                  <a:cubicBezTo>
                    <a:pt x="2641" y="3908"/>
                    <a:pt x="2639" y="3884"/>
                    <a:pt x="2646" y="3875"/>
                  </a:cubicBezTo>
                  <a:cubicBezTo>
                    <a:pt x="2657" y="3861"/>
                    <a:pt x="2678" y="3844"/>
                    <a:pt x="2694" y="3845"/>
                  </a:cubicBezTo>
                  <a:cubicBezTo>
                    <a:pt x="2736" y="3848"/>
                    <a:pt x="2774" y="3866"/>
                    <a:pt x="2798" y="3903"/>
                  </a:cubicBezTo>
                  <a:cubicBezTo>
                    <a:pt x="2802" y="3908"/>
                    <a:pt x="2807" y="3912"/>
                    <a:pt x="2812" y="3916"/>
                  </a:cubicBezTo>
                  <a:cubicBezTo>
                    <a:pt x="2845" y="3940"/>
                    <a:pt x="2847" y="3944"/>
                    <a:pt x="2840" y="3985"/>
                  </a:cubicBezTo>
                  <a:moveTo>
                    <a:pt x="2811" y="3846"/>
                  </a:moveTo>
                  <a:cubicBezTo>
                    <a:pt x="2792" y="3836"/>
                    <a:pt x="2772" y="3819"/>
                    <a:pt x="2764" y="3800"/>
                  </a:cubicBezTo>
                  <a:cubicBezTo>
                    <a:pt x="2745" y="3757"/>
                    <a:pt x="2733" y="3711"/>
                    <a:pt x="2718" y="3666"/>
                  </a:cubicBezTo>
                  <a:cubicBezTo>
                    <a:pt x="2720" y="3665"/>
                    <a:pt x="2723" y="3664"/>
                    <a:pt x="2725" y="3663"/>
                  </a:cubicBezTo>
                  <a:cubicBezTo>
                    <a:pt x="2727" y="3643"/>
                    <a:pt x="2729" y="3622"/>
                    <a:pt x="2733" y="3602"/>
                  </a:cubicBezTo>
                  <a:cubicBezTo>
                    <a:pt x="2737" y="3576"/>
                    <a:pt x="2756" y="3567"/>
                    <a:pt x="2781" y="3580"/>
                  </a:cubicBezTo>
                  <a:cubicBezTo>
                    <a:pt x="2847" y="3614"/>
                    <a:pt x="2895" y="3708"/>
                    <a:pt x="2884" y="3782"/>
                  </a:cubicBezTo>
                  <a:cubicBezTo>
                    <a:pt x="2883" y="3790"/>
                    <a:pt x="2882" y="3797"/>
                    <a:pt x="2882" y="3805"/>
                  </a:cubicBezTo>
                  <a:cubicBezTo>
                    <a:pt x="2879" y="3853"/>
                    <a:pt x="2853" y="3870"/>
                    <a:pt x="2811" y="3846"/>
                  </a:cubicBezTo>
                  <a:moveTo>
                    <a:pt x="2858" y="4178"/>
                  </a:moveTo>
                  <a:cubicBezTo>
                    <a:pt x="2861" y="4154"/>
                    <a:pt x="2863" y="4132"/>
                    <a:pt x="2866" y="4103"/>
                  </a:cubicBezTo>
                  <a:cubicBezTo>
                    <a:pt x="2880" y="4119"/>
                    <a:pt x="2892" y="4131"/>
                    <a:pt x="2904" y="4144"/>
                  </a:cubicBezTo>
                  <a:cubicBezTo>
                    <a:pt x="2887" y="4156"/>
                    <a:pt x="2874" y="4167"/>
                    <a:pt x="2858" y="4178"/>
                  </a:cubicBezTo>
                  <a:moveTo>
                    <a:pt x="2883" y="4276"/>
                  </a:moveTo>
                  <a:cubicBezTo>
                    <a:pt x="2875" y="4268"/>
                    <a:pt x="2874" y="4246"/>
                    <a:pt x="2879" y="4235"/>
                  </a:cubicBezTo>
                  <a:cubicBezTo>
                    <a:pt x="2882" y="4228"/>
                    <a:pt x="2904" y="4224"/>
                    <a:pt x="2915" y="4226"/>
                  </a:cubicBezTo>
                  <a:cubicBezTo>
                    <a:pt x="2979" y="4237"/>
                    <a:pt x="3016" y="4280"/>
                    <a:pt x="3043" y="4339"/>
                  </a:cubicBezTo>
                  <a:cubicBezTo>
                    <a:pt x="2978" y="4341"/>
                    <a:pt x="2926" y="4318"/>
                    <a:pt x="2883" y="4276"/>
                  </a:cubicBezTo>
                  <a:moveTo>
                    <a:pt x="2936" y="4047"/>
                  </a:moveTo>
                  <a:cubicBezTo>
                    <a:pt x="2919" y="4025"/>
                    <a:pt x="2914" y="3994"/>
                    <a:pt x="2903" y="3968"/>
                  </a:cubicBezTo>
                  <a:cubicBezTo>
                    <a:pt x="2893" y="3945"/>
                    <a:pt x="2883" y="3923"/>
                    <a:pt x="2871" y="3897"/>
                  </a:cubicBezTo>
                  <a:cubicBezTo>
                    <a:pt x="2878" y="3893"/>
                    <a:pt x="2887" y="3889"/>
                    <a:pt x="2895" y="3885"/>
                  </a:cubicBezTo>
                  <a:cubicBezTo>
                    <a:pt x="2987" y="4015"/>
                    <a:pt x="3063" y="4006"/>
                    <a:pt x="3141" y="3851"/>
                  </a:cubicBezTo>
                  <a:cubicBezTo>
                    <a:pt x="3150" y="4014"/>
                    <a:pt x="3160" y="4172"/>
                    <a:pt x="3169" y="4337"/>
                  </a:cubicBezTo>
                  <a:cubicBezTo>
                    <a:pt x="3146" y="4305"/>
                    <a:pt x="3128" y="4277"/>
                    <a:pt x="3107" y="4252"/>
                  </a:cubicBezTo>
                  <a:cubicBezTo>
                    <a:pt x="3050" y="4183"/>
                    <a:pt x="2991" y="4117"/>
                    <a:pt x="2936" y="4047"/>
                  </a:cubicBezTo>
                  <a:moveTo>
                    <a:pt x="3044" y="5117"/>
                  </a:moveTo>
                  <a:cubicBezTo>
                    <a:pt x="3088" y="5117"/>
                    <a:pt x="3127" y="5158"/>
                    <a:pt x="3127" y="5204"/>
                  </a:cubicBezTo>
                  <a:cubicBezTo>
                    <a:pt x="3127" y="5251"/>
                    <a:pt x="3090" y="5287"/>
                    <a:pt x="3042" y="5288"/>
                  </a:cubicBezTo>
                  <a:cubicBezTo>
                    <a:pt x="2996" y="5288"/>
                    <a:pt x="2956" y="5249"/>
                    <a:pt x="2955" y="5203"/>
                  </a:cubicBezTo>
                  <a:cubicBezTo>
                    <a:pt x="2954" y="5158"/>
                    <a:pt x="2996" y="5117"/>
                    <a:pt x="3043" y="5117"/>
                  </a:cubicBezTo>
                  <a:lnTo>
                    <a:pt x="3044" y="5117"/>
                  </a:lnTo>
                  <a:moveTo>
                    <a:pt x="2991" y="4665"/>
                  </a:moveTo>
                  <a:cubicBezTo>
                    <a:pt x="3041" y="4667"/>
                    <a:pt x="3066" y="4686"/>
                    <a:pt x="3065" y="4723"/>
                  </a:cubicBezTo>
                  <a:cubicBezTo>
                    <a:pt x="3065" y="4755"/>
                    <a:pt x="3041" y="4790"/>
                    <a:pt x="3020" y="4789"/>
                  </a:cubicBezTo>
                  <a:cubicBezTo>
                    <a:pt x="2971" y="4788"/>
                    <a:pt x="2946" y="4764"/>
                    <a:pt x="2947" y="4719"/>
                  </a:cubicBezTo>
                  <a:cubicBezTo>
                    <a:pt x="2949" y="4673"/>
                    <a:pt x="2956" y="4664"/>
                    <a:pt x="2991" y="4665"/>
                  </a:cubicBezTo>
                  <a:moveTo>
                    <a:pt x="2891" y="4737"/>
                  </a:moveTo>
                  <a:cubicBezTo>
                    <a:pt x="2907" y="4760"/>
                    <a:pt x="2917" y="4775"/>
                    <a:pt x="2928" y="4791"/>
                  </a:cubicBezTo>
                  <a:cubicBezTo>
                    <a:pt x="2910" y="4806"/>
                    <a:pt x="2894" y="4819"/>
                    <a:pt x="2875" y="4835"/>
                  </a:cubicBezTo>
                  <a:cubicBezTo>
                    <a:pt x="2880" y="4804"/>
                    <a:pt x="2884" y="4776"/>
                    <a:pt x="2891" y="4737"/>
                  </a:cubicBezTo>
                  <a:moveTo>
                    <a:pt x="2910" y="4854"/>
                  </a:moveTo>
                  <a:cubicBezTo>
                    <a:pt x="2921" y="4835"/>
                    <a:pt x="2949" y="4837"/>
                    <a:pt x="2956" y="4859"/>
                  </a:cubicBezTo>
                  <a:cubicBezTo>
                    <a:pt x="2965" y="4883"/>
                    <a:pt x="2968" y="4909"/>
                    <a:pt x="2973" y="4934"/>
                  </a:cubicBezTo>
                  <a:cubicBezTo>
                    <a:pt x="2968" y="4987"/>
                    <a:pt x="2959" y="5037"/>
                    <a:pt x="2925" y="5078"/>
                  </a:cubicBezTo>
                  <a:cubicBezTo>
                    <a:pt x="2905" y="5103"/>
                    <a:pt x="2888" y="5100"/>
                    <a:pt x="2879" y="5070"/>
                  </a:cubicBezTo>
                  <a:cubicBezTo>
                    <a:pt x="2854" y="4993"/>
                    <a:pt x="2873" y="4922"/>
                    <a:pt x="2911" y="4854"/>
                  </a:cubicBezTo>
                  <a:lnTo>
                    <a:pt x="2910" y="4854"/>
                  </a:lnTo>
                  <a:moveTo>
                    <a:pt x="2671" y="4450"/>
                  </a:moveTo>
                  <a:cubicBezTo>
                    <a:pt x="2692" y="4426"/>
                    <a:pt x="2714" y="4408"/>
                    <a:pt x="2749" y="4422"/>
                  </a:cubicBezTo>
                  <a:cubicBezTo>
                    <a:pt x="2787" y="4437"/>
                    <a:pt x="2812" y="4459"/>
                    <a:pt x="2816" y="4501"/>
                  </a:cubicBezTo>
                  <a:cubicBezTo>
                    <a:pt x="2817" y="4507"/>
                    <a:pt x="2816" y="4514"/>
                    <a:pt x="2816" y="4521"/>
                  </a:cubicBezTo>
                  <a:cubicBezTo>
                    <a:pt x="2815" y="4560"/>
                    <a:pt x="2809" y="4598"/>
                    <a:pt x="2780" y="4629"/>
                  </a:cubicBezTo>
                  <a:cubicBezTo>
                    <a:pt x="2761" y="4649"/>
                    <a:pt x="2739" y="4655"/>
                    <a:pt x="2713" y="4644"/>
                  </a:cubicBezTo>
                  <a:cubicBezTo>
                    <a:pt x="2646" y="4615"/>
                    <a:pt x="2622" y="4504"/>
                    <a:pt x="2671" y="4449"/>
                  </a:cubicBezTo>
                  <a:lnTo>
                    <a:pt x="2671" y="4450"/>
                  </a:lnTo>
                  <a:moveTo>
                    <a:pt x="2667" y="4826"/>
                  </a:moveTo>
                  <a:cubicBezTo>
                    <a:pt x="2661" y="4775"/>
                    <a:pt x="2678" y="4740"/>
                    <a:pt x="2726" y="4715"/>
                  </a:cubicBezTo>
                  <a:cubicBezTo>
                    <a:pt x="2745" y="4705"/>
                    <a:pt x="2766" y="4694"/>
                    <a:pt x="2787" y="4694"/>
                  </a:cubicBezTo>
                  <a:cubicBezTo>
                    <a:pt x="2825" y="4694"/>
                    <a:pt x="2844" y="4718"/>
                    <a:pt x="2843" y="4757"/>
                  </a:cubicBezTo>
                  <a:cubicBezTo>
                    <a:pt x="2844" y="4818"/>
                    <a:pt x="2807" y="4856"/>
                    <a:pt x="2760" y="4883"/>
                  </a:cubicBezTo>
                  <a:cubicBezTo>
                    <a:pt x="2723" y="4905"/>
                    <a:pt x="2673" y="4872"/>
                    <a:pt x="2667" y="4826"/>
                  </a:cubicBezTo>
                  <a:moveTo>
                    <a:pt x="2849" y="4870"/>
                  </a:moveTo>
                  <a:cubicBezTo>
                    <a:pt x="2841" y="4907"/>
                    <a:pt x="2832" y="4943"/>
                    <a:pt x="2824" y="4980"/>
                  </a:cubicBezTo>
                  <a:cubicBezTo>
                    <a:pt x="2802" y="4964"/>
                    <a:pt x="2780" y="4949"/>
                    <a:pt x="2760" y="4935"/>
                  </a:cubicBezTo>
                  <a:cubicBezTo>
                    <a:pt x="2789" y="4914"/>
                    <a:pt x="2819" y="4893"/>
                    <a:pt x="2849" y="4870"/>
                  </a:cubicBezTo>
                  <a:moveTo>
                    <a:pt x="2737" y="5423"/>
                  </a:moveTo>
                  <a:cubicBezTo>
                    <a:pt x="2714" y="5449"/>
                    <a:pt x="2688" y="5451"/>
                    <a:pt x="2659" y="5432"/>
                  </a:cubicBezTo>
                  <a:cubicBezTo>
                    <a:pt x="2600" y="5391"/>
                    <a:pt x="2586" y="5276"/>
                    <a:pt x="2634" y="5224"/>
                  </a:cubicBezTo>
                  <a:cubicBezTo>
                    <a:pt x="2660" y="5196"/>
                    <a:pt x="2702" y="5191"/>
                    <a:pt x="2755" y="5211"/>
                  </a:cubicBezTo>
                  <a:cubicBezTo>
                    <a:pt x="2785" y="5222"/>
                    <a:pt x="2792" y="5250"/>
                    <a:pt x="2798" y="5276"/>
                  </a:cubicBezTo>
                  <a:cubicBezTo>
                    <a:pt x="2788" y="5331"/>
                    <a:pt x="2773" y="5382"/>
                    <a:pt x="2737" y="5423"/>
                  </a:cubicBezTo>
                  <a:moveTo>
                    <a:pt x="2737" y="5110"/>
                  </a:moveTo>
                  <a:cubicBezTo>
                    <a:pt x="2694" y="5110"/>
                    <a:pt x="2654" y="5073"/>
                    <a:pt x="2655" y="5033"/>
                  </a:cubicBezTo>
                  <a:cubicBezTo>
                    <a:pt x="2655" y="5002"/>
                    <a:pt x="2687" y="4973"/>
                    <a:pt x="2720" y="4974"/>
                  </a:cubicBezTo>
                  <a:cubicBezTo>
                    <a:pt x="2763" y="4975"/>
                    <a:pt x="2800" y="5013"/>
                    <a:pt x="2799" y="5054"/>
                  </a:cubicBezTo>
                  <a:cubicBezTo>
                    <a:pt x="2799" y="5087"/>
                    <a:pt x="2773" y="5110"/>
                    <a:pt x="2737" y="5110"/>
                  </a:cubicBezTo>
                  <a:moveTo>
                    <a:pt x="3160" y="5544"/>
                  </a:moveTo>
                  <a:cubicBezTo>
                    <a:pt x="3022" y="5434"/>
                    <a:pt x="2921" y="5279"/>
                    <a:pt x="2803" y="5137"/>
                  </a:cubicBezTo>
                  <a:cubicBezTo>
                    <a:pt x="2816" y="5122"/>
                    <a:pt x="2827" y="5109"/>
                    <a:pt x="2838" y="5095"/>
                  </a:cubicBezTo>
                  <a:cubicBezTo>
                    <a:pt x="2861" y="5123"/>
                    <a:pt x="2892" y="5137"/>
                    <a:pt x="2929" y="5138"/>
                  </a:cubicBezTo>
                  <a:cubicBezTo>
                    <a:pt x="2912" y="5185"/>
                    <a:pt x="2903" y="5235"/>
                    <a:pt x="2937" y="5276"/>
                  </a:cubicBezTo>
                  <a:cubicBezTo>
                    <a:pt x="2956" y="5298"/>
                    <a:pt x="2983" y="5317"/>
                    <a:pt x="3010" y="5326"/>
                  </a:cubicBezTo>
                  <a:cubicBezTo>
                    <a:pt x="3077" y="5348"/>
                    <a:pt x="3135" y="5312"/>
                    <a:pt x="3171" y="5228"/>
                  </a:cubicBezTo>
                  <a:cubicBezTo>
                    <a:pt x="3167" y="5338"/>
                    <a:pt x="3164" y="5443"/>
                    <a:pt x="3160" y="5544"/>
                  </a:cubicBezTo>
                  <a:moveTo>
                    <a:pt x="3197" y="4903"/>
                  </a:moveTo>
                  <a:cubicBezTo>
                    <a:pt x="3194" y="4817"/>
                    <a:pt x="3195" y="4730"/>
                    <a:pt x="3190" y="4643"/>
                  </a:cubicBezTo>
                  <a:cubicBezTo>
                    <a:pt x="3185" y="4548"/>
                    <a:pt x="3157" y="4459"/>
                    <a:pt x="3116" y="4374"/>
                  </a:cubicBezTo>
                  <a:cubicBezTo>
                    <a:pt x="3112" y="4365"/>
                    <a:pt x="3110" y="4354"/>
                    <a:pt x="3107" y="4345"/>
                  </a:cubicBezTo>
                  <a:cubicBezTo>
                    <a:pt x="3110" y="4343"/>
                    <a:pt x="3113" y="4342"/>
                    <a:pt x="3116" y="4341"/>
                  </a:cubicBezTo>
                  <a:cubicBezTo>
                    <a:pt x="3122" y="4351"/>
                    <a:pt x="3130" y="4361"/>
                    <a:pt x="3134" y="4372"/>
                  </a:cubicBezTo>
                  <a:cubicBezTo>
                    <a:pt x="3156" y="4429"/>
                    <a:pt x="3176" y="4486"/>
                    <a:pt x="3199" y="4543"/>
                  </a:cubicBezTo>
                  <a:cubicBezTo>
                    <a:pt x="3204" y="4554"/>
                    <a:pt x="3217" y="4563"/>
                    <a:pt x="3227" y="4572"/>
                  </a:cubicBezTo>
                  <a:cubicBezTo>
                    <a:pt x="3233" y="4559"/>
                    <a:pt x="3247" y="4544"/>
                    <a:pt x="3245" y="4533"/>
                  </a:cubicBezTo>
                  <a:cubicBezTo>
                    <a:pt x="3212" y="4363"/>
                    <a:pt x="3204" y="4192"/>
                    <a:pt x="3192" y="4021"/>
                  </a:cubicBezTo>
                  <a:cubicBezTo>
                    <a:pt x="3187" y="3950"/>
                    <a:pt x="3191" y="3880"/>
                    <a:pt x="3191" y="3810"/>
                  </a:cubicBezTo>
                  <a:cubicBezTo>
                    <a:pt x="3221" y="3800"/>
                    <a:pt x="3250" y="3791"/>
                    <a:pt x="3269" y="3785"/>
                  </a:cubicBezTo>
                  <a:cubicBezTo>
                    <a:pt x="3262" y="3884"/>
                    <a:pt x="3251" y="3987"/>
                    <a:pt x="3249" y="4091"/>
                  </a:cubicBezTo>
                  <a:cubicBezTo>
                    <a:pt x="3248" y="4170"/>
                    <a:pt x="3255" y="4249"/>
                    <a:pt x="3264" y="4328"/>
                  </a:cubicBezTo>
                  <a:cubicBezTo>
                    <a:pt x="3269" y="4362"/>
                    <a:pt x="3289" y="4394"/>
                    <a:pt x="3303" y="4431"/>
                  </a:cubicBezTo>
                  <a:cubicBezTo>
                    <a:pt x="3322" y="4409"/>
                    <a:pt x="3340" y="4389"/>
                    <a:pt x="3358" y="4369"/>
                  </a:cubicBezTo>
                  <a:cubicBezTo>
                    <a:pt x="3380" y="4386"/>
                    <a:pt x="3400" y="4403"/>
                    <a:pt x="3424" y="4420"/>
                  </a:cubicBezTo>
                  <a:cubicBezTo>
                    <a:pt x="3421" y="4424"/>
                    <a:pt x="3417" y="4431"/>
                    <a:pt x="3411" y="4436"/>
                  </a:cubicBezTo>
                  <a:cubicBezTo>
                    <a:pt x="3349" y="4482"/>
                    <a:pt x="3335" y="4549"/>
                    <a:pt x="3327" y="4620"/>
                  </a:cubicBezTo>
                  <a:cubicBezTo>
                    <a:pt x="3318" y="4703"/>
                    <a:pt x="3309" y="4786"/>
                    <a:pt x="3300" y="4869"/>
                  </a:cubicBezTo>
                  <a:cubicBezTo>
                    <a:pt x="3297" y="4891"/>
                    <a:pt x="3296" y="4912"/>
                    <a:pt x="3294" y="4934"/>
                  </a:cubicBezTo>
                  <a:cubicBezTo>
                    <a:pt x="3291" y="4965"/>
                    <a:pt x="3298" y="4998"/>
                    <a:pt x="3259" y="5019"/>
                  </a:cubicBezTo>
                  <a:cubicBezTo>
                    <a:pt x="3238" y="5030"/>
                    <a:pt x="3228" y="5062"/>
                    <a:pt x="3209" y="5092"/>
                  </a:cubicBezTo>
                  <a:cubicBezTo>
                    <a:pt x="3205" y="5025"/>
                    <a:pt x="3200" y="4964"/>
                    <a:pt x="3197" y="4903"/>
                  </a:cubicBezTo>
                  <a:moveTo>
                    <a:pt x="3243" y="5475"/>
                  </a:moveTo>
                  <a:cubicBezTo>
                    <a:pt x="3211" y="5463"/>
                    <a:pt x="3202" y="5444"/>
                    <a:pt x="3207" y="5398"/>
                  </a:cubicBezTo>
                  <a:cubicBezTo>
                    <a:pt x="3210" y="5375"/>
                    <a:pt x="3212" y="5353"/>
                    <a:pt x="3217" y="5330"/>
                  </a:cubicBezTo>
                  <a:cubicBezTo>
                    <a:pt x="3226" y="5291"/>
                    <a:pt x="3265" y="5263"/>
                    <a:pt x="3304" y="5268"/>
                  </a:cubicBezTo>
                  <a:cubicBezTo>
                    <a:pt x="3337" y="5272"/>
                    <a:pt x="3362" y="5306"/>
                    <a:pt x="3367" y="5347"/>
                  </a:cubicBezTo>
                  <a:cubicBezTo>
                    <a:pt x="3357" y="5378"/>
                    <a:pt x="3349" y="5411"/>
                    <a:pt x="3334" y="5440"/>
                  </a:cubicBezTo>
                  <a:cubicBezTo>
                    <a:pt x="3316" y="5477"/>
                    <a:pt x="3281" y="5488"/>
                    <a:pt x="3243" y="5475"/>
                  </a:cubicBezTo>
                  <a:moveTo>
                    <a:pt x="3665" y="5957"/>
                  </a:moveTo>
                  <a:cubicBezTo>
                    <a:pt x="3631" y="6029"/>
                    <a:pt x="3598" y="6103"/>
                    <a:pt x="3559" y="6172"/>
                  </a:cubicBezTo>
                  <a:cubicBezTo>
                    <a:pt x="3500" y="6274"/>
                    <a:pt x="3436" y="6372"/>
                    <a:pt x="3374" y="6472"/>
                  </a:cubicBezTo>
                  <a:cubicBezTo>
                    <a:pt x="3367" y="6482"/>
                    <a:pt x="3358" y="6492"/>
                    <a:pt x="3342" y="6501"/>
                  </a:cubicBezTo>
                  <a:cubicBezTo>
                    <a:pt x="3342" y="6490"/>
                    <a:pt x="3341" y="6479"/>
                    <a:pt x="3341" y="6468"/>
                  </a:cubicBezTo>
                  <a:cubicBezTo>
                    <a:pt x="3340" y="6340"/>
                    <a:pt x="3339" y="6211"/>
                    <a:pt x="3339" y="6083"/>
                  </a:cubicBezTo>
                  <a:cubicBezTo>
                    <a:pt x="3339" y="5966"/>
                    <a:pt x="3337" y="5848"/>
                    <a:pt x="3341" y="5732"/>
                  </a:cubicBezTo>
                  <a:cubicBezTo>
                    <a:pt x="3343" y="5653"/>
                    <a:pt x="3349" y="5574"/>
                    <a:pt x="3360" y="5496"/>
                  </a:cubicBezTo>
                  <a:cubicBezTo>
                    <a:pt x="3365" y="5464"/>
                    <a:pt x="3386" y="5435"/>
                    <a:pt x="3400" y="5402"/>
                  </a:cubicBezTo>
                  <a:cubicBezTo>
                    <a:pt x="3461" y="5396"/>
                    <a:pt x="3499" y="5361"/>
                    <a:pt x="3517" y="5296"/>
                  </a:cubicBezTo>
                  <a:cubicBezTo>
                    <a:pt x="3527" y="5257"/>
                    <a:pt x="3526" y="5254"/>
                    <a:pt x="3455" y="5147"/>
                  </a:cubicBezTo>
                  <a:cubicBezTo>
                    <a:pt x="3507" y="5143"/>
                    <a:pt x="3545" y="5118"/>
                    <a:pt x="3570" y="5073"/>
                  </a:cubicBezTo>
                  <a:cubicBezTo>
                    <a:pt x="3574" y="5067"/>
                    <a:pt x="3575" y="5058"/>
                    <a:pt x="3580" y="5053"/>
                  </a:cubicBezTo>
                  <a:cubicBezTo>
                    <a:pt x="3584" y="5048"/>
                    <a:pt x="3592" y="5047"/>
                    <a:pt x="3604" y="5042"/>
                  </a:cubicBezTo>
                  <a:cubicBezTo>
                    <a:pt x="3593" y="5073"/>
                    <a:pt x="3584" y="5096"/>
                    <a:pt x="3576" y="5119"/>
                  </a:cubicBezTo>
                  <a:cubicBezTo>
                    <a:pt x="3546" y="5204"/>
                    <a:pt x="3555" y="5291"/>
                    <a:pt x="3568" y="5377"/>
                  </a:cubicBezTo>
                  <a:cubicBezTo>
                    <a:pt x="3583" y="5479"/>
                    <a:pt x="3597" y="5581"/>
                    <a:pt x="3617" y="5682"/>
                  </a:cubicBezTo>
                  <a:cubicBezTo>
                    <a:pt x="3628" y="5738"/>
                    <a:pt x="3650" y="5791"/>
                    <a:pt x="3669" y="5846"/>
                  </a:cubicBezTo>
                  <a:cubicBezTo>
                    <a:pt x="3682" y="5884"/>
                    <a:pt x="3683" y="5921"/>
                    <a:pt x="3665" y="5957"/>
                  </a:cubicBezTo>
                  <a:moveTo>
                    <a:pt x="3899" y="5250"/>
                  </a:moveTo>
                  <a:cubicBezTo>
                    <a:pt x="3911" y="5317"/>
                    <a:pt x="3896" y="5390"/>
                    <a:pt x="3884" y="5459"/>
                  </a:cubicBezTo>
                  <a:cubicBezTo>
                    <a:pt x="3866" y="5562"/>
                    <a:pt x="3827" y="5657"/>
                    <a:pt x="3773" y="5745"/>
                  </a:cubicBezTo>
                  <a:cubicBezTo>
                    <a:pt x="3753" y="5779"/>
                    <a:pt x="3738" y="5815"/>
                    <a:pt x="3720" y="5853"/>
                  </a:cubicBezTo>
                  <a:cubicBezTo>
                    <a:pt x="3663" y="5706"/>
                    <a:pt x="3622" y="5560"/>
                    <a:pt x="3614" y="5405"/>
                  </a:cubicBezTo>
                  <a:cubicBezTo>
                    <a:pt x="3611" y="5353"/>
                    <a:pt x="3604" y="5301"/>
                    <a:pt x="3601" y="5249"/>
                  </a:cubicBezTo>
                  <a:cubicBezTo>
                    <a:pt x="3599" y="5229"/>
                    <a:pt x="3601" y="5208"/>
                    <a:pt x="3604" y="5187"/>
                  </a:cubicBezTo>
                  <a:cubicBezTo>
                    <a:pt x="3614" y="5117"/>
                    <a:pt x="3641" y="5062"/>
                    <a:pt x="3713" y="5031"/>
                  </a:cubicBezTo>
                  <a:cubicBezTo>
                    <a:pt x="3750" y="5015"/>
                    <a:pt x="3779" y="4980"/>
                    <a:pt x="3811" y="4954"/>
                  </a:cubicBezTo>
                  <a:cubicBezTo>
                    <a:pt x="3841" y="5051"/>
                    <a:pt x="3881" y="5149"/>
                    <a:pt x="3899" y="5250"/>
                  </a:cubicBezTo>
                  <a:moveTo>
                    <a:pt x="4564" y="5789"/>
                  </a:moveTo>
                  <a:cubicBezTo>
                    <a:pt x="4494" y="5808"/>
                    <a:pt x="4428" y="5839"/>
                    <a:pt x="4361" y="5868"/>
                  </a:cubicBezTo>
                  <a:cubicBezTo>
                    <a:pt x="4303" y="5894"/>
                    <a:pt x="4246" y="5914"/>
                    <a:pt x="4179" y="5901"/>
                  </a:cubicBezTo>
                  <a:cubicBezTo>
                    <a:pt x="4129" y="5891"/>
                    <a:pt x="4077" y="5891"/>
                    <a:pt x="4016" y="5886"/>
                  </a:cubicBezTo>
                  <a:cubicBezTo>
                    <a:pt x="4075" y="5845"/>
                    <a:pt x="4133" y="5836"/>
                    <a:pt x="4192" y="5828"/>
                  </a:cubicBezTo>
                  <a:cubicBezTo>
                    <a:pt x="4294" y="5816"/>
                    <a:pt x="4394" y="5799"/>
                    <a:pt x="4489" y="5757"/>
                  </a:cubicBezTo>
                  <a:cubicBezTo>
                    <a:pt x="4528" y="5739"/>
                    <a:pt x="4568" y="5722"/>
                    <a:pt x="4607" y="5705"/>
                  </a:cubicBezTo>
                  <a:cubicBezTo>
                    <a:pt x="4697" y="5666"/>
                    <a:pt x="4758" y="5600"/>
                    <a:pt x="4801" y="5515"/>
                  </a:cubicBezTo>
                  <a:cubicBezTo>
                    <a:pt x="4809" y="5500"/>
                    <a:pt x="4817" y="5484"/>
                    <a:pt x="4825" y="5469"/>
                  </a:cubicBezTo>
                  <a:cubicBezTo>
                    <a:pt x="4827" y="5471"/>
                    <a:pt x="4830" y="5472"/>
                    <a:pt x="4832" y="5474"/>
                  </a:cubicBezTo>
                  <a:cubicBezTo>
                    <a:pt x="4780" y="5610"/>
                    <a:pt x="4729" y="5743"/>
                    <a:pt x="4564" y="5788"/>
                  </a:cubicBezTo>
                  <a:lnTo>
                    <a:pt x="4564" y="5789"/>
                  </a:lnTo>
                  <a:moveTo>
                    <a:pt x="4898" y="5250"/>
                  </a:moveTo>
                  <a:cubicBezTo>
                    <a:pt x="4850" y="5338"/>
                    <a:pt x="4801" y="5427"/>
                    <a:pt x="4752" y="5515"/>
                  </a:cubicBezTo>
                  <a:cubicBezTo>
                    <a:pt x="4715" y="5580"/>
                    <a:pt x="4663" y="5629"/>
                    <a:pt x="4595" y="5662"/>
                  </a:cubicBezTo>
                  <a:cubicBezTo>
                    <a:pt x="4458" y="5731"/>
                    <a:pt x="4314" y="5774"/>
                    <a:pt x="4161" y="5791"/>
                  </a:cubicBezTo>
                  <a:cubicBezTo>
                    <a:pt x="4035" y="5805"/>
                    <a:pt x="3935" y="5869"/>
                    <a:pt x="3853" y="5965"/>
                  </a:cubicBezTo>
                  <a:cubicBezTo>
                    <a:pt x="3929" y="5827"/>
                    <a:pt x="4012" y="5699"/>
                    <a:pt x="4174" y="5645"/>
                  </a:cubicBezTo>
                  <a:cubicBezTo>
                    <a:pt x="4367" y="5579"/>
                    <a:pt x="4532" y="5468"/>
                    <a:pt x="4677" y="5325"/>
                  </a:cubicBezTo>
                  <a:cubicBezTo>
                    <a:pt x="4714" y="5288"/>
                    <a:pt x="4746" y="5245"/>
                    <a:pt x="4777" y="5202"/>
                  </a:cubicBezTo>
                  <a:cubicBezTo>
                    <a:pt x="4809" y="5159"/>
                    <a:pt x="4851" y="5133"/>
                    <a:pt x="4898" y="5109"/>
                  </a:cubicBezTo>
                  <a:cubicBezTo>
                    <a:pt x="4902" y="5146"/>
                    <a:pt x="4906" y="5181"/>
                    <a:pt x="4908" y="5216"/>
                  </a:cubicBezTo>
                  <a:cubicBezTo>
                    <a:pt x="4908" y="5227"/>
                    <a:pt x="4903" y="5240"/>
                    <a:pt x="4898" y="5250"/>
                  </a:cubicBezTo>
                  <a:moveTo>
                    <a:pt x="4824" y="3963"/>
                  </a:moveTo>
                  <a:cubicBezTo>
                    <a:pt x="4827" y="3965"/>
                    <a:pt x="4830" y="3968"/>
                    <a:pt x="4833" y="3970"/>
                  </a:cubicBezTo>
                  <a:cubicBezTo>
                    <a:pt x="4812" y="4029"/>
                    <a:pt x="4786" y="4087"/>
                    <a:pt x="4771" y="4148"/>
                  </a:cubicBezTo>
                  <a:cubicBezTo>
                    <a:pt x="4754" y="4220"/>
                    <a:pt x="4742" y="4294"/>
                    <a:pt x="4734" y="4369"/>
                  </a:cubicBezTo>
                  <a:cubicBezTo>
                    <a:pt x="4727" y="4425"/>
                    <a:pt x="4754" y="4456"/>
                    <a:pt x="4817" y="4482"/>
                  </a:cubicBezTo>
                  <a:cubicBezTo>
                    <a:pt x="4869" y="4504"/>
                    <a:pt x="4886" y="4531"/>
                    <a:pt x="4881" y="4586"/>
                  </a:cubicBezTo>
                  <a:cubicBezTo>
                    <a:pt x="4880" y="4594"/>
                    <a:pt x="4878" y="4604"/>
                    <a:pt x="4873" y="4610"/>
                  </a:cubicBezTo>
                  <a:cubicBezTo>
                    <a:pt x="4813" y="4683"/>
                    <a:pt x="4752" y="4755"/>
                    <a:pt x="4693" y="4829"/>
                  </a:cubicBezTo>
                  <a:cubicBezTo>
                    <a:pt x="4640" y="4896"/>
                    <a:pt x="4575" y="4943"/>
                    <a:pt x="4491" y="4964"/>
                  </a:cubicBezTo>
                  <a:cubicBezTo>
                    <a:pt x="4413" y="4983"/>
                    <a:pt x="4346" y="5026"/>
                    <a:pt x="4281" y="5077"/>
                  </a:cubicBezTo>
                  <a:cubicBezTo>
                    <a:pt x="4303" y="5029"/>
                    <a:pt x="4326" y="4980"/>
                    <a:pt x="4349" y="4932"/>
                  </a:cubicBezTo>
                  <a:cubicBezTo>
                    <a:pt x="4354" y="4920"/>
                    <a:pt x="4360" y="4909"/>
                    <a:pt x="4368" y="4898"/>
                  </a:cubicBezTo>
                  <a:cubicBezTo>
                    <a:pt x="4483" y="4734"/>
                    <a:pt x="4533" y="4545"/>
                    <a:pt x="4581" y="4355"/>
                  </a:cubicBezTo>
                  <a:cubicBezTo>
                    <a:pt x="4599" y="4288"/>
                    <a:pt x="4625" y="4226"/>
                    <a:pt x="4667" y="4170"/>
                  </a:cubicBezTo>
                  <a:cubicBezTo>
                    <a:pt x="4708" y="4116"/>
                    <a:pt x="4748" y="4060"/>
                    <a:pt x="4789" y="4005"/>
                  </a:cubicBezTo>
                  <a:cubicBezTo>
                    <a:pt x="4800" y="3991"/>
                    <a:pt x="4812" y="3977"/>
                    <a:pt x="4824" y="3963"/>
                  </a:cubicBezTo>
                  <a:moveTo>
                    <a:pt x="4278" y="4480"/>
                  </a:moveTo>
                  <a:cubicBezTo>
                    <a:pt x="4285" y="4449"/>
                    <a:pt x="4316" y="4423"/>
                    <a:pt x="4338" y="4396"/>
                  </a:cubicBezTo>
                  <a:cubicBezTo>
                    <a:pt x="4430" y="4286"/>
                    <a:pt x="4521" y="4175"/>
                    <a:pt x="4617" y="4068"/>
                  </a:cubicBezTo>
                  <a:cubicBezTo>
                    <a:pt x="4658" y="4023"/>
                    <a:pt x="4712" y="3989"/>
                    <a:pt x="4760" y="3951"/>
                  </a:cubicBezTo>
                  <a:cubicBezTo>
                    <a:pt x="4766" y="3946"/>
                    <a:pt x="4774" y="3944"/>
                    <a:pt x="4780" y="3941"/>
                  </a:cubicBezTo>
                  <a:cubicBezTo>
                    <a:pt x="4730" y="4010"/>
                    <a:pt x="4679" y="4079"/>
                    <a:pt x="4629" y="4148"/>
                  </a:cubicBezTo>
                  <a:cubicBezTo>
                    <a:pt x="4586" y="4206"/>
                    <a:pt x="4559" y="4272"/>
                    <a:pt x="4540" y="4342"/>
                  </a:cubicBezTo>
                  <a:cubicBezTo>
                    <a:pt x="4512" y="4445"/>
                    <a:pt x="4483" y="4547"/>
                    <a:pt x="4449" y="4648"/>
                  </a:cubicBezTo>
                  <a:cubicBezTo>
                    <a:pt x="4433" y="4696"/>
                    <a:pt x="4407" y="4741"/>
                    <a:pt x="4383" y="4786"/>
                  </a:cubicBezTo>
                  <a:cubicBezTo>
                    <a:pt x="4354" y="4840"/>
                    <a:pt x="4322" y="4893"/>
                    <a:pt x="4286" y="4955"/>
                  </a:cubicBezTo>
                  <a:cubicBezTo>
                    <a:pt x="4296" y="4907"/>
                    <a:pt x="4304" y="4868"/>
                    <a:pt x="4313" y="4829"/>
                  </a:cubicBezTo>
                  <a:cubicBezTo>
                    <a:pt x="4332" y="4744"/>
                    <a:pt x="4312" y="4662"/>
                    <a:pt x="4297" y="4580"/>
                  </a:cubicBezTo>
                  <a:cubicBezTo>
                    <a:pt x="4291" y="4546"/>
                    <a:pt x="4271" y="4510"/>
                    <a:pt x="4278" y="4480"/>
                  </a:cubicBezTo>
                  <a:moveTo>
                    <a:pt x="3776" y="5989"/>
                  </a:moveTo>
                  <a:cubicBezTo>
                    <a:pt x="3844" y="5851"/>
                    <a:pt x="3891" y="5704"/>
                    <a:pt x="3979" y="5575"/>
                  </a:cubicBezTo>
                  <a:cubicBezTo>
                    <a:pt x="4052" y="5465"/>
                    <a:pt x="4111" y="5344"/>
                    <a:pt x="4192" y="5240"/>
                  </a:cubicBezTo>
                  <a:cubicBezTo>
                    <a:pt x="4272" y="5137"/>
                    <a:pt x="4365" y="5039"/>
                    <a:pt x="4500" y="5005"/>
                  </a:cubicBezTo>
                  <a:cubicBezTo>
                    <a:pt x="4601" y="4981"/>
                    <a:pt x="4677" y="4924"/>
                    <a:pt x="4737" y="4843"/>
                  </a:cubicBezTo>
                  <a:cubicBezTo>
                    <a:pt x="4768" y="4801"/>
                    <a:pt x="4800" y="4760"/>
                    <a:pt x="4832" y="4719"/>
                  </a:cubicBezTo>
                  <a:cubicBezTo>
                    <a:pt x="4842" y="4706"/>
                    <a:pt x="4853" y="4695"/>
                    <a:pt x="4870" y="4675"/>
                  </a:cubicBezTo>
                  <a:cubicBezTo>
                    <a:pt x="4870" y="4712"/>
                    <a:pt x="4871" y="4740"/>
                    <a:pt x="4870" y="4767"/>
                  </a:cubicBezTo>
                  <a:cubicBezTo>
                    <a:pt x="4869" y="4796"/>
                    <a:pt x="4880" y="4819"/>
                    <a:pt x="4906" y="4831"/>
                  </a:cubicBezTo>
                  <a:cubicBezTo>
                    <a:pt x="4994" y="4873"/>
                    <a:pt x="4995" y="4990"/>
                    <a:pt x="4910" y="5051"/>
                  </a:cubicBezTo>
                  <a:cubicBezTo>
                    <a:pt x="4909" y="5052"/>
                    <a:pt x="4907" y="5053"/>
                    <a:pt x="4905" y="5054"/>
                  </a:cubicBezTo>
                  <a:cubicBezTo>
                    <a:pt x="4818" y="5103"/>
                    <a:pt x="4750" y="5170"/>
                    <a:pt x="4686" y="5248"/>
                  </a:cubicBezTo>
                  <a:cubicBezTo>
                    <a:pt x="4560" y="5402"/>
                    <a:pt x="4397" y="5518"/>
                    <a:pt x="4208" y="5583"/>
                  </a:cubicBezTo>
                  <a:cubicBezTo>
                    <a:pt x="4033" y="5643"/>
                    <a:pt x="3916" y="5755"/>
                    <a:pt x="3831" y="5912"/>
                  </a:cubicBezTo>
                  <a:cubicBezTo>
                    <a:pt x="3806" y="5957"/>
                    <a:pt x="3782" y="6002"/>
                    <a:pt x="3758" y="6046"/>
                  </a:cubicBezTo>
                  <a:cubicBezTo>
                    <a:pt x="3756" y="6046"/>
                    <a:pt x="3754" y="6045"/>
                    <a:pt x="3752" y="6045"/>
                  </a:cubicBezTo>
                  <a:cubicBezTo>
                    <a:pt x="3760" y="6026"/>
                    <a:pt x="3767" y="6007"/>
                    <a:pt x="3776" y="5989"/>
                  </a:cubicBezTo>
                  <a:moveTo>
                    <a:pt x="4758" y="6548"/>
                  </a:moveTo>
                  <a:cubicBezTo>
                    <a:pt x="4767" y="6527"/>
                    <a:pt x="4777" y="6524"/>
                    <a:pt x="4798" y="6535"/>
                  </a:cubicBezTo>
                  <a:cubicBezTo>
                    <a:pt x="4840" y="6558"/>
                    <a:pt x="4883" y="6582"/>
                    <a:pt x="4929" y="6599"/>
                  </a:cubicBezTo>
                  <a:cubicBezTo>
                    <a:pt x="4978" y="6616"/>
                    <a:pt x="5026" y="6605"/>
                    <a:pt x="5074" y="6584"/>
                  </a:cubicBezTo>
                  <a:cubicBezTo>
                    <a:pt x="5237" y="6511"/>
                    <a:pt x="5400" y="6440"/>
                    <a:pt x="5563" y="6369"/>
                  </a:cubicBezTo>
                  <a:cubicBezTo>
                    <a:pt x="5634" y="6339"/>
                    <a:pt x="5707" y="6326"/>
                    <a:pt x="5782" y="6356"/>
                  </a:cubicBezTo>
                  <a:cubicBezTo>
                    <a:pt x="5794" y="6361"/>
                    <a:pt x="5807" y="6365"/>
                    <a:pt x="5820" y="6366"/>
                  </a:cubicBezTo>
                  <a:cubicBezTo>
                    <a:pt x="5889" y="6371"/>
                    <a:pt x="5931" y="6420"/>
                    <a:pt x="5974" y="6466"/>
                  </a:cubicBezTo>
                  <a:cubicBezTo>
                    <a:pt x="5980" y="6472"/>
                    <a:pt x="5982" y="6484"/>
                    <a:pt x="5980" y="6493"/>
                  </a:cubicBezTo>
                  <a:cubicBezTo>
                    <a:pt x="5970" y="6533"/>
                    <a:pt x="5962" y="6576"/>
                    <a:pt x="5945" y="6614"/>
                  </a:cubicBezTo>
                  <a:cubicBezTo>
                    <a:pt x="5898" y="6715"/>
                    <a:pt x="5845" y="6814"/>
                    <a:pt x="5796" y="6914"/>
                  </a:cubicBezTo>
                  <a:cubicBezTo>
                    <a:pt x="5761" y="6985"/>
                    <a:pt x="5715" y="7045"/>
                    <a:pt x="5653" y="7094"/>
                  </a:cubicBezTo>
                  <a:cubicBezTo>
                    <a:pt x="5497" y="7216"/>
                    <a:pt x="5331" y="7319"/>
                    <a:pt x="5143" y="7386"/>
                  </a:cubicBezTo>
                  <a:cubicBezTo>
                    <a:pt x="4966" y="7449"/>
                    <a:pt x="4790" y="7517"/>
                    <a:pt x="4605" y="7555"/>
                  </a:cubicBezTo>
                  <a:cubicBezTo>
                    <a:pt x="4474" y="7582"/>
                    <a:pt x="4342" y="7605"/>
                    <a:pt x="4219" y="7659"/>
                  </a:cubicBezTo>
                  <a:cubicBezTo>
                    <a:pt x="4188" y="7673"/>
                    <a:pt x="4159" y="7688"/>
                    <a:pt x="4125" y="7705"/>
                  </a:cubicBezTo>
                  <a:cubicBezTo>
                    <a:pt x="4229" y="7504"/>
                    <a:pt x="4275" y="7288"/>
                    <a:pt x="4339" y="7078"/>
                  </a:cubicBezTo>
                  <a:cubicBezTo>
                    <a:pt x="4374" y="6963"/>
                    <a:pt x="4434" y="6868"/>
                    <a:pt x="4521" y="6789"/>
                  </a:cubicBezTo>
                  <a:cubicBezTo>
                    <a:pt x="4572" y="6742"/>
                    <a:pt x="4625" y="6697"/>
                    <a:pt x="4680" y="6654"/>
                  </a:cubicBezTo>
                  <a:cubicBezTo>
                    <a:pt x="4718" y="6626"/>
                    <a:pt x="4740" y="6589"/>
                    <a:pt x="4758" y="6548"/>
                  </a:cubicBezTo>
                  <a:moveTo>
                    <a:pt x="3817" y="7677"/>
                  </a:moveTo>
                  <a:cubicBezTo>
                    <a:pt x="3853" y="7521"/>
                    <a:pt x="3880" y="7363"/>
                    <a:pt x="3942" y="7214"/>
                  </a:cubicBezTo>
                  <a:cubicBezTo>
                    <a:pt x="3977" y="7128"/>
                    <a:pt x="4017" y="7046"/>
                    <a:pt x="4089" y="6982"/>
                  </a:cubicBezTo>
                  <a:cubicBezTo>
                    <a:pt x="4126" y="6949"/>
                    <a:pt x="4168" y="6929"/>
                    <a:pt x="4217" y="6926"/>
                  </a:cubicBezTo>
                  <a:cubicBezTo>
                    <a:pt x="4272" y="6923"/>
                    <a:pt x="4316" y="6902"/>
                    <a:pt x="4355" y="6861"/>
                  </a:cubicBezTo>
                  <a:cubicBezTo>
                    <a:pt x="4434" y="6777"/>
                    <a:pt x="4515" y="6693"/>
                    <a:pt x="4599" y="6612"/>
                  </a:cubicBezTo>
                  <a:cubicBezTo>
                    <a:pt x="4628" y="6584"/>
                    <a:pt x="4668" y="6566"/>
                    <a:pt x="4703" y="6543"/>
                  </a:cubicBezTo>
                  <a:cubicBezTo>
                    <a:pt x="4706" y="6547"/>
                    <a:pt x="4709" y="6551"/>
                    <a:pt x="4712" y="6555"/>
                  </a:cubicBezTo>
                  <a:cubicBezTo>
                    <a:pt x="4692" y="6577"/>
                    <a:pt x="4672" y="6601"/>
                    <a:pt x="4650" y="6621"/>
                  </a:cubicBezTo>
                  <a:cubicBezTo>
                    <a:pt x="4588" y="6677"/>
                    <a:pt x="4522" y="6729"/>
                    <a:pt x="4462" y="6787"/>
                  </a:cubicBezTo>
                  <a:cubicBezTo>
                    <a:pt x="4382" y="6863"/>
                    <a:pt x="4330" y="6955"/>
                    <a:pt x="4299" y="7062"/>
                  </a:cubicBezTo>
                  <a:cubicBezTo>
                    <a:pt x="4256" y="7214"/>
                    <a:pt x="4206" y="7365"/>
                    <a:pt x="4160" y="7517"/>
                  </a:cubicBezTo>
                  <a:cubicBezTo>
                    <a:pt x="4130" y="7615"/>
                    <a:pt x="4079" y="7700"/>
                    <a:pt x="4002" y="7768"/>
                  </a:cubicBezTo>
                  <a:cubicBezTo>
                    <a:pt x="3925" y="7837"/>
                    <a:pt x="3847" y="7904"/>
                    <a:pt x="3770" y="7972"/>
                  </a:cubicBezTo>
                  <a:cubicBezTo>
                    <a:pt x="3765" y="7970"/>
                    <a:pt x="3761" y="7968"/>
                    <a:pt x="3757" y="7966"/>
                  </a:cubicBezTo>
                  <a:cubicBezTo>
                    <a:pt x="3777" y="7870"/>
                    <a:pt x="3795" y="7773"/>
                    <a:pt x="3817" y="7677"/>
                  </a:cubicBezTo>
                  <a:moveTo>
                    <a:pt x="6037" y="7889"/>
                  </a:moveTo>
                  <a:cubicBezTo>
                    <a:pt x="6018" y="7913"/>
                    <a:pt x="5997" y="7936"/>
                    <a:pt x="5987" y="7964"/>
                  </a:cubicBezTo>
                  <a:cubicBezTo>
                    <a:pt x="5939" y="8093"/>
                    <a:pt x="5839" y="8174"/>
                    <a:pt x="5733" y="8249"/>
                  </a:cubicBezTo>
                  <a:cubicBezTo>
                    <a:pt x="5673" y="8292"/>
                    <a:pt x="5611" y="8334"/>
                    <a:pt x="5533" y="8339"/>
                  </a:cubicBezTo>
                  <a:cubicBezTo>
                    <a:pt x="5517" y="8340"/>
                    <a:pt x="5500" y="8340"/>
                    <a:pt x="5486" y="8335"/>
                  </a:cubicBezTo>
                  <a:cubicBezTo>
                    <a:pt x="5444" y="8321"/>
                    <a:pt x="5403" y="8302"/>
                    <a:pt x="5361" y="8286"/>
                  </a:cubicBezTo>
                  <a:cubicBezTo>
                    <a:pt x="5316" y="8269"/>
                    <a:pt x="5270" y="8253"/>
                    <a:pt x="5224" y="8238"/>
                  </a:cubicBezTo>
                  <a:cubicBezTo>
                    <a:pt x="5197" y="8229"/>
                    <a:pt x="5172" y="8220"/>
                    <a:pt x="5154" y="8195"/>
                  </a:cubicBezTo>
                  <a:cubicBezTo>
                    <a:pt x="5123" y="8153"/>
                    <a:pt x="5081" y="8124"/>
                    <a:pt x="5033" y="8103"/>
                  </a:cubicBezTo>
                  <a:cubicBezTo>
                    <a:pt x="4948" y="8067"/>
                    <a:pt x="4865" y="8026"/>
                    <a:pt x="4780" y="7991"/>
                  </a:cubicBezTo>
                  <a:cubicBezTo>
                    <a:pt x="4685" y="7951"/>
                    <a:pt x="4586" y="7929"/>
                    <a:pt x="4481" y="7936"/>
                  </a:cubicBezTo>
                  <a:cubicBezTo>
                    <a:pt x="4383" y="7942"/>
                    <a:pt x="4284" y="7947"/>
                    <a:pt x="4185" y="7950"/>
                  </a:cubicBezTo>
                  <a:cubicBezTo>
                    <a:pt x="4031" y="7954"/>
                    <a:pt x="3891" y="8004"/>
                    <a:pt x="3758" y="8077"/>
                  </a:cubicBezTo>
                  <a:cubicBezTo>
                    <a:pt x="3749" y="8082"/>
                    <a:pt x="3739" y="8087"/>
                    <a:pt x="3729" y="8092"/>
                  </a:cubicBezTo>
                  <a:cubicBezTo>
                    <a:pt x="3727" y="8090"/>
                    <a:pt x="3724" y="8088"/>
                    <a:pt x="3722" y="8085"/>
                  </a:cubicBezTo>
                  <a:cubicBezTo>
                    <a:pt x="3740" y="8063"/>
                    <a:pt x="3754" y="8036"/>
                    <a:pt x="3776" y="8019"/>
                  </a:cubicBezTo>
                  <a:cubicBezTo>
                    <a:pt x="3878" y="7939"/>
                    <a:pt x="3981" y="7861"/>
                    <a:pt x="4086" y="7785"/>
                  </a:cubicBezTo>
                  <a:cubicBezTo>
                    <a:pt x="4206" y="7698"/>
                    <a:pt x="4343" y="7648"/>
                    <a:pt x="4488" y="7623"/>
                  </a:cubicBezTo>
                  <a:cubicBezTo>
                    <a:pt x="4629" y="7599"/>
                    <a:pt x="4764" y="7554"/>
                    <a:pt x="4902" y="7520"/>
                  </a:cubicBezTo>
                  <a:cubicBezTo>
                    <a:pt x="5126" y="7464"/>
                    <a:pt x="5349" y="7464"/>
                    <a:pt x="5570" y="7554"/>
                  </a:cubicBezTo>
                  <a:cubicBezTo>
                    <a:pt x="5724" y="7617"/>
                    <a:pt x="5865" y="7701"/>
                    <a:pt x="6004" y="7790"/>
                  </a:cubicBezTo>
                  <a:cubicBezTo>
                    <a:pt x="6016" y="7798"/>
                    <a:pt x="6028" y="7806"/>
                    <a:pt x="6037" y="7816"/>
                  </a:cubicBezTo>
                  <a:cubicBezTo>
                    <a:pt x="6057" y="7837"/>
                    <a:pt x="6055" y="7867"/>
                    <a:pt x="6037" y="7889"/>
                  </a:cubicBezTo>
                  <a:moveTo>
                    <a:pt x="7153" y="7649"/>
                  </a:moveTo>
                  <a:cubicBezTo>
                    <a:pt x="7104" y="7672"/>
                    <a:pt x="7052" y="7670"/>
                    <a:pt x="7001" y="7649"/>
                  </a:cubicBezTo>
                  <a:cubicBezTo>
                    <a:pt x="6905" y="7608"/>
                    <a:pt x="6803" y="7601"/>
                    <a:pt x="6703" y="7609"/>
                  </a:cubicBezTo>
                  <a:cubicBezTo>
                    <a:pt x="6632" y="7615"/>
                    <a:pt x="6568" y="7650"/>
                    <a:pt x="6520" y="7711"/>
                  </a:cubicBezTo>
                  <a:cubicBezTo>
                    <a:pt x="6501" y="7737"/>
                    <a:pt x="6468" y="7759"/>
                    <a:pt x="6437" y="7768"/>
                  </a:cubicBezTo>
                  <a:cubicBezTo>
                    <a:pt x="6372" y="7786"/>
                    <a:pt x="6303" y="7794"/>
                    <a:pt x="6236" y="7808"/>
                  </a:cubicBezTo>
                  <a:cubicBezTo>
                    <a:pt x="6190" y="7818"/>
                    <a:pt x="6144" y="7831"/>
                    <a:pt x="6095" y="7843"/>
                  </a:cubicBezTo>
                  <a:cubicBezTo>
                    <a:pt x="6093" y="7794"/>
                    <a:pt x="6055" y="7771"/>
                    <a:pt x="6019" y="7747"/>
                  </a:cubicBezTo>
                  <a:cubicBezTo>
                    <a:pt x="5875" y="7652"/>
                    <a:pt x="5728" y="7564"/>
                    <a:pt x="5565" y="7506"/>
                  </a:cubicBezTo>
                  <a:cubicBezTo>
                    <a:pt x="5436" y="7460"/>
                    <a:pt x="5304" y="7429"/>
                    <a:pt x="5166" y="7442"/>
                  </a:cubicBezTo>
                  <a:cubicBezTo>
                    <a:pt x="5156" y="7443"/>
                    <a:pt x="5146" y="7443"/>
                    <a:pt x="5136" y="7443"/>
                  </a:cubicBezTo>
                  <a:cubicBezTo>
                    <a:pt x="5135" y="7443"/>
                    <a:pt x="5133" y="7441"/>
                    <a:pt x="5130" y="7438"/>
                  </a:cubicBezTo>
                  <a:cubicBezTo>
                    <a:pt x="5183" y="7426"/>
                    <a:pt x="5234" y="7411"/>
                    <a:pt x="5285" y="7403"/>
                  </a:cubicBezTo>
                  <a:cubicBezTo>
                    <a:pt x="5411" y="7384"/>
                    <a:pt x="5536" y="7365"/>
                    <a:pt x="5662" y="7352"/>
                  </a:cubicBezTo>
                  <a:cubicBezTo>
                    <a:pt x="5748" y="7343"/>
                    <a:pt x="5834" y="7338"/>
                    <a:pt x="5919" y="7340"/>
                  </a:cubicBezTo>
                  <a:cubicBezTo>
                    <a:pt x="5978" y="7341"/>
                    <a:pt x="6038" y="7353"/>
                    <a:pt x="6095" y="7369"/>
                  </a:cubicBezTo>
                  <a:cubicBezTo>
                    <a:pt x="6242" y="7408"/>
                    <a:pt x="6385" y="7465"/>
                    <a:pt x="6539" y="7467"/>
                  </a:cubicBezTo>
                  <a:cubicBezTo>
                    <a:pt x="6655" y="7469"/>
                    <a:pt x="6772" y="7468"/>
                    <a:pt x="6887" y="7458"/>
                  </a:cubicBezTo>
                  <a:cubicBezTo>
                    <a:pt x="6989" y="7450"/>
                    <a:pt x="7082" y="7464"/>
                    <a:pt x="7170" y="7515"/>
                  </a:cubicBezTo>
                  <a:cubicBezTo>
                    <a:pt x="7212" y="7539"/>
                    <a:pt x="7256" y="7559"/>
                    <a:pt x="7309" y="7559"/>
                  </a:cubicBezTo>
                  <a:cubicBezTo>
                    <a:pt x="7257" y="7590"/>
                    <a:pt x="7207" y="7624"/>
                    <a:pt x="7153" y="7650"/>
                  </a:cubicBezTo>
                  <a:lnTo>
                    <a:pt x="7153" y="7649"/>
                  </a:lnTo>
                  <a:moveTo>
                    <a:pt x="7289" y="7520"/>
                  </a:moveTo>
                  <a:cubicBezTo>
                    <a:pt x="7275" y="7518"/>
                    <a:pt x="7262" y="7512"/>
                    <a:pt x="7249" y="7506"/>
                  </a:cubicBezTo>
                  <a:cubicBezTo>
                    <a:pt x="7205" y="7485"/>
                    <a:pt x="7161" y="7463"/>
                    <a:pt x="7118" y="7442"/>
                  </a:cubicBezTo>
                  <a:cubicBezTo>
                    <a:pt x="7040" y="7402"/>
                    <a:pt x="6956" y="7415"/>
                    <a:pt x="6874" y="7416"/>
                  </a:cubicBezTo>
                  <a:cubicBezTo>
                    <a:pt x="6801" y="7417"/>
                    <a:pt x="6728" y="7427"/>
                    <a:pt x="6656" y="7427"/>
                  </a:cubicBezTo>
                  <a:cubicBezTo>
                    <a:pt x="6526" y="7429"/>
                    <a:pt x="6398" y="7417"/>
                    <a:pt x="6274" y="7374"/>
                  </a:cubicBezTo>
                  <a:cubicBezTo>
                    <a:pt x="6192" y="7345"/>
                    <a:pt x="6107" y="7321"/>
                    <a:pt x="6022" y="7305"/>
                  </a:cubicBezTo>
                  <a:cubicBezTo>
                    <a:pt x="5902" y="7282"/>
                    <a:pt x="5780" y="7295"/>
                    <a:pt x="5659" y="7308"/>
                  </a:cubicBezTo>
                  <a:cubicBezTo>
                    <a:pt x="5574" y="7317"/>
                    <a:pt x="5490" y="7327"/>
                    <a:pt x="5406" y="7336"/>
                  </a:cubicBezTo>
                  <a:cubicBezTo>
                    <a:pt x="5397" y="7337"/>
                    <a:pt x="5388" y="7336"/>
                    <a:pt x="5370" y="7336"/>
                  </a:cubicBezTo>
                  <a:cubicBezTo>
                    <a:pt x="5419" y="7306"/>
                    <a:pt x="5462" y="7282"/>
                    <a:pt x="5503" y="7254"/>
                  </a:cubicBezTo>
                  <a:cubicBezTo>
                    <a:pt x="5565" y="7212"/>
                    <a:pt x="5626" y="7168"/>
                    <a:pt x="5686" y="7123"/>
                  </a:cubicBezTo>
                  <a:cubicBezTo>
                    <a:pt x="5751" y="7073"/>
                    <a:pt x="5797" y="7008"/>
                    <a:pt x="5834" y="6935"/>
                  </a:cubicBezTo>
                  <a:cubicBezTo>
                    <a:pt x="5883" y="6835"/>
                    <a:pt x="5935" y="6737"/>
                    <a:pt x="5982" y="6637"/>
                  </a:cubicBezTo>
                  <a:cubicBezTo>
                    <a:pt x="6003" y="6592"/>
                    <a:pt x="6016" y="6542"/>
                    <a:pt x="6033" y="6492"/>
                  </a:cubicBezTo>
                  <a:cubicBezTo>
                    <a:pt x="6073" y="6482"/>
                    <a:pt x="6119" y="6473"/>
                    <a:pt x="6164" y="6459"/>
                  </a:cubicBezTo>
                  <a:cubicBezTo>
                    <a:pt x="6188" y="6452"/>
                    <a:pt x="6200" y="6460"/>
                    <a:pt x="6210" y="6481"/>
                  </a:cubicBezTo>
                  <a:cubicBezTo>
                    <a:pt x="6221" y="6505"/>
                    <a:pt x="6234" y="6529"/>
                    <a:pt x="6245" y="6554"/>
                  </a:cubicBezTo>
                  <a:cubicBezTo>
                    <a:pt x="6283" y="6638"/>
                    <a:pt x="6347" y="6685"/>
                    <a:pt x="6437" y="6704"/>
                  </a:cubicBezTo>
                  <a:cubicBezTo>
                    <a:pt x="6503" y="6718"/>
                    <a:pt x="6570" y="6738"/>
                    <a:pt x="6633" y="6763"/>
                  </a:cubicBezTo>
                  <a:cubicBezTo>
                    <a:pt x="6696" y="6787"/>
                    <a:pt x="6715" y="6831"/>
                    <a:pt x="6704" y="6898"/>
                  </a:cubicBezTo>
                  <a:cubicBezTo>
                    <a:pt x="6679" y="7054"/>
                    <a:pt x="6750" y="7152"/>
                    <a:pt x="6919" y="7186"/>
                  </a:cubicBezTo>
                  <a:cubicBezTo>
                    <a:pt x="6969" y="7196"/>
                    <a:pt x="7020" y="7198"/>
                    <a:pt x="7071" y="7205"/>
                  </a:cubicBezTo>
                  <a:cubicBezTo>
                    <a:pt x="7197" y="7222"/>
                    <a:pt x="7287" y="7308"/>
                    <a:pt x="7310" y="7433"/>
                  </a:cubicBezTo>
                  <a:cubicBezTo>
                    <a:pt x="7314" y="7450"/>
                    <a:pt x="7315" y="7468"/>
                    <a:pt x="7319" y="7485"/>
                  </a:cubicBezTo>
                  <a:cubicBezTo>
                    <a:pt x="7326" y="7512"/>
                    <a:pt x="7313" y="7522"/>
                    <a:pt x="7289" y="7520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6715005" y="1064630"/>
              <a:ext cx="194760" cy="270000"/>
            </a:xfrm>
            <a:custGeom>
              <a:avLst/>
              <a:gdLst/>
              <a:ahLst/>
              <a:cxnLst/>
              <a:rect l="l" t="t" r="r" b="b"/>
              <a:pathLst>
                <a:path w="541" h="750" extrusionOk="0">
                  <a:moveTo>
                    <a:pt x="121" y="568"/>
                  </a:moveTo>
                  <a:cubicBezTo>
                    <a:pt x="139" y="561"/>
                    <a:pt x="157" y="550"/>
                    <a:pt x="174" y="542"/>
                  </a:cubicBezTo>
                  <a:cubicBezTo>
                    <a:pt x="174" y="581"/>
                    <a:pt x="171" y="619"/>
                    <a:pt x="175" y="656"/>
                  </a:cubicBezTo>
                  <a:cubicBezTo>
                    <a:pt x="178" y="696"/>
                    <a:pt x="193" y="732"/>
                    <a:pt x="235" y="745"/>
                  </a:cubicBezTo>
                  <a:cubicBezTo>
                    <a:pt x="280" y="758"/>
                    <a:pt x="320" y="744"/>
                    <a:pt x="351" y="710"/>
                  </a:cubicBezTo>
                  <a:cubicBezTo>
                    <a:pt x="396" y="662"/>
                    <a:pt x="425" y="607"/>
                    <a:pt x="431" y="540"/>
                  </a:cubicBezTo>
                  <a:cubicBezTo>
                    <a:pt x="432" y="530"/>
                    <a:pt x="442" y="518"/>
                    <a:pt x="451" y="514"/>
                  </a:cubicBezTo>
                  <a:cubicBezTo>
                    <a:pt x="496" y="494"/>
                    <a:pt x="523" y="461"/>
                    <a:pt x="533" y="415"/>
                  </a:cubicBezTo>
                  <a:cubicBezTo>
                    <a:pt x="540" y="383"/>
                    <a:pt x="541" y="350"/>
                    <a:pt x="541" y="318"/>
                  </a:cubicBezTo>
                  <a:cubicBezTo>
                    <a:pt x="542" y="244"/>
                    <a:pt x="469" y="174"/>
                    <a:pt x="398" y="176"/>
                  </a:cubicBezTo>
                  <a:cubicBezTo>
                    <a:pt x="398" y="150"/>
                    <a:pt x="401" y="123"/>
                    <a:pt x="397" y="98"/>
                  </a:cubicBezTo>
                  <a:cubicBezTo>
                    <a:pt x="386" y="15"/>
                    <a:pt x="346" y="-16"/>
                    <a:pt x="268" y="9"/>
                  </a:cubicBezTo>
                  <a:cubicBezTo>
                    <a:pt x="151" y="45"/>
                    <a:pt x="100" y="121"/>
                    <a:pt x="103" y="241"/>
                  </a:cubicBezTo>
                  <a:cubicBezTo>
                    <a:pt x="72" y="270"/>
                    <a:pt x="39" y="288"/>
                    <a:pt x="26" y="315"/>
                  </a:cubicBezTo>
                  <a:cubicBezTo>
                    <a:pt x="-4" y="382"/>
                    <a:pt x="-9" y="455"/>
                    <a:pt x="16" y="525"/>
                  </a:cubicBezTo>
                  <a:cubicBezTo>
                    <a:pt x="33" y="575"/>
                    <a:pt x="72" y="588"/>
                    <a:pt x="121" y="568"/>
                  </a:cubicBezTo>
                  <a:moveTo>
                    <a:pt x="389" y="527"/>
                  </a:moveTo>
                  <a:cubicBezTo>
                    <a:pt x="384" y="582"/>
                    <a:pt x="364" y="630"/>
                    <a:pt x="327" y="671"/>
                  </a:cubicBezTo>
                  <a:cubicBezTo>
                    <a:pt x="307" y="694"/>
                    <a:pt x="285" y="714"/>
                    <a:pt x="252" y="705"/>
                  </a:cubicBezTo>
                  <a:cubicBezTo>
                    <a:pt x="220" y="697"/>
                    <a:pt x="218" y="666"/>
                    <a:pt x="213" y="640"/>
                  </a:cubicBezTo>
                  <a:cubicBezTo>
                    <a:pt x="212" y="631"/>
                    <a:pt x="211" y="623"/>
                    <a:pt x="210" y="616"/>
                  </a:cubicBezTo>
                  <a:cubicBezTo>
                    <a:pt x="213" y="567"/>
                    <a:pt x="218" y="519"/>
                    <a:pt x="264" y="492"/>
                  </a:cubicBezTo>
                  <a:cubicBezTo>
                    <a:pt x="288" y="479"/>
                    <a:pt x="315" y="471"/>
                    <a:pt x="342" y="465"/>
                  </a:cubicBezTo>
                  <a:cubicBezTo>
                    <a:pt x="359" y="462"/>
                    <a:pt x="391" y="506"/>
                    <a:pt x="389" y="527"/>
                  </a:cubicBezTo>
                  <a:moveTo>
                    <a:pt x="421" y="220"/>
                  </a:moveTo>
                  <a:cubicBezTo>
                    <a:pt x="451" y="245"/>
                    <a:pt x="499" y="258"/>
                    <a:pt x="497" y="312"/>
                  </a:cubicBezTo>
                  <a:cubicBezTo>
                    <a:pt x="496" y="373"/>
                    <a:pt x="506" y="439"/>
                    <a:pt x="431" y="474"/>
                  </a:cubicBezTo>
                  <a:cubicBezTo>
                    <a:pt x="412" y="441"/>
                    <a:pt x="390" y="418"/>
                    <a:pt x="353" y="412"/>
                  </a:cubicBezTo>
                  <a:cubicBezTo>
                    <a:pt x="343" y="411"/>
                    <a:pt x="331" y="397"/>
                    <a:pt x="327" y="387"/>
                  </a:cubicBezTo>
                  <a:cubicBezTo>
                    <a:pt x="295" y="318"/>
                    <a:pt x="295" y="318"/>
                    <a:pt x="357" y="269"/>
                  </a:cubicBezTo>
                  <a:cubicBezTo>
                    <a:pt x="377" y="253"/>
                    <a:pt x="398" y="238"/>
                    <a:pt x="421" y="220"/>
                  </a:cubicBezTo>
                  <a:moveTo>
                    <a:pt x="247" y="62"/>
                  </a:moveTo>
                  <a:cubicBezTo>
                    <a:pt x="252" y="59"/>
                    <a:pt x="257" y="57"/>
                    <a:pt x="262" y="55"/>
                  </a:cubicBezTo>
                  <a:cubicBezTo>
                    <a:pt x="331" y="27"/>
                    <a:pt x="360" y="48"/>
                    <a:pt x="359" y="123"/>
                  </a:cubicBezTo>
                  <a:cubicBezTo>
                    <a:pt x="358" y="189"/>
                    <a:pt x="293" y="284"/>
                    <a:pt x="231" y="308"/>
                  </a:cubicBezTo>
                  <a:cubicBezTo>
                    <a:pt x="203" y="319"/>
                    <a:pt x="177" y="311"/>
                    <a:pt x="163" y="283"/>
                  </a:cubicBezTo>
                  <a:cubicBezTo>
                    <a:pt x="119" y="198"/>
                    <a:pt x="150" y="117"/>
                    <a:pt x="247" y="62"/>
                  </a:cubicBezTo>
                  <a:moveTo>
                    <a:pt x="58" y="341"/>
                  </a:moveTo>
                  <a:cubicBezTo>
                    <a:pt x="59" y="329"/>
                    <a:pt x="72" y="318"/>
                    <a:pt x="82" y="308"/>
                  </a:cubicBezTo>
                  <a:cubicBezTo>
                    <a:pt x="97" y="294"/>
                    <a:pt x="114" y="292"/>
                    <a:pt x="126" y="312"/>
                  </a:cubicBezTo>
                  <a:cubicBezTo>
                    <a:pt x="157" y="358"/>
                    <a:pt x="200" y="364"/>
                    <a:pt x="252" y="349"/>
                  </a:cubicBezTo>
                  <a:cubicBezTo>
                    <a:pt x="256" y="358"/>
                    <a:pt x="258" y="365"/>
                    <a:pt x="261" y="372"/>
                  </a:cubicBezTo>
                  <a:cubicBezTo>
                    <a:pt x="281" y="418"/>
                    <a:pt x="281" y="417"/>
                    <a:pt x="237" y="445"/>
                  </a:cubicBezTo>
                  <a:cubicBezTo>
                    <a:pt x="197" y="470"/>
                    <a:pt x="158" y="498"/>
                    <a:pt x="117" y="522"/>
                  </a:cubicBezTo>
                  <a:cubicBezTo>
                    <a:pt x="78" y="545"/>
                    <a:pt x="55" y="537"/>
                    <a:pt x="51" y="492"/>
                  </a:cubicBezTo>
                  <a:cubicBezTo>
                    <a:pt x="46" y="442"/>
                    <a:pt x="53" y="391"/>
                    <a:pt x="58" y="341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7013085" y="1112510"/>
              <a:ext cx="162360" cy="216360"/>
            </a:xfrm>
            <a:custGeom>
              <a:avLst/>
              <a:gdLst/>
              <a:ahLst/>
              <a:cxnLst/>
              <a:rect l="l" t="t" r="r" b="b"/>
              <a:pathLst>
                <a:path w="451" h="601" extrusionOk="0">
                  <a:moveTo>
                    <a:pt x="319" y="23"/>
                  </a:moveTo>
                  <a:cubicBezTo>
                    <a:pt x="285" y="65"/>
                    <a:pt x="252" y="107"/>
                    <a:pt x="221" y="147"/>
                  </a:cubicBezTo>
                  <a:cubicBezTo>
                    <a:pt x="211" y="130"/>
                    <a:pt x="199" y="106"/>
                    <a:pt x="185" y="84"/>
                  </a:cubicBezTo>
                  <a:cubicBezTo>
                    <a:pt x="180" y="76"/>
                    <a:pt x="172" y="67"/>
                    <a:pt x="165" y="67"/>
                  </a:cubicBezTo>
                  <a:cubicBezTo>
                    <a:pt x="119" y="63"/>
                    <a:pt x="77" y="72"/>
                    <a:pt x="50" y="113"/>
                  </a:cubicBezTo>
                  <a:cubicBezTo>
                    <a:pt x="9" y="172"/>
                    <a:pt x="-6" y="239"/>
                    <a:pt x="2" y="308"/>
                  </a:cubicBezTo>
                  <a:cubicBezTo>
                    <a:pt x="10" y="372"/>
                    <a:pt x="68" y="397"/>
                    <a:pt x="124" y="365"/>
                  </a:cubicBezTo>
                  <a:cubicBezTo>
                    <a:pt x="130" y="361"/>
                    <a:pt x="135" y="358"/>
                    <a:pt x="141" y="355"/>
                  </a:cubicBezTo>
                  <a:cubicBezTo>
                    <a:pt x="143" y="357"/>
                    <a:pt x="145" y="359"/>
                    <a:pt x="147" y="361"/>
                  </a:cubicBezTo>
                  <a:cubicBezTo>
                    <a:pt x="137" y="378"/>
                    <a:pt x="127" y="395"/>
                    <a:pt x="117" y="413"/>
                  </a:cubicBezTo>
                  <a:cubicBezTo>
                    <a:pt x="85" y="471"/>
                    <a:pt x="91" y="535"/>
                    <a:pt x="131" y="569"/>
                  </a:cubicBezTo>
                  <a:cubicBezTo>
                    <a:pt x="175" y="606"/>
                    <a:pt x="276" y="613"/>
                    <a:pt x="323" y="579"/>
                  </a:cubicBezTo>
                  <a:cubicBezTo>
                    <a:pt x="338" y="569"/>
                    <a:pt x="351" y="552"/>
                    <a:pt x="358" y="535"/>
                  </a:cubicBezTo>
                  <a:cubicBezTo>
                    <a:pt x="385" y="469"/>
                    <a:pt x="344" y="385"/>
                    <a:pt x="274" y="360"/>
                  </a:cubicBezTo>
                  <a:cubicBezTo>
                    <a:pt x="240" y="347"/>
                    <a:pt x="203" y="340"/>
                    <a:pt x="168" y="331"/>
                  </a:cubicBezTo>
                  <a:cubicBezTo>
                    <a:pt x="183" y="304"/>
                    <a:pt x="199" y="278"/>
                    <a:pt x="215" y="251"/>
                  </a:cubicBezTo>
                  <a:cubicBezTo>
                    <a:pt x="218" y="254"/>
                    <a:pt x="221" y="256"/>
                    <a:pt x="222" y="259"/>
                  </a:cubicBezTo>
                  <a:cubicBezTo>
                    <a:pt x="242" y="309"/>
                    <a:pt x="286" y="323"/>
                    <a:pt x="333" y="324"/>
                  </a:cubicBezTo>
                  <a:cubicBezTo>
                    <a:pt x="381" y="324"/>
                    <a:pt x="416" y="296"/>
                    <a:pt x="432" y="251"/>
                  </a:cubicBezTo>
                  <a:cubicBezTo>
                    <a:pt x="460" y="171"/>
                    <a:pt x="458" y="91"/>
                    <a:pt x="417" y="15"/>
                  </a:cubicBezTo>
                  <a:cubicBezTo>
                    <a:pt x="414" y="9"/>
                    <a:pt x="407" y="3"/>
                    <a:pt x="400" y="2"/>
                  </a:cubicBezTo>
                  <a:cubicBezTo>
                    <a:pt x="371" y="-2"/>
                    <a:pt x="340" y="-2"/>
                    <a:pt x="319" y="24"/>
                  </a:cubicBezTo>
                  <a:lnTo>
                    <a:pt x="319" y="23"/>
                  </a:lnTo>
                  <a:moveTo>
                    <a:pt x="174" y="398"/>
                  </a:moveTo>
                  <a:cubicBezTo>
                    <a:pt x="177" y="392"/>
                    <a:pt x="185" y="387"/>
                    <a:pt x="192" y="386"/>
                  </a:cubicBezTo>
                  <a:cubicBezTo>
                    <a:pt x="255" y="373"/>
                    <a:pt x="326" y="435"/>
                    <a:pt x="322" y="499"/>
                  </a:cubicBezTo>
                  <a:cubicBezTo>
                    <a:pt x="320" y="530"/>
                    <a:pt x="304" y="548"/>
                    <a:pt x="275" y="554"/>
                  </a:cubicBezTo>
                  <a:cubicBezTo>
                    <a:pt x="261" y="557"/>
                    <a:pt x="247" y="557"/>
                    <a:pt x="228" y="558"/>
                  </a:cubicBezTo>
                  <a:cubicBezTo>
                    <a:pt x="217" y="556"/>
                    <a:pt x="200" y="556"/>
                    <a:pt x="185" y="551"/>
                  </a:cubicBezTo>
                  <a:cubicBezTo>
                    <a:pt x="147" y="539"/>
                    <a:pt x="129" y="512"/>
                    <a:pt x="139" y="474"/>
                  </a:cubicBezTo>
                  <a:cubicBezTo>
                    <a:pt x="146" y="447"/>
                    <a:pt x="161" y="423"/>
                    <a:pt x="174" y="398"/>
                  </a:cubicBezTo>
                  <a:moveTo>
                    <a:pt x="181" y="192"/>
                  </a:moveTo>
                  <a:cubicBezTo>
                    <a:pt x="175" y="240"/>
                    <a:pt x="155" y="282"/>
                    <a:pt x="118" y="313"/>
                  </a:cubicBezTo>
                  <a:cubicBezTo>
                    <a:pt x="104" y="325"/>
                    <a:pt x="78" y="336"/>
                    <a:pt x="65" y="330"/>
                  </a:cubicBezTo>
                  <a:cubicBezTo>
                    <a:pt x="50" y="325"/>
                    <a:pt x="44" y="299"/>
                    <a:pt x="34" y="281"/>
                  </a:cubicBezTo>
                  <a:cubicBezTo>
                    <a:pt x="47" y="237"/>
                    <a:pt x="56" y="195"/>
                    <a:pt x="71" y="156"/>
                  </a:cubicBezTo>
                  <a:cubicBezTo>
                    <a:pt x="85" y="121"/>
                    <a:pt x="120" y="100"/>
                    <a:pt x="141" y="107"/>
                  </a:cubicBezTo>
                  <a:cubicBezTo>
                    <a:pt x="160" y="113"/>
                    <a:pt x="184" y="164"/>
                    <a:pt x="181" y="192"/>
                  </a:cubicBezTo>
                  <a:moveTo>
                    <a:pt x="398" y="81"/>
                  </a:moveTo>
                  <a:cubicBezTo>
                    <a:pt x="404" y="104"/>
                    <a:pt x="405" y="128"/>
                    <a:pt x="408" y="152"/>
                  </a:cubicBezTo>
                  <a:cubicBezTo>
                    <a:pt x="403" y="179"/>
                    <a:pt x="401" y="206"/>
                    <a:pt x="392" y="232"/>
                  </a:cubicBezTo>
                  <a:cubicBezTo>
                    <a:pt x="379" y="271"/>
                    <a:pt x="345" y="288"/>
                    <a:pt x="308" y="278"/>
                  </a:cubicBezTo>
                  <a:cubicBezTo>
                    <a:pt x="264" y="266"/>
                    <a:pt x="254" y="247"/>
                    <a:pt x="260" y="198"/>
                  </a:cubicBezTo>
                  <a:cubicBezTo>
                    <a:pt x="267" y="143"/>
                    <a:pt x="297" y="101"/>
                    <a:pt x="334" y="64"/>
                  </a:cubicBezTo>
                  <a:cubicBezTo>
                    <a:pt x="362" y="36"/>
                    <a:pt x="388" y="43"/>
                    <a:pt x="398" y="81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6541485" y="1566470"/>
              <a:ext cx="182160" cy="212760"/>
            </a:xfrm>
            <a:custGeom>
              <a:avLst/>
              <a:gdLst/>
              <a:ahLst/>
              <a:cxnLst/>
              <a:rect l="l" t="t" r="r" b="b"/>
              <a:pathLst>
                <a:path w="506" h="591" extrusionOk="0">
                  <a:moveTo>
                    <a:pt x="43" y="338"/>
                  </a:moveTo>
                  <a:cubicBezTo>
                    <a:pt x="68" y="389"/>
                    <a:pt x="101" y="430"/>
                    <a:pt x="166" y="428"/>
                  </a:cubicBezTo>
                  <a:cubicBezTo>
                    <a:pt x="166" y="441"/>
                    <a:pt x="166" y="452"/>
                    <a:pt x="166" y="462"/>
                  </a:cubicBezTo>
                  <a:cubicBezTo>
                    <a:pt x="165" y="528"/>
                    <a:pt x="211" y="583"/>
                    <a:pt x="272" y="591"/>
                  </a:cubicBezTo>
                  <a:cubicBezTo>
                    <a:pt x="326" y="598"/>
                    <a:pt x="384" y="555"/>
                    <a:pt x="400" y="496"/>
                  </a:cubicBezTo>
                  <a:cubicBezTo>
                    <a:pt x="426" y="402"/>
                    <a:pt x="391" y="347"/>
                    <a:pt x="295" y="328"/>
                  </a:cubicBezTo>
                  <a:cubicBezTo>
                    <a:pt x="285" y="326"/>
                    <a:pt x="276" y="321"/>
                    <a:pt x="269" y="319"/>
                  </a:cubicBezTo>
                  <a:cubicBezTo>
                    <a:pt x="272" y="292"/>
                    <a:pt x="274" y="269"/>
                    <a:pt x="276" y="246"/>
                  </a:cubicBezTo>
                  <a:cubicBezTo>
                    <a:pt x="362" y="291"/>
                    <a:pt x="442" y="268"/>
                    <a:pt x="491" y="182"/>
                  </a:cubicBezTo>
                  <a:cubicBezTo>
                    <a:pt x="513" y="142"/>
                    <a:pt x="511" y="103"/>
                    <a:pt x="484" y="66"/>
                  </a:cubicBezTo>
                  <a:cubicBezTo>
                    <a:pt x="455" y="26"/>
                    <a:pt x="426" y="-8"/>
                    <a:pt x="369" y="2"/>
                  </a:cubicBezTo>
                  <a:cubicBezTo>
                    <a:pt x="313" y="12"/>
                    <a:pt x="248" y="76"/>
                    <a:pt x="239" y="133"/>
                  </a:cubicBezTo>
                  <a:cubicBezTo>
                    <a:pt x="235" y="160"/>
                    <a:pt x="215" y="168"/>
                    <a:pt x="193" y="152"/>
                  </a:cubicBezTo>
                  <a:cubicBezTo>
                    <a:pt x="190" y="149"/>
                    <a:pt x="187" y="145"/>
                    <a:pt x="184" y="143"/>
                  </a:cubicBezTo>
                  <a:cubicBezTo>
                    <a:pt x="143" y="107"/>
                    <a:pt x="93" y="101"/>
                    <a:pt x="48" y="127"/>
                  </a:cubicBezTo>
                  <a:cubicBezTo>
                    <a:pt x="6" y="150"/>
                    <a:pt x="-9" y="186"/>
                    <a:pt x="5" y="245"/>
                  </a:cubicBezTo>
                  <a:cubicBezTo>
                    <a:pt x="13" y="277"/>
                    <a:pt x="28" y="308"/>
                    <a:pt x="42" y="338"/>
                  </a:cubicBezTo>
                  <a:lnTo>
                    <a:pt x="43" y="338"/>
                  </a:lnTo>
                  <a:moveTo>
                    <a:pt x="324" y="78"/>
                  </a:moveTo>
                  <a:cubicBezTo>
                    <a:pt x="330" y="76"/>
                    <a:pt x="336" y="73"/>
                    <a:pt x="341" y="69"/>
                  </a:cubicBezTo>
                  <a:cubicBezTo>
                    <a:pt x="385" y="39"/>
                    <a:pt x="401" y="37"/>
                    <a:pt x="424" y="60"/>
                  </a:cubicBezTo>
                  <a:cubicBezTo>
                    <a:pt x="469" y="106"/>
                    <a:pt x="473" y="135"/>
                    <a:pt x="441" y="177"/>
                  </a:cubicBezTo>
                  <a:cubicBezTo>
                    <a:pt x="415" y="211"/>
                    <a:pt x="383" y="229"/>
                    <a:pt x="351" y="229"/>
                  </a:cubicBezTo>
                  <a:cubicBezTo>
                    <a:pt x="315" y="228"/>
                    <a:pt x="286" y="204"/>
                    <a:pt x="279" y="170"/>
                  </a:cubicBezTo>
                  <a:cubicBezTo>
                    <a:pt x="272" y="134"/>
                    <a:pt x="292" y="92"/>
                    <a:pt x="324" y="78"/>
                  </a:cubicBezTo>
                  <a:moveTo>
                    <a:pt x="310" y="373"/>
                  </a:moveTo>
                  <a:cubicBezTo>
                    <a:pt x="339" y="375"/>
                    <a:pt x="365" y="410"/>
                    <a:pt x="367" y="445"/>
                  </a:cubicBezTo>
                  <a:cubicBezTo>
                    <a:pt x="362" y="464"/>
                    <a:pt x="359" y="485"/>
                    <a:pt x="350" y="503"/>
                  </a:cubicBezTo>
                  <a:cubicBezTo>
                    <a:pt x="332" y="541"/>
                    <a:pt x="292" y="558"/>
                    <a:pt x="259" y="544"/>
                  </a:cubicBezTo>
                  <a:cubicBezTo>
                    <a:pt x="219" y="527"/>
                    <a:pt x="196" y="479"/>
                    <a:pt x="209" y="440"/>
                  </a:cubicBezTo>
                  <a:cubicBezTo>
                    <a:pt x="225" y="395"/>
                    <a:pt x="264" y="369"/>
                    <a:pt x="310" y="373"/>
                  </a:cubicBezTo>
                  <a:moveTo>
                    <a:pt x="122" y="156"/>
                  </a:moveTo>
                  <a:cubicBezTo>
                    <a:pt x="159" y="176"/>
                    <a:pt x="194" y="205"/>
                    <a:pt x="220" y="237"/>
                  </a:cubicBezTo>
                  <a:cubicBezTo>
                    <a:pt x="249" y="275"/>
                    <a:pt x="209" y="368"/>
                    <a:pt x="163" y="380"/>
                  </a:cubicBezTo>
                  <a:cubicBezTo>
                    <a:pt x="149" y="384"/>
                    <a:pt x="127" y="377"/>
                    <a:pt x="117" y="367"/>
                  </a:cubicBezTo>
                  <a:cubicBezTo>
                    <a:pt x="74" y="324"/>
                    <a:pt x="52" y="271"/>
                    <a:pt x="42" y="222"/>
                  </a:cubicBezTo>
                  <a:cubicBezTo>
                    <a:pt x="42" y="171"/>
                    <a:pt x="86" y="136"/>
                    <a:pt x="122" y="156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583605" y="1286390"/>
              <a:ext cx="205560" cy="124920"/>
            </a:xfrm>
            <a:custGeom>
              <a:avLst/>
              <a:gdLst/>
              <a:ahLst/>
              <a:cxnLst/>
              <a:rect l="l" t="t" r="r" b="b"/>
              <a:pathLst>
                <a:path w="571" h="347" extrusionOk="0">
                  <a:moveTo>
                    <a:pt x="210" y="344"/>
                  </a:moveTo>
                  <a:cubicBezTo>
                    <a:pt x="257" y="336"/>
                    <a:pt x="293" y="313"/>
                    <a:pt x="309" y="265"/>
                  </a:cubicBezTo>
                  <a:cubicBezTo>
                    <a:pt x="316" y="241"/>
                    <a:pt x="323" y="216"/>
                    <a:pt x="331" y="189"/>
                  </a:cubicBezTo>
                  <a:cubicBezTo>
                    <a:pt x="340" y="200"/>
                    <a:pt x="346" y="207"/>
                    <a:pt x="352" y="214"/>
                  </a:cubicBezTo>
                  <a:cubicBezTo>
                    <a:pt x="394" y="260"/>
                    <a:pt x="439" y="301"/>
                    <a:pt x="507" y="297"/>
                  </a:cubicBezTo>
                  <a:cubicBezTo>
                    <a:pt x="553" y="294"/>
                    <a:pt x="584" y="252"/>
                    <a:pt x="565" y="210"/>
                  </a:cubicBezTo>
                  <a:cubicBezTo>
                    <a:pt x="536" y="146"/>
                    <a:pt x="473" y="126"/>
                    <a:pt x="414" y="106"/>
                  </a:cubicBezTo>
                  <a:cubicBezTo>
                    <a:pt x="390" y="97"/>
                    <a:pt x="357" y="112"/>
                    <a:pt x="319" y="117"/>
                  </a:cubicBezTo>
                  <a:cubicBezTo>
                    <a:pt x="305" y="96"/>
                    <a:pt x="286" y="67"/>
                    <a:pt x="267" y="38"/>
                  </a:cubicBezTo>
                  <a:cubicBezTo>
                    <a:pt x="238" y="-4"/>
                    <a:pt x="211" y="-10"/>
                    <a:pt x="167" y="16"/>
                  </a:cubicBezTo>
                  <a:cubicBezTo>
                    <a:pt x="131" y="37"/>
                    <a:pt x="95" y="60"/>
                    <a:pt x="60" y="83"/>
                  </a:cubicBezTo>
                  <a:cubicBezTo>
                    <a:pt x="-2" y="125"/>
                    <a:pt x="-17" y="186"/>
                    <a:pt x="17" y="251"/>
                  </a:cubicBezTo>
                  <a:cubicBezTo>
                    <a:pt x="54" y="325"/>
                    <a:pt x="126" y="359"/>
                    <a:pt x="210" y="344"/>
                  </a:cubicBezTo>
                  <a:moveTo>
                    <a:pt x="513" y="211"/>
                  </a:moveTo>
                  <a:cubicBezTo>
                    <a:pt x="520" y="219"/>
                    <a:pt x="520" y="232"/>
                    <a:pt x="524" y="242"/>
                  </a:cubicBezTo>
                  <a:cubicBezTo>
                    <a:pt x="512" y="245"/>
                    <a:pt x="501" y="252"/>
                    <a:pt x="490" y="252"/>
                  </a:cubicBezTo>
                  <a:cubicBezTo>
                    <a:pt x="425" y="249"/>
                    <a:pt x="404" y="199"/>
                    <a:pt x="386" y="147"/>
                  </a:cubicBezTo>
                  <a:cubicBezTo>
                    <a:pt x="433" y="161"/>
                    <a:pt x="481" y="170"/>
                    <a:pt x="513" y="211"/>
                  </a:cubicBezTo>
                  <a:moveTo>
                    <a:pt x="80" y="122"/>
                  </a:moveTo>
                  <a:cubicBezTo>
                    <a:pt x="115" y="96"/>
                    <a:pt x="153" y="75"/>
                    <a:pt x="189" y="51"/>
                  </a:cubicBezTo>
                  <a:cubicBezTo>
                    <a:pt x="209" y="38"/>
                    <a:pt x="222" y="43"/>
                    <a:pt x="235" y="62"/>
                  </a:cubicBezTo>
                  <a:cubicBezTo>
                    <a:pt x="253" y="91"/>
                    <a:pt x="272" y="118"/>
                    <a:pt x="291" y="146"/>
                  </a:cubicBezTo>
                  <a:cubicBezTo>
                    <a:pt x="293" y="150"/>
                    <a:pt x="298" y="155"/>
                    <a:pt x="297" y="157"/>
                  </a:cubicBezTo>
                  <a:cubicBezTo>
                    <a:pt x="284" y="196"/>
                    <a:pt x="275" y="238"/>
                    <a:pt x="254" y="272"/>
                  </a:cubicBezTo>
                  <a:cubicBezTo>
                    <a:pt x="242" y="291"/>
                    <a:pt x="210" y="297"/>
                    <a:pt x="187" y="309"/>
                  </a:cubicBezTo>
                  <a:cubicBezTo>
                    <a:pt x="186" y="306"/>
                    <a:pt x="184" y="304"/>
                    <a:pt x="183" y="301"/>
                  </a:cubicBezTo>
                  <a:cubicBezTo>
                    <a:pt x="128" y="300"/>
                    <a:pt x="80" y="288"/>
                    <a:pt x="55" y="231"/>
                  </a:cubicBezTo>
                  <a:cubicBezTo>
                    <a:pt x="35" y="186"/>
                    <a:pt x="40" y="150"/>
                    <a:pt x="80" y="122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6614925" y="2303390"/>
              <a:ext cx="96120" cy="221040"/>
            </a:xfrm>
            <a:custGeom>
              <a:avLst/>
              <a:gdLst/>
              <a:ahLst/>
              <a:cxnLst/>
              <a:rect l="l" t="t" r="r" b="b"/>
              <a:pathLst>
                <a:path w="267" h="614" extrusionOk="0">
                  <a:moveTo>
                    <a:pt x="251" y="93"/>
                  </a:moveTo>
                  <a:cubicBezTo>
                    <a:pt x="230" y="41"/>
                    <a:pt x="193" y="5"/>
                    <a:pt x="139" y="1"/>
                  </a:cubicBezTo>
                  <a:cubicBezTo>
                    <a:pt x="86" y="-3"/>
                    <a:pt x="52" y="36"/>
                    <a:pt x="27" y="79"/>
                  </a:cubicBezTo>
                  <a:cubicBezTo>
                    <a:pt x="1" y="122"/>
                    <a:pt x="-3" y="169"/>
                    <a:pt x="1" y="217"/>
                  </a:cubicBezTo>
                  <a:cubicBezTo>
                    <a:pt x="6" y="267"/>
                    <a:pt x="30" y="307"/>
                    <a:pt x="65" y="335"/>
                  </a:cubicBezTo>
                  <a:cubicBezTo>
                    <a:pt x="49" y="354"/>
                    <a:pt x="32" y="368"/>
                    <a:pt x="24" y="387"/>
                  </a:cubicBezTo>
                  <a:cubicBezTo>
                    <a:pt x="-5" y="450"/>
                    <a:pt x="-1" y="513"/>
                    <a:pt x="36" y="573"/>
                  </a:cubicBezTo>
                  <a:cubicBezTo>
                    <a:pt x="68" y="622"/>
                    <a:pt x="119" y="629"/>
                    <a:pt x="155" y="584"/>
                  </a:cubicBezTo>
                  <a:cubicBezTo>
                    <a:pt x="227" y="493"/>
                    <a:pt x="248" y="432"/>
                    <a:pt x="171" y="348"/>
                  </a:cubicBezTo>
                  <a:cubicBezTo>
                    <a:pt x="259" y="281"/>
                    <a:pt x="288" y="186"/>
                    <a:pt x="251" y="93"/>
                  </a:cubicBezTo>
                  <a:moveTo>
                    <a:pt x="174" y="460"/>
                  </a:moveTo>
                  <a:cubicBezTo>
                    <a:pt x="161" y="493"/>
                    <a:pt x="145" y="525"/>
                    <a:pt x="125" y="554"/>
                  </a:cubicBezTo>
                  <a:cubicBezTo>
                    <a:pt x="108" y="579"/>
                    <a:pt x="86" y="577"/>
                    <a:pt x="72" y="549"/>
                  </a:cubicBezTo>
                  <a:cubicBezTo>
                    <a:pt x="58" y="523"/>
                    <a:pt x="50" y="494"/>
                    <a:pt x="42" y="472"/>
                  </a:cubicBezTo>
                  <a:cubicBezTo>
                    <a:pt x="47" y="446"/>
                    <a:pt x="49" y="426"/>
                    <a:pt x="56" y="411"/>
                  </a:cubicBezTo>
                  <a:cubicBezTo>
                    <a:pt x="69" y="383"/>
                    <a:pt x="105" y="366"/>
                    <a:pt x="125" y="373"/>
                  </a:cubicBezTo>
                  <a:cubicBezTo>
                    <a:pt x="154" y="384"/>
                    <a:pt x="184" y="432"/>
                    <a:pt x="174" y="460"/>
                  </a:cubicBezTo>
                  <a:moveTo>
                    <a:pt x="66" y="272"/>
                  </a:moveTo>
                  <a:cubicBezTo>
                    <a:pt x="33" y="223"/>
                    <a:pt x="30" y="141"/>
                    <a:pt x="68" y="97"/>
                  </a:cubicBezTo>
                  <a:cubicBezTo>
                    <a:pt x="86" y="77"/>
                    <a:pt x="100" y="40"/>
                    <a:pt x="142" y="49"/>
                  </a:cubicBezTo>
                  <a:cubicBezTo>
                    <a:pt x="183" y="57"/>
                    <a:pt x="203" y="84"/>
                    <a:pt x="214" y="120"/>
                  </a:cubicBezTo>
                  <a:cubicBezTo>
                    <a:pt x="219" y="136"/>
                    <a:pt x="222" y="154"/>
                    <a:pt x="225" y="171"/>
                  </a:cubicBezTo>
                  <a:cubicBezTo>
                    <a:pt x="227" y="172"/>
                    <a:pt x="229" y="173"/>
                    <a:pt x="231" y="174"/>
                  </a:cubicBezTo>
                  <a:cubicBezTo>
                    <a:pt x="217" y="209"/>
                    <a:pt x="207" y="246"/>
                    <a:pt x="187" y="276"/>
                  </a:cubicBezTo>
                  <a:cubicBezTo>
                    <a:pt x="154" y="325"/>
                    <a:pt x="99" y="321"/>
                    <a:pt x="66" y="272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6806445" y="840350"/>
              <a:ext cx="110880" cy="173520"/>
            </a:xfrm>
            <a:custGeom>
              <a:avLst/>
              <a:gdLst/>
              <a:ahLst/>
              <a:cxnLst/>
              <a:rect l="l" t="t" r="r" b="b"/>
              <a:pathLst>
                <a:path w="308" h="482" extrusionOk="0">
                  <a:moveTo>
                    <a:pt x="186" y="26"/>
                  </a:moveTo>
                  <a:cubicBezTo>
                    <a:pt x="177" y="16"/>
                    <a:pt x="161" y="8"/>
                    <a:pt x="147" y="5"/>
                  </a:cubicBezTo>
                  <a:cubicBezTo>
                    <a:pt x="69" y="-10"/>
                    <a:pt x="33" y="10"/>
                    <a:pt x="12" y="88"/>
                  </a:cubicBezTo>
                  <a:cubicBezTo>
                    <a:pt x="-8" y="166"/>
                    <a:pt x="-10" y="243"/>
                    <a:pt x="53" y="307"/>
                  </a:cubicBezTo>
                  <a:cubicBezTo>
                    <a:pt x="56" y="310"/>
                    <a:pt x="56" y="318"/>
                    <a:pt x="57" y="324"/>
                  </a:cubicBezTo>
                  <a:cubicBezTo>
                    <a:pt x="64" y="359"/>
                    <a:pt x="67" y="395"/>
                    <a:pt x="79" y="427"/>
                  </a:cubicBezTo>
                  <a:cubicBezTo>
                    <a:pt x="103" y="488"/>
                    <a:pt x="145" y="498"/>
                    <a:pt x="197" y="458"/>
                  </a:cubicBezTo>
                  <a:cubicBezTo>
                    <a:pt x="224" y="436"/>
                    <a:pt x="249" y="412"/>
                    <a:pt x="274" y="388"/>
                  </a:cubicBezTo>
                  <a:cubicBezTo>
                    <a:pt x="328" y="336"/>
                    <a:pt x="315" y="243"/>
                    <a:pt x="248" y="208"/>
                  </a:cubicBezTo>
                  <a:cubicBezTo>
                    <a:pt x="265" y="133"/>
                    <a:pt x="229" y="78"/>
                    <a:pt x="186" y="26"/>
                  </a:cubicBezTo>
                  <a:moveTo>
                    <a:pt x="69" y="264"/>
                  </a:moveTo>
                  <a:cubicBezTo>
                    <a:pt x="34" y="207"/>
                    <a:pt x="31" y="148"/>
                    <a:pt x="55" y="92"/>
                  </a:cubicBezTo>
                  <a:cubicBezTo>
                    <a:pt x="64" y="70"/>
                    <a:pt x="96" y="53"/>
                    <a:pt x="120" y="46"/>
                  </a:cubicBezTo>
                  <a:cubicBezTo>
                    <a:pt x="148" y="37"/>
                    <a:pt x="164" y="62"/>
                    <a:pt x="176" y="85"/>
                  </a:cubicBezTo>
                  <a:cubicBezTo>
                    <a:pt x="188" y="107"/>
                    <a:pt x="200" y="129"/>
                    <a:pt x="207" y="153"/>
                  </a:cubicBezTo>
                  <a:cubicBezTo>
                    <a:pt x="216" y="185"/>
                    <a:pt x="202" y="202"/>
                    <a:pt x="169" y="210"/>
                  </a:cubicBezTo>
                  <a:cubicBezTo>
                    <a:pt x="151" y="214"/>
                    <a:pt x="133" y="223"/>
                    <a:pt x="116" y="232"/>
                  </a:cubicBezTo>
                  <a:cubicBezTo>
                    <a:pt x="100" y="240"/>
                    <a:pt x="86" y="252"/>
                    <a:pt x="69" y="264"/>
                  </a:cubicBezTo>
                  <a:moveTo>
                    <a:pt x="268" y="314"/>
                  </a:moveTo>
                  <a:cubicBezTo>
                    <a:pt x="259" y="329"/>
                    <a:pt x="253" y="346"/>
                    <a:pt x="242" y="358"/>
                  </a:cubicBezTo>
                  <a:cubicBezTo>
                    <a:pt x="218" y="382"/>
                    <a:pt x="193" y="404"/>
                    <a:pt x="166" y="426"/>
                  </a:cubicBezTo>
                  <a:cubicBezTo>
                    <a:pt x="146" y="442"/>
                    <a:pt x="131" y="439"/>
                    <a:pt x="119" y="413"/>
                  </a:cubicBezTo>
                  <a:cubicBezTo>
                    <a:pt x="86" y="340"/>
                    <a:pt x="91" y="322"/>
                    <a:pt x="157" y="279"/>
                  </a:cubicBezTo>
                  <a:cubicBezTo>
                    <a:pt x="165" y="274"/>
                    <a:pt x="174" y="270"/>
                    <a:pt x="183" y="265"/>
                  </a:cubicBezTo>
                  <a:cubicBezTo>
                    <a:pt x="238" y="237"/>
                    <a:pt x="259" y="249"/>
                    <a:pt x="268" y="314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6986805" y="130115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6964845" y="1291790"/>
              <a:ext cx="96840" cy="168480"/>
            </a:xfrm>
            <a:custGeom>
              <a:avLst/>
              <a:gdLst/>
              <a:ahLst/>
              <a:cxnLst/>
              <a:rect l="l" t="t" r="r" b="b"/>
              <a:pathLst>
                <a:path w="269" h="468" extrusionOk="0">
                  <a:moveTo>
                    <a:pt x="41" y="236"/>
                  </a:moveTo>
                  <a:cubicBezTo>
                    <a:pt x="30" y="282"/>
                    <a:pt x="17" y="325"/>
                    <a:pt x="11" y="368"/>
                  </a:cubicBezTo>
                  <a:cubicBezTo>
                    <a:pt x="5" y="406"/>
                    <a:pt x="24" y="434"/>
                    <a:pt x="59" y="453"/>
                  </a:cubicBezTo>
                  <a:cubicBezTo>
                    <a:pt x="120" y="486"/>
                    <a:pt x="216" y="462"/>
                    <a:pt x="246" y="398"/>
                  </a:cubicBezTo>
                  <a:cubicBezTo>
                    <a:pt x="286" y="312"/>
                    <a:pt x="276" y="256"/>
                    <a:pt x="194" y="225"/>
                  </a:cubicBezTo>
                  <a:cubicBezTo>
                    <a:pt x="181" y="220"/>
                    <a:pt x="170" y="213"/>
                    <a:pt x="163" y="210"/>
                  </a:cubicBezTo>
                  <a:cubicBezTo>
                    <a:pt x="181" y="177"/>
                    <a:pt x="200" y="149"/>
                    <a:pt x="213" y="119"/>
                  </a:cubicBezTo>
                  <a:cubicBezTo>
                    <a:pt x="225" y="89"/>
                    <a:pt x="229" y="55"/>
                    <a:pt x="200" y="32"/>
                  </a:cubicBezTo>
                  <a:cubicBezTo>
                    <a:pt x="170" y="8"/>
                    <a:pt x="138" y="-14"/>
                    <a:pt x="97" y="13"/>
                  </a:cubicBezTo>
                  <a:cubicBezTo>
                    <a:pt x="86" y="20"/>
                    <a:pt x="73" y="22"/>
                    <a:pt x="61" y="26"/>
                  </a:cubicBezTo>
                  <a:cubicBezTo>
                    <a:pt x="55" y="38"/>
                    <a:pt x="49" y="49"/>
                    <a:pt x="41" y="60"/>
                  </a:cubicBezTo>
                  <a:cubicBezTo>
                    <a:pt x="-15" y="133"/>
                    <a:pt x="-13" y="188"/>
                    <a:pt x="41" y="235"/>
                  </a:cubicBezTo>
                  <a:lnTo>
                    <a:pt x="41" y="236"/>
                  </a:lnTo>
                  <a:moveTo>
                    <a:pt x="165" y="260"/>
                  </a:moveTo>
                  <a:cubicBezTo>
                    <a:pt x="191" y="274"/>
                    <a:pt x="227" y="278"/>
                    <a:pt x="224" y="319"/>
                  </a:cubicBezTo>
                  <a:cubicBezTo>
                    <a:pt x="221" y="365"/>
                    <a:pt x="203" y="401"/>
                    <a:pt x="157" y="417"/>
                  </a:cubicBezTo>
                  <a:cubicBezTo>
                    <a:pt x="144" y="422"/>
                    <a:pt x="130" y="425"/>
                    <a:pt x="122" y="427"/>
                  </a:cubicBezTo>
                  <a:cubicBezTo>
                    <a:pt x="69" y="426"/>
                    <a:pt x="46" y="396"/>
                    <a:pt x="52" y="349"/>
                  </a:cubicBezTo>
                  <a:cubicBezTo>
                    <a:pt x="57" y="313"/>
                    <a:pt x="65" y="278"/>
                    <a:pt x="98" y="256"/>
                  </a:cubicBezTo>
                  <a:cubicBezTo>
                    <a:pt x="108" y="249"/>
                    <a:pt x="125" y="248"/>
                    <a:pt x="139" y="249"/>
                  </a:cubicBezTo>
                  <a:cubicBezTo>
                    <a:pt x="148" y="249"/>
                    <a:pt x="156" y="256"/>
                    <a:pt x="165" y="261"/>
                  </a:cubicBezTo>
                  <a:lnTo>
                    <a:pt x="165" y="260"/>
                  </a:lnTo>
                  <a:moveTo>
                    <a:pt x="79" y="88"/>
                  </a:moveTo>
                  <a:cubicBezTo>
                    <a:pt x="106" y="47"/>
                    <a:pt x="119" y="47"/>
                    <a:pt x="160" y="75"/>
                  </a:cubicBezTo>
                  <a:cubicBezTo>
                    <a:pt x="176" y="87"/>
                    <a:pt x="176" y="97"/>
                    <a:pt x="170" y="113"/>
                  </a:cubicBezTo>
                  <a:cubicBezTo>
                    <a:pt x="152" y="158"/>
                    <a:pt x="109" y="197"/>
                    <a:pt x="74" y="197"/>
                  </a:cubicBezTo>
                  <a:cubicBezTo>
                    <a:pt x="46" y="196"/>
                    <a:pt x="32" y="177"/>
                    <a:pt x="44" y="151"/>
                  </a:cubicBezTo>
                  <a:cubicBezTo>
                    <a:pt x="53" y="129"/>
                    <a:pt x="65" y="108"/>
                    <a:pt x="79" y="88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6801045" y="706790"/>
              <a:ext cx="81000" cy="121680"/>
            </a:xfrm>
            <a:custGeom>
              <a:avLst/>
              <a:gdLst/>
              <a:ahLst/>
              <a:cxnLst/>
              <a:rect l="l" t="t" r="r" b="b"/>
              <a:pathLst>
                <a:path w="225" h="338" extrusionOk="0">
                  <a:moveTo>
                    <a:pt x="102" y="337"/>
                  </a:moveTo>
                  <a:cubicBezTo>
                    <a:pt x="161" y="344"/>
                    <a:pt x="218" y="305"/>
                    <a:pt x="222" y="248"/>
                  </a:cubicBezTo>
                  <a:cubicBezTo>
                    <a:pt x="227" y="186"/>
                    <a:pt x="225" y="123"/>
                    <a:pt x="222" y="61"/>
                  </a:cubicBezTo>
                  <a:cubicBezTo>
                    <a:pt x="222" y="46"/>
                    <a:pt x="209" y="29"/>
                    <a:pt x="197" y="18"/>
                  </a:cubicBezTo>
                  <a:cubicBezTo>
                    <a:pt x="165" y="-10"/>
                    <a:pt x="123" y="-5"/>
                    <a:pt x="83" y="30"/>
                  </a:cubicBezTo>
                  <a:cubicBezTo>
                    <a:pt x="26" y="78"/>
                    <a:pt x="5" y="143"/>
                    <a:pt x="0" y="204"/>
                  </a:cubicBezTo>
                  <a:cubicBezTo>
                    <a:pt x="-3" y="284"/>
                    <a:pt x="36" y="330"/>
                    <a:pt x="102" y="337"/>
                  </a:cubicBezTo>
                  <a:moveTo>
                    <a:pt x="109" y="63"/>
                  </a:moveTo>
                  <a:cubicBezTo>
                    <a:pt x="124" y="52"/>
                    <a:pt x="150" y="43"/>
                    <a:pt x="167" y="48"/>
                  </a:cubicBezTo>
                  <a:cubicBezTo>
                    <a:pt x="187" y="54"/>
                    <a:pt x="191" y="77"/>
                    <a:pt x="188" y="102"/>
                  </a:cubicBezTo>
                  <a:cubicBezTo>
                    <a:pt x="182" y="141"/>
                    <a:pt x="185" y="180"/>
                    <a:pt x="183" y="219"/>
                  </a:cubicBezTo>
                  <a:cubicBezTo>
                    <a:pt x="181" y="265"/>
                    <a:pt x="154" y="295"/>
                    <a:pt x="115" y="294"/>
                  </a:cubicBezTo>
                  <a:cubicBezTo>
                    <a:pt x="71" y="293"/>
                    <a:pt x="41" y="264"/>
                    <a:pt x="41" y="215"/>
                  </a:cubicBezTo>
                  <a:cubicBezTo>
                    <a:pt x="48" y="161"/>
                    <a:pt x="59" y="103"/>
                    <a:pt x="109" y="63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6932085" y="1676270"/>
              <a:ext cx="99000" cy="101880"/>
            </a:xfrm>
            <a:custGeom>
              <a:avLst/>
              <a:gdLst/>
              <a:ahLst/>
              <a:cxnLst/>
              <a:rect l="l" t="t" r="r" b="b"/>
              <a:pathLst>
                <a:path w="275" h="283" extrusionOk="0">
                  <a:moveTo>
                    <a:pt x="125" y="10"/>
                  </a:moveTo>
                  <a:cubicBezTo>
                    <a:pt x="93" y="29"/>
                    <a:pt x="62" y="50"/>
                    <a:pt x="37" y="76"/>
                  </a:cubicBezTo>
                  <a:cubicBezTo>
                    <a:pt x="-30" y="144"/>
                    <a:pt x="-2" y="247"/>
                    <a:pt x="89" y="277"/>
                  </a:cubicBezTo>
                  <a:cubicBezTo>
                    <a:pt x="178" y="306"/>
                    <a:pt x="271" y="230"/>
                    <a:pt x="275" y="127"/>
                  </a:cubicBezTo>
                  <a:cubicBezTo>
                    <a:pt x="269" y="108"/>
                    <a:pt x="267" y="85"/>
                    <a:pt x="256" y="69"/>
                  </a:cubicBezTo>
                  <a:cubicBezTo>
                    <a:pt x="221" y="17"/>
                    <a:pt x="174" y="-18"/>
                    <a:pt x="125" y="10"/>
                  </a:cubicBezTo>
                  <a:moveTo>
                    <a:pt x="224" y="103"/>
                  </a:moveTo>
                  <a:cubicBezTo>
                    <a:pt x="244" y="163"/>
                    <a:pt x="190" y="240"/>
                    <a:pt x="126" y="240"/>
                  </a:cubicBezTo>
                  <a:cubicBezTo>
                    <a:pt x="91" y="240"/>
                    <a:pt x="49" y="206"/>
                    <a:pt x="41" y="171"/>
                  </a:cubicBezTo>
                  <a:cubicBezTo>
                    <a:pt x="35" y="139"/>
                    <a:pt x="67" y="89"/>
                    <a:pt x="102" y="75"/>
                  </a:cubicBezTo>
                  <a:cubicBezTo>
                    <a:pt x="109" y="72"/>
                    <a:pt x="117" y="71"/>
                    <a:pt x="123" y="67"/>
                  </a:cubicBezTo>
                  <a:cubicBezTo>
                    <a:pt x="166" y="40"/>
                    <a:pt x="207" y="54"/>
                    <a:pt x="224" y="103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6688365" y="1722350"/>
              <a:ext cx="85680" cy="110160"/>
            </a:xfrm>
            <a:custGeom>
              <a:avLst/>
              <a:gdLst/>
              <a:ahLst/>
              <a:cxnLst/>
              <a:rect l="l" t="t" r="r" b="b"/>
              <a:pathLst>
                <a:path w="238" h="306" extrusionOk="0">
                  <a:moveTo>
                    <a:pt x="70" y="1"/>
                  </a:moveTo>
                  <a:cubicBezTo>
                    <a:pt x="59" y="2"/>
                    <a:pt x="48" y="11"/>
                    <a:pt x="41" y="19"/>
                  </a:cubicBezTo>
                  <a:cubicBezTo>
                    <a:pt x="-10" y="83"/>
                    <a:pt x="-14" y="196"/>
                    <a:pt x="32" y="264"/>
                  </a:cubicBezTo>
                  <a:cubicBezTo>
                    <a:pt x="61" y="307"/>
                    <a:pt x="107" y="319"/>
                    <a:pt x="151" y="292"/>
                  </a:cubicBezTo>
                  <a:cubicBezTo>
                    <a:pt x="208" y="258"/>
                    <a:pt x="235" y="206"/>
                    <a:pt x="238" y="137"/>
                  </a:cubicBezTo>
                  <a:cubicBezTo>
                    <a:pt x="236" y="125"/>
                    <a:pt x="236" y="108"/>
                    <a:pt x="230" y="93"/>
                  </a:cubicBezTo>
                  <a:cubicBezTo>
                    <a:pt x="209" y="40"/>
                    <a:pt x="126" y="-8"/>
                    <a:pt x="70" y="1"/>
                  </a:cubicBezTo>
                  <a:moveTo>
                    <a:pt x="104" y="50"/>
                  </a:moveTo>
                  <a:cubicBezTo>
                    <a:pt x="162" y="65"/>
                    <a:pt x="196" y="96"/>
                    <a:pt x="196" y="146"/>
                  </a:cubicBezTo>
                  <a:cubicBezTo>
                    <a:pt x="191" y="186"/>
                    <a:pt x="174" y="226"/>
                    <a:pt x="134" y="253"/>
                  </a:cubicBezTo>
                  <a:cubicBezTo>
                    <a:pt x="108" y="270"/>
                    <a:pt x="88" y="267"/>
                    <a:pt x="68" y="243"/>
                  </a:cubicBezTo>
                  <a:cubicBezTo>
                    <a:pt x="37" y="204"/>
                    <a:pt x="30" y="116"/>
                    <a:pt x="53" y="71"/>
                  </a:cubicBezTo>
                  <a:cubicBezTo>
                    <a:pt x="65" y="50"/>
                    <a:pt x="79" y="43"/>
                    <a:pt x="104" y="50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326" name="Google Shape;326;p29"/>
          <p:cNvSpPr txBox="1"/>
          <p:nvPr>
            <p:ph type="title" idx="2"/>
          </p:nvPr>
        </p:nvSpPr>
        <p:spPr>
          <a:xfrm>
            <a:off x="795100" y="14808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327" name="Google Shape;327;p29"/>
          <p:cNvSpPr txBox="1"/>
          <p:nvPr>
            <p:ph type="title" idx="3"/>
          </p:nvPr>
        </p:nvSpPr>
        <p:spPr>
          <a:xfrm>
            <a:off x="795100" y="298124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328" name="Google Shape;328;p29"/>
          <p:cNvSpPr txBox="1"/>
          <p:nvPr>
            <p:ph type="title" idx="4"/>
          </p:nvPr>
        </p:nvSpPr>
        <p:spPr>
          <a:xfrm>
            <a:off x="795100" y="19810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329" name="Google Shape;329;p29"/>
          <p:cNvSpPr txBox="1"/>
          <p:nvPr>
            <p:ph type="title" idx="5"/>
          </p:nvPr>
        </p:nvSpPr>
        <p:spPr>
          <a:xfrm>
            <a:off x="795100" y="348136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330" name="Google Shape;330;p29"/>
          <p:cNvSpPr txBox="1"/>
          <p:nvPr>
            <p:ph type="title" idx="6"/>
          </p:nvPr>
        </p:nvSpPr>
        <p:spPr>
          <a:xfrm>
            <a:off x="795100" y="24811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331" name="Google Shape;331;p29"/>
          <p:cNvSpPr txBox="1"/>
          <p:nvPr>
            <p:ph type="title" idx="7"/>
          </p:nvPr>
        </p:nvSpPr>
        <p:spPr>
          <a:xfrm>
            <a:off x="795100" y="39814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332" name="Google Shape;332;p29"/>
          <p:cNvSpPr txBox="1"/>
          <p:nvPr>
            <p:ph type="subTitle" idx="1"/>
          </p:nvPr>
        </p:nvSpPr>
        <p:spPr>
          <a:xfrm>
            <a:off x="1686050" y="1480875"/>
            <a:ext cx="3124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OBJECTIVE </a:t>
            </a:r>
            <a:endParaRPr lang="en-US" altLang="en-GB"/>
          </a:p>
        </p:txBody>
      </p:sp>
      <p:grpSp>
        <p:nvGrpSpPr>
          <p:cNvPr id="333" name="Google Shape;333;p29"/>
          <p:cNvGrpSpPr/>
          <p:nvPr/>
        </p:nvGrpSpPr>
        <p:grpSpPr>
          <a:xfrm>
            <a:off x="5126327" y="1296729"/>
            <a:ext cx="2972041" cy="3015928"/>
            <a:chOff x="5289152" y="1296729"/>
            <a:chExt cx="2972041" cy="3015928"/>
          </a:xfrm>
        </p:grpSpPr>
        <p:sp>
          <p:nvSpPr>
            <p:cNvPr id="334" name="Google Shape;334;p29"/>
            <p:cNvSpPr/>
            <p:nvPr/>
          </p:nvSpPr>
          <p:spPr>
            <a:xfrm rot="-9927847">
              <a:off x="5364771" y="3456555"/>
              <a:ext cx="1048601" cy="736294"/>
            </a:xfrm>
            <a:custGeom>
              <a:avLst/>
              <a:gdLst/>
              <a:ahLst/>
              <a:cxnLst/>
              <a:rect l="l" t="t" r="r" b="b"/>
              <a:pathLst>
                <a:path w="4029" h="2829" extrusionOk="0">
                  <a:moveTo>
                    <a:pt x="4029" y="1244"/>
                  </a:moveTo>
                  <a:cubicBezTo>
                    <a:pt x="4023" y="1209"/>
                    <a:pt x="4009" y="1176"/>
                    <a:pt x="4003" y="1141"/>
                  </a:cubicBezTo>
                  <a:cubicBezTo>
                    <a:pt x="3975" y="990"/>
                    <a:pt x="3880" y="889"/>
                    <a:pt x="3737" y="865"/>
                  </a:cubicBezTo>
                  <a:cubicBezTo>
                    <a:pt x="3703" y="859"/>
                    <a:pt x="3668" y="858"/>
                    <a:pt x="3633" y="855"/>
                  </a:cubicBezTo>
                  <a:cubicBezTo>
                    <a:pt x="3553" y="847"/>
                    <a:pt x="3481" y="819"/>
                    <a:pt x="3421" y="762"/>
                  </a:cubicBezTo>
                  <a:cubicBezTo>
                    <a:pt x="3392" y="735"/>
                    <a:pt x="3380" y="694"/>
                    <a:pt x="3386" y="655"/>
                  </a:cubicBezTo>
                  <a:cubicBezTo>
                    <a:pt x="3388" y="639"/>
                    <a:pt x="3391" y="622"/>
                    <a:pt x="3394" y="606"/>
                  </a:cubicBezTo>
                  <a:cubicBezTo>
                    <a:pt x="3409" y="526"/>
                    <a:pt x="3379" y="457"/>
                    <a:pt x="3304" y="427"/>
                  </a:cubicBezTo>
                  <a:cubicBezTo>
                    <a:pt x="3241" y="401"/>
                    <a:pt x="3175" y="379"/>
                    <a:pt x="3108" y="366"/>
                  </a:cubicBezTo>
                  <a:cubicBezTo>
                    <a:pt x="3021" y="349"/>
                    <a:pt x="2958" y="307"/>
                    <a:pt x="2925" y="223"/>
                  </a:cubicBezTo>
                  <a:cubicBezTo>
                    <a:pt x="2914" y="194"/>
                    <a:pt x="2897" y="166"/>
                    <a:pt x="2882" y="139"/>
                  </a:cubicBezTo>
                  <a:cubicBezTo>
                    <a:pt x="2869" y="117"/>
                    <a:pt x="2848" y="108"/>
                    <a:pt x="2823" y="115"/>
                  </a:cubicBezTo>
                  <a:cubicBezTo>
                    <a:pt x="2784" y="124"/>
                    <a:pt x="2745" y="134"/>
                    <a:pt x="2706" y="144"/>
                  </a:cubicBezTo>
                  <a:cubicBezTo>
                    <a:pt x="2664" y="155"/>
                    <a:pt x="2631" y="142"/>
                    <a:pt x="2609" y="103"/>
                  </a:cubicBezTo>
                  <a:cubicBezTo>
                    <a:pt x="2590" y="69"/>
                    <a:pt x="2558" y="45"/>
                    <a:pt x="2520" y="35"/>
                  </a:cubicBezTo>
                  <a:cubicBezTo>
                    <a:pt x="2482" y="26"/>
                    <a:pt x="2447" y="13"/>
                    <a:pt x="2409" y="7"/>
                  </a:cubicBezTo>
                  <a:cubicBezTo>
                    <a:pt x="2369" y="2"/>
                    <a:pt x="2325" y="-5"/>
                    <a:pt x="2287" y="5"/>
                  </a:cubicBezTo>
                  <a:cubicBezTo>
                    <a:pt x="2218" y="23"/>
                    <a:pt x="2153" y="53"/>
                    <a:pt x="2087" y="81"/>
                  </a:cubicBezTo>
                  <a:cubicBezTo>
                    <a:pt x="1969" y="129"/>
                    <a:pt x="1850" y="174"/>
                    <a:pt x="1736" y="230"/>
                  </a:cubicBezTo>
                  <a:cubicBezTo>
                    <a:pt x="1654" y="271"/>
                    <a:pt x="1582" y="275"/>
                    <a:pt x="1507" y="222"/>
                  </a:cubicBezTo>
                  <a:cubicBezTo>
                    <a:pt x="1468" y="194"/>
                    <a:pt x="1417" y="185"/>
                    <a:pt x="1370" y="198"/>
                  </a:cubicBezTo>
                  <a:cubicBezTo>
                    <a:pt x="1306" y="214"/>
                    <a:pt x="1249" y="246"/>
                    <a:pt x="1202" y="292"/>
                  </a:cubicBezTo>
                  <a:cubicBezTo>
                    <a:pt x="1137" y="356"/>
                    <a:pt x="1073" y="421"/>
                    <a:pt x="1012" y="489"/>
                  </a:cubicBezTo>
                  <a:cubicBezTo>
                    <a:pt x="962" y="545"/>
                    <a:pt x="910" y="593"/>
                    <a:pt x="828" y="588"/>
                  </a:cubicBezTo>
                  <a:cubicBezTo>
                    <a:pt x="823" y="588"/>
                    <a:pt x="819" y="590"/>
                    <a:pt x="815" y="591"/>
                  </a:cubicBezTo>
                  <a:cubicBezTo>
                    <a:pt x="720" y="616"/>
                    <a:pt x="662" y="685"/>
                    <a:pt x="615" y="763"/>
                  </a:cubicBezTo>
                  <a:cubicBezTo>
                    <a:pt x="549" y="871"/>
                    <a:pt x="507" y="991"/>
                    <a:pt x="479" y="1115"/>
                  </a:cubicBezTo>
                  <a:cubicBezTo>
                    <a:pt x="440" y="1289"/>
                    <a:pt x="401" y="1463"/>
                    <a:pt x="370" y="1638"/>
                  </a:cubicBezTo>
                  <a:cubicBezTo>
                    <a:pt x="356" y="1713"/>
                    <a:pt x="341" y="1779"/>
                    <a:pt x="272" y="1823"/>
                  </a:cubicBezTo>
                  <a:cubicBezTo>
                    <a:pt x="193" y="1874"/>
                    <a:pt x="119" y="1945"/>
                    <a:pt x="56" y="2019"/>
                  </a:cubicBezTo>
                  <a:cubicBezTo>
                    <a:pt x="20" y="2061"/>
                    <a:pt x="0" y="2115"/>
                    <a:pt x="0" y="2171"/>
                  </a:cubicBezTo>
                  <a:lnTo>
                    <a:pt x="0" y="2209"/>
                  </a:lnTo>
                  <a:cubicBezTo>
                    <a:pt x="6" y="2195"/>
                    <a:pt x="23" y="2137"/>
                    <a:pt x="33" y="2120"/>
                  </a:cubicBezTo>
                  <a:cubicBezTo>
                    <a:pt x="76" y="2040"/>
                    <a:pt x="153" y="1983"/>
                    <a:pt x="217" y="1918"/>
                  </a:cubicBezTo>
                  <a:cubicBezTo>
                    <a:pt x="256" y="1879"/>
                    <a:pt x="301" y="1847"/>
                    <a:pt x="355" y="1828"/>
                  </a:cubicBezTo>
                  <a:cubicBezTo>
                    <a:pt x="397" y="1814"/>
                    <a:pt x="437" y="1793"/>
                    <a:pt x="480" y="1779"/>
                  </a:cubicBezTo>
                  <a:cubicBezTo>
                    <a:pt x="550" y="1755"/>
                    <a:pt x="621" y="1721"/>
                    <a:pt x="694" y="1713"/>
                  </a:cubicBezTo>
                  <a:cubicBezTo>
                    <a:pt x="851" y="1695"/>
                    <a:pt x="1010" y="1688"/>
                    <a:pt x="1168" y="1680"/>
                  </a:cubicBezTo>
                  <a:cubicBezTo>
                    <a:pt x="1208" y="1678"/>
                    <a:pt x="1249" y="1684"/>
                    <a:pt x="1288" y="1694"/>
                  </a:cubicBezTo>
                  <a:cubicBezTo>
                    <a:pt x="1434" y="1730"/>
                    <a:pt x="1567" y="1802"/>
                    <a:pt x="1702" y="1866"/>
                  </a:cubicBezTo>
                  <a:cubicBezTo>
                    <a:pt x="1721" y="1874"/>
                    <a:pt x="1736" y="1891"/>
                    <a:pt x="1747" y="1900"/>
                  </a:cubicBezTo>
                  <a:cubicBezTo>
                    <a:pt x="1734" y="1929"/>
                    <a:pt x="1721" y="1951"/>
                    <a:pt x="1712" y="1975"/>
                  </a:cubicBezTo>
                  <a:cubicBezTo>
                    <a:pt x="1701" y="2002"/>
                    <a:pt x="1697" y="2032"/>
                    <a:pt x="1683" y="2057"/>
                  </a:cubicBezTo>
                  <a:cubicBezTo>
                    <a:pt x="1661" y="2099"/>
                    <a:pt x="1627" y="2129"/>
                    <a:pt x="1576" y="2124"/>
                  </a:cubicBezTo>
                  <a:cubicBezTo>
                    <a:pt x="1528" y="2119"/>
                    <a:pt x="1483" y="2126"/>
                    <a:pt x="1440" y="2148"/>
                  </a:cubicBezTo>
                  <a:cubicBezTo>
                    <a:pt x="1351" y="2192"/>
                    <a:pt x="1291" y="2175"/>
                    <a:pt x="1215" y="2106"/>
                  </a:cubicBezTo>
                  <a:cubicBezTo>
                    <a:pt x="1186" y="2080"/>
                    <a:pt x="1164" y="2044"/>
                    <a:pt x="1139" y="2013"/>
                  </a:cubicBezTo>
                  <a:cubicBezTo>
                    <a:pt x="1059" y="1913"/>
                    <a:pt x="961" y="1845"/>
                    <a:pt x="817" y="1853"/>
                  </a:cubicBezTo>
                  <a:cubicBezTo>
                    <a:pt x="755" y="1857"/>
                    <a:pt x="693" y="1850"/>
                    <a:pt x="631" y="1839"/>
                  </a:cubicBezTo>
                  <a:cubicBezTo>
                    <a:pt x="536" y="1822"/>
                    <a:pt x="453" y="1837"/>
                    <a:pt x="379" y="1894"/>
                  </a:cubicBezTo>
                  <a:cubicBezTo>
                    <a:pt x="279" y="1969"/>
                    <a:pt x="201" y="2064"/>
                    <a:pt x="149" y="2178"/>
                  </a:cubicBezTo>
                  <a:cubicBezTo>
                    <a:pt x="109" y="2266"/>
                    <a:pt x="73" y="2355"/>
                    <a:pt x="44" y="2447"/>
                  </a:cubicBezTo>
                  <a:cubicBezTo>
                    <a:pt x="17" y="2530"/>
                    <a:pt x="4" y="2618"/>
                    <a:pt x="3" y="2705"/>
                  </a:cubicBezTo>
                  <a:lnTo>
                    <a:pt x="2" y="2829"/>
                  </a:lnTo>
                  <a:cubicBezTo>
                    <a:pt x="7" y="2792"/>
                    <a:pt x="18" y="2755"/>
                    <a:pt x="26" y="2719"/>
                  </a:cubicBezTo>
                  <a:cubicBezTo>
                    <a:pt x="42" y="2643"/>
                    <a:pt x="57" y="2568"/>
                    <a:pt x="76" y="2493"/>
                  </a:cubicBezTo>
                  <a:cubicBezTo>
                    <a:pt x="91" y="2439"/>
                    <a:pt x="112" y="2386"/>
                    <a:pt x="131" y="2333"/>
                  </a:cubicBezTo>
                  <a:cubicBezTo>
                    <a:pt x="187" y="2172"/>
                    <a:pt x="269" y="2028"/>
                    <a:pt x="410" y="1925"/>
                  </a:cubicBezTo>
                  <a:cubicBezTo>
                    <a:pt x="455" y="1892"/>
                    <a:pt x="503" y="1872"/>
                    <a:pt x="559" y="1876"/>
                  </a:cubicBezTo>
                  <a:cubicBezTo>
                    <a:pt x="663" y="1882"/>
                    <a:pt x="767" y="1887"/>
                    <a:pt x="871" y="1897"/>
                  </a:cubicBezTo>
                  <a:cubicBezTo>
                    <a:pt x="940" y="1903"/>
                    <a:pt x="1002" y="1931"/>
                    <a:pt x="1050" y="1982"/>
                  </a:cubicBezTo>
                  <a:cubicBezTo>
                    <a:pt x="1087" y="2022"/>
                    <a:pt x="1119" y="2066"/>
                    <a:pt x="1155" y="2107"/>
                  </a:cubicBezTo>
                  <a:cubicBezTo>
                    <a:pt x="1236" y="2201"/>
                    <a:pt x="1340" y="2250"/>
                    <a:pt x="1468" y="2184"/>
                  </a:cubicBezTo>
                  <a:cubicBezTo>
                    <a:pt x="1493" y="2172"/>
                    <a:pt x="1524" y="2164"/>
                    <a:pt x="1552" y="2166"/>
                  </a:cubicBezTo>
                  <a:cubicBezTo>
                    <a:pt x="1636" y="2172"/>
                    <a:pt x="1698" y="2139"/>
                    <a:pt x="1730" y="2060"/>
                  </a:cubicBezTo>
                  <a:cubicBezTo>
                    <a:pt x="1742" y="2033"/>
                    <a:pt x="1749" y="2005"/>
                    <a:pt x="1756" y="1976"/>
                  </a:cubicBezTo>
                  <a:cubicBezTo>
                    <a:pt x="1762" y="1955"/>
                    <a:pt x="1772" y="1949"/>
                    <a:pt x="1794" y="1957"/>
                  </a:cubicBezTo>
                  <a:cubicBezTo>
                    <a:pt x="1887" y="1992"/>
                    <a:pt x="1983" y="2021"/>
                    <a:pt x="2074" y="2062"/>
                  </a:cubicBezTo>
                  <a:cubicBezTo>
                    <a:pt x="2154" y="2097"/>
                    <a:pt x="2229" y="2089"/>
                    <a:pt x="2299" y="2050"/>
                  </a:cubicBezTo>
                  <a:cubicBezTo>
                    <a:pt x="2459" y="1961"/>
                    <a:pt x="2606" y="1858"/>
                    <a:pt x="2676" y="1677"/>
                  </a:cubicBezTo>
                  <a:cubicBezTo>
                    <a:pt x="2681" y="1663"/>
                    <a:pt x="2691" y="1650"/>
                    <a:pt x="2700" y="1638"/>
                  </a:cubicBezTo>
                  <a:cubicBezTo>
                    <a:pt x="2705" y="1631"/>
                    <a:pt x="2712" y="1626"/>
                    <a:pt x="2718" y="1620"/>
                  </a:cubicBezTo>
                  <a:cubicBezTo>
                    <a:pt x="2762" y="1578"/>
                    <a:pt x="2819" y="1566"/>
                    <a:pt x="2875" y="1555"/>
                  </a:cubicBezTo>
                  <a:cubicBezTo>
                    <a:pt x="2946" y="1540"/>
                    <a:pt x="3018" y="1529"/>
                    <a:pt x="3089" y="1515"/>
                  </a:cubicBezTo>
                  <a:cubicBezTo>
                    <a:pt x="3137" y="1505"/>
                    <a:pt x="3176" y="1481"/>
                    <a:pt x="3204" y="1440"/>
                  </a:cubicBezTo>
                  <a:cubicBezTo>
                    <a:pt x="3239" y="1387"/>
                    <a:pt x="3292" y="1360"/>
                    <a:pt x="3349" y="1355"/>
                  </a:cubicBezTo>
                  <a:cubicBezTo>
                    <a:pt x="3443" y="1345"/>
                    <a:pt x="3538" y="1352"/>
                    <a:pt x="3628" y="1389"/>
                  </a:cubicBezTo>
                  <a:cubicBezTo>
                    <a:pt x="3702" y="1419"/>
                    <a:pt x="3774" y="1416"/>
                    <a:pt x="3844" y="1379"/>
                  </a:cubicBezTo>
                  <a:cubicBezTo>
                    <a:pt x="3902" y="1348"/>
                    <a:pt x="3958" y="1315"/>
                    <a:pt x="4014" y="1281"/>
                  </a:cubicBezTo>
                  <a:cubicBezTo>
                    <a:pt x="4023" y="1275"/>
                    <a:pt x="4031" y="1255"/>
                    <a:pt x="4029" y="1244"/>
                  </a:cubicBezTo>
                  <a:moveTo>
                    <a:pt x="1404" y="251"/>
                  </a:moveTo>
                  <a:cubicBezTo>
                    <a:pt x="1411" y="235"/>
                    <a:pt x="1429" y="228"/>
                    <a:pt x="1444" y="236"/>
                  </a:cubicBezTo>
                  <a:cubicBezTo>
                    <a:pt x="1486" y="259"/>
                    <a:pt x="1527" y="282"/>
                    <a:pt x="1571" y="298"/>
                  </a:cubicBezTo>
                  <a:cubicBezTo>
                    <a:pt x="1615" y="314"/>
                    <a:pt x="1661" y="311"/>
                    <a:pt x="1703" y="293"/>
                  </a:cubicBezTo>
                  <a:cubicBezTo>
                    <a:pt x="1872" y="218"/>
                    <a:pt x="2041" y="143"/>
                    <a:pt x="2210" y="70"/>
                  </a:cubicBezTo>
                  <a:cubicBezTo>
                    <a:pt x="2282" y="40"/>
                    <a:pt x="2355" y="27"/>
                    <a:pt x="2432" y="58"/>
                  </a:cubicBezTo>
                  <a:cubicBezTo>
                    <a:pt x="2443" y="63"/>
                    <a:pt x="2456" y="66"/>
                    <a:pt x="2468" y="67"/>
                  </a:cubicBezTo>
                  <a:cubicBezTo>
                    <a:pt x="2537" y="73"/>
                    <a:pt x="2578" y="122"/>
                    <a:pt x="2621" y="167"/>
                  </a:cubicBezTo>
                  <a:cubicBezTo>
                    <a:pt x="2626" y="173"/>
                    <a:pt x="2629" y="186"/>
                    <a:pt x="2627" y="194"/>
                  </a:cubicBezTo>
                  <a:cubicBezTo>
                    <a:pt x="2617" y="234"/>
                    <a:pt x="2609" y="277"/>
                    <a:pt x="2592" y="315"/>
                  </a:cubicBezTo>
                  <a:cubicBezTo>
                    <a:pt x="2544" y="416"/>
                    <a:pt x="2492" y="515"/>
                    <a:pt x="2442" y="615"/>
                  </a:cubicBezTo>
                  <a:cubicBezTo>
                    <a:pt x="2407" y="686"/>
                    <a:pt x="2362" y="746"/>
                    <a:pt x="2299" y="795"/>
                  </a:cubicBezTo>
                  <a:cubicBezTo>
                    <a:pt x="2143" y="917"/>
                    <a:pt x="1978" y="1020"/>
                    <a:pt x="1790" y="1087"/>
                  </a:cubicBezTo>
                  <a:cubicBezTo>
                    <a:pt x="1612" y="1150"/>
                    <a:pt x="1436" y="1218"/>
                    <a:pt x="1252" y="1256"/>
                  </a:cubicBezTo>
                  <a:cubicBezTo>
                    <a:pt x="1121" y="1284"/>
                    <a:pt x="989" y="1306"/>
                    <a:pt x="866" y="1360"/>
                  </a:cubicBezTo>
                  <a:cubicBezTo>
                    <a:pt x="835" y="1374"/>
                    <a:pt x="805" y="1389"/>
                    <a:pt x="771" y="1406"/>
                  </a:cubicBezTo>
                  <a:cubicBezTo>
                    <a:pt x="875" y="1205"/>
                    <a:pt x="922" y="989"/>
                    <a:pt x="986" y="779"/>
                  </a:cubicBezTo>
                  <a:cubicBezTo>
                    <a:pt x="1021" y="664"/>
                    <a:pt x="1081" y="569"/>
                    <a:pt x="1168" y="490"/>
                  </a:cubicBezTo>
                  <a:cubicBezTo>
                    <a:pt x="1219" y="443"/>
                    <a:pt x="1272" y="398"/>
                    <a:pt x="1327" y="355"/>
                  </a:cubicBezTo>
                  <a:cubicBezTo>
                    <a:pt x="1364" y="327"/>
                    <a:pt x="1387" y="291"/>
                    <a:pt x="1404" y="250"/>
                  </a:cubicBezTo>
                  <a:lnTo>
                    <a:pt x="1404" y="251"/>
                  </a:lnTo>
                  <a:moveTo>
                    <a:pt x="464" y="1378"/>
                  </a:moveTo>
                  <a:cubicBezTo>
                    <a:pt x="500" y="1222"/>
                    <a:pt x="527" y="1064"/>
                    <a:pt x="588" y="915"/>
                  </a:cubicBezTo>
                  <a:cubicBezTo>
                    <a:pt x="624" y="829"/>
                    <a:pt x="664" y="747"/>
                    <a:pt x="736" y="683"/>
                  </a:cubicBezTo>
                  <a:cubicBezTo>
                    <a:pt x="773" y="650"/>
                    <a:pt x="814" y="630"/>
                    <a:pt x="864" y="627"/>
                  </a:cubicBezTo>
                  <a:cubicBezTo>
                    <a:pt x="919" y="624"/>
                    <a:pt x="963" y="603"/>
                    <a:pt x="1001" y="563"/>
                  </a:cubicBezTo>
                  <a:cubicBezTo>
                    <a:pt x="1081" y="478"/>
                    <a:pt x="1162" y="394"/>
                    <a:pt x="1246" y="313"/>
                  </a:cubicBezTo>
                  <a:cubicBezTo>
                    <a:pt x="1275" y="285"/>
                    <a:pt x="1315" y="267"/>
                    <a:pt x="1350" y="244"/>
                  </a:cubicBezTo>
                  <a:cubicBezTo>
                    <a:pt x="1353" y="248"/>
                    <a:pt x="1356" y="252"/>
                    <a:pt x="1359" y="256"/>
                  </a:cubicBezTo>
                  <a:cubicBezTo>
                    <a:pt x="1339" y="278"/>
                    <a:pt x="1319" y="302"/>
                    <a:pt x="1297" y="322"/>
                  </a:cubicBezTo>
                  <a:cubicBezTo>
                    <a:pt x="1235" y="378"/>
                    <a:pt x="1169" y="430"/>
                    <a:pt x="1109" y="488"/>
                  </a:cubicBezTo>
                  <a:cubicBezTo>
                    <a:pt x="1029" y="564"/>
                    <a:pt x="977" y="656"/>
                    <a:pt x="946" y="763"/>
                  </a:cubicBezTo>
                  <a:cubicBezTo>
                    <a:pt x="903" y="915"/>
                    <a:pt x="853" y="1066"/>
                    <a:pt x="807" y="1218"/>
                  </a:cubicBezTo>
                  <a:cubicBezTo>
                    <a:pt x="777" y="1316"/>
                    <a:pt x="726" y="1401"/>
                    <a:pt x="649" y="1469"/>
                  </a:cubicBezTo>
                  <a:cubicBezTo>
                    <a:pt x="572" y="1538"/>
                    <a:pt x="494" y="1605"/>
                    <a:pt x="416" y="1673"/>
                  </a:cubicBezTo>
                  <a:lnTo>
                    <a:pt x="404" y="1666"/>
                  </a:lnTo>
                  <a:cubicBezTo>
                    <a:pt x="424" y="1570"/>
                    <a:pt x="442" y="1473"/>
                    <a:pt x="464" y="1378"/>
                  </a:cubicBezTo>
                  <a:moveTo>
                    <a:pt x="2684" y="1590"/>
                  </a:moveTo>
                  <a:cubicBezTo>
                    <a:pt x="2665" y="1614"/>
                    <a:pt x="2644" y="1638"/>
                    <a:pt x="2633" y="1665"/>
                  </a:cubicBezTo>
                  <a:cubicBezTo>
                    <a:pt x="2586" y="1794"/>
                    <a:pt x="2486" y="1875"/>
                    <a:pt x="2380" y="1951"/>
                  </a:cubicBezTo>
                  <a:cubicBezTo>
                    <a:pt x="2320" y="1994"/>
                    <a:pt x="2258" y="2035"/>
                    <a:pt x="2180" y="2040"/>
                  </a:cubicBezTo>
                  <a:cubicBezTo>
                    <a:pt x="2164" y="2041"/>
                    <a:pt x="2147" y="2042"/>
                    <a:pt x="2132" y="2036"/>
                  </a:cubicBezTo>
                  <a:cubicBezTo>
                    <a:pt x="2091" y="2022"/>
                    <a:pt x="2050" y="2003"/>
                    <a:pt x="2008" y="1987"/>
                  </a:cubicBezTo>
                  <a:cubicBezTo>
                    <a:pt x="1963" y="1970"/>
                    <a:pt x="1917" y="1954"/>
                    <a:pt x="1871" y="1939"/>
                  </a:cubicBezTo>
                  <a:cubicBezTo>
                    <a:pt x="1844" y="1930"/>
                    <a:pt x="1819" y="1921"/>
                    <a:pt x="1801" y="1896"/>
                  </a:cubicBezTo>
                  <a:cubicBezTo>
                    <a:pt x="1770" y="1854"/>
                    <a:pt x="1728" y="1825"/>
                    <a:pt x="1680" y="1805"/>
                  </a:cubicBezTo>
                  <a:cubicBezTo>
                    <a:pt x="1595" y="1768"/>
                    <a:pt x="1512" y="1727"/>
                    <a:pt x="1427" y="1692"/>
                  </a:cubicBezTo>
                  <a:cubicBezTo>
                    <a:pt x="1318" y="1647"/>
                    <a:pt x="1204" y="1625"/>
                    <a:pt x="1083" y="1641"/>
                  </a:cubicBezTo>
                  <a:cubicBezTo>
                    <a:pt x="1020" y="1650"/>
                    <a:pt x="955" y="1655"/>
                    <a:pt x="891" y="1652"/>
                  </a:cubicBezTo>
                  <a:cubicBezTo>
                    <a:pt x="713" y="1643"/>
                    <a:pt x="555" y="1696"/>
                    <a:pt x="405" y="1778"/>
                  </a:cubicBezTo>
                  <a:cubicBezTo>
                    <a:pt x="395" y="1783"/>
                    <a:pt x="386" y="1788"/>
                    <a:pt x="376" y="1793"/>
                  </a:cubicBezTo>
                  <a:lnTo>
                    <a:pt x="370" y="1785"/>
                  </a:lnTo>
                  <a:cubicBezTo>
                    <a:pt x="387" y="1763"/>
                    <a:pt x="401" y="1737"/>
                    <a:pt x="423" y="1720"/>
                  </a:cubicBezTo>
                  <a:cubicBezTo>
                    <a:pt x="525" y="1640"/>
                    <a:pt x="628" y="1562"/>
                    <a:pt x="733" y="1486"/>
                  </a:cubicBezTo>
                  <a:cubicBezTo>
                    <a:pt x="853" y="1399"/>
                    <a:pt x="990" y="1349"/>
                    <a:pt x="1135" y="1324"/>
                  </a:cubicBezTo>
                  <a:cubicBezTo>
                    <a:pt x="1276" y="1300"/>
                    <a:pt x="1411" y="1255"/>
                    <a:pt x="1549" y="1221"/>
                  </a:cubicBezTo>
                  <a:cubicBezTo>
                    <a:pt x="1773" y="1165"/>
                    <a:pt x="1996" y="1165"/>
                    <a:pt x="2217" y="1255"/>
                  </a:cubicBezTo>
                  <a:cubicBezTo>
                    <a:pt x="2371" y="1318"/>
                    <a:pt x="2512" y="1402"/>
                    <a:pt x="2651" y="1491"/>
                  </a:cubicBezTo>
                  <a:cubicBezTo>
                    <a:pt x="2663" y="1499"/>
                    <a:pt x="2674" y="1507"/>
                    <a:pt x="2684" y="1517"/>
                  </a:cubicBezTo>
                  <a:cubicBezTo>
                    <a:pt x="2704" y="1538"/>
                    <a:pt x="2702" y="1568"/>
                    <a:pt x="2684" y="1590"/>
                  </a:cubicBezTo>
                  <a:moveTo>
                    <a:pt x="3800" y="1351"/>
                  </a:moveTo>
                  <a:cubicBezTo>
                    <a:pt x="3751" y="1374"/>
                    <a:pt x="3699" y="1371"/>
                    <a:pt x="3648" y="1350"/>
                  </a:cubicBezTo>
                  <a:cubicBezTo>
                    <a:pt x="3552" y="1309"/>
                    <a:pt x="3450" y="1302"/>
                    <a:pt x="3350" y="1310"/>
                  </a:cubicBezTo>
                  <a:cubicBezTo>
                    <a:pt x="3279" y="1316"/>
                    <a:pt x="3215" y="1351"/>
                    <a:pt x="3167" y="1412"/>
                  </a:cubicBezTo>
                  <a:cubicBezTo>
                    <a:pt x="3147" y="1438"/>
                    <a:pt x="3121" y="1458"/>
                    <a:pt x="3089" y="1468"/>
                  </a:cubicBezTo>
                  <a:cubicBezTo>
                    <a:pt x="3022" y="1487"/>
                    <a:pt x="2952" y="1495"/>
                    <a:pt x="2883" y="1509"/>
                  </a:cubicBezTo>
                  <a:cubicBezTo>
                    <a:pt x="2836" y="1519"/>
                    <a:pt x="2791" y="1532"/>
                    <a:pt x="2741" y="1544"/>
                  </a:cubicBezTo>
                  <a:cubicBezTo>
                    <a:pt x="2740" y="1495"/>
                    <a:pt x="2702" y="1472"/>
                    <a:pt x="2666" y="1448"/>
                  </a:cubicBezTo>
                  <a:cubicBezTo>
                    <a:pt x="2522" y="1354"/>
                    <a:pt x="2375" y="1265"/>
                    <a:pt x="2212" y="1207"/>
                  </a:cubicBezTo>
                  <a:cubicBezTo>
                    <a:pt x="2082" y="1161"/>
                    <a:pt x="1951" y="1131"/>
                    <a:pt x="1813" y="1143"/>
                  </a:cubicBezTo>
                  <a:cubicBezTo>
                    <a:pt x="1803" y="1144"/>
                    <a:pt x="1793" y="1144"/>
                    <a:pt x="1783" y="1144"/>
                  </a:cubicBezTo>
                  <a:cubicBezTo>
                    <a:pt x="1782" y="1144"/>
                    <a:pt x="1780" y="1142"/>
                    <a:pt x="1777" y="1139"/>
                  </a:cubicBezTo>
                  <a:cubicBezTo>
                    <a:pt x="1829" y="1127"/>
                    <a:pt x="1880" y="1112"/>
                    <a:pt x="1932" y="1104"/>
                  </a:cubicBezTo>
                  <a:cubicBezTo>
                    <a:pt x="2058" y="1085"/>
                    <a:pt x="2183" y="1067"/>
                    <a:pt x="2309" y="1053"/>
                  </a:cubicBezTo>
                  <a:cubicBezTo>
                    <a:pt x="2394" y="1044"/>
                    <a:pt x="2481" y="1039"/>
                    <a:pt x="2566" y="1041"/>
                  </a:cubicBezTo>
                  <a:cubicBezTo>
                    <a:pt x="2625" y="1042"/>
                    <a:pt x="2685" y="1054"/>
                    <a:pt x="2742" y="1070"/>
                  </a:cubicBezTo>
                  <a:cubicBezTo>
                    <a:pt x="2888" y="1109"/>
                    <a:pt x="3031" y="1166"/>
                    <a:pt x="3185" y="1168"/>
                  </a:cubicBezTo>
                  <a:cubicBezTo>
                    <a:pt x="3302" y="1170"/>
                    <a:pt x="3418" y="1169"/>
                    <a:pt x="3534" y="1159"/>
                  </a:cubicBezTo>
                  <a:cubicBezTo>
                    <a:pt x="3635" y="1151"/>
                    <a:pt x="3728" y="1165"/>
                    <a:pt x="3816" y="1216"/>
                  </a:cubicBezTo>
                  <a:cubicBezTo>
                    <a:pt x="3859" y="1240"/>
                    <a:pt x="3903" y="1261"/>
                    <a:pt x="3956" y="1260"/>
                  </a:cubicBezTo>
                  <a:cubicBezTo>
                    <a:pt x="3904" y="1291"/>
                    <a:pt x="3854" y="1325"/>
                    <a:pt x="3799" y="1351"/>
                  </a:cubicBezTo>
                  <a:lnTo>
                    <a:pt x="3800" y="1351"/>
                  </a:lnTo>
                  <a:moveTo>
                    <a:pt x="3936" y="1221"/>
                  </a:moveTo>
                  <a:cubicBezTo>
                    <a:pt x="3913" y="1219"/>
                    <a:pt x="3891" y="1203"/>
                    <a:pt x="3873" y="1197"/>
                  </a:cubicBezTo>
                  <a:cubicBezTo>
                    <a:pt x="3845" y="1188"/>
                    <a:pt x="3818" y="1177"/>
                    <a:pt x="3794" y="1160"/>
                  </a:cubicBezTo>
                  <a:cubicBezTo>
                    <a:pt x="3707" y="1101"/>
                    <a:pt x="3613" y="1116"/>
                    <a:pt x="3521" y="1118"/>
                  </a:cubicBezTo>
                  <a:cubicBezTo>
                    <a:pt x="3448" y="1119"/>
                    <a:pt x="3375" y="1128"/>
                    <a:pt x="3303" y="1129"/>
                  </a:cubicBezTo>
                  <a:cubicBezTo>
                    <a:pt x="3173" y="1130"/>
                    <a:pt x="3045" y="1118"/>
                    <a:pt x="2920" y="1075"/>
                  </a:cubicBezTo>
                  <a:cubicBezTo>
                    <a:pt x="2839" y="1046"/>
                    <a:pt x="2754" y="1022"/>
                    <a:pt x="2669" y="1006"/>
                  </a:cubicBezTo>
                  <a:cubicBezTo>
                    <a:pt x="2549" y="984"/>
                    <a:pt x="2427" y="996"/>
                    <a:pt x="2305" y="1009"/>
                  </a:cubicBezTo>
                  <a:cubicBezTo>
                    <a:pt x="2221" y="1018"/>
                    <a:pt x="2137" y="1028"/>
                    <a:pt x="2053" y="1037"/>
                  </a:cubicBezTo>
                  <a:cubicBezTo>
                    <a:pt x="2044" y="1038"/>
                    <a:pt x="2034" y="1038"/>
                    <a:pt x="2017" y="1038"/>
                  </a:cubicBezTo>
                  <a:cubicBezTo>
                    <a:pt x="2066" y="1008"/>
                    <a:pt x="2109" y="984"/>
                    <a:pt x="2150" y="956"/>
                  </a:cubicBezTo>
                  <a:cubicBezTo>
                    <a:pt x="2212" y="913"/>
                    <a:pt x="2273" y="870"/>
                    <a:pt x="2332" y="824"/>
                  </a:cubicBezTo>
                  <a:cubicBezTo>
                    <a:pt x="2397" y="774"/>
                    <a:pt x="2444" y="709"/>
                    <a:pt x="2480" y="636"/>
                  </a:cubicBezTo>
                  <a:cubicBezTo>
                    <a:pt x="2529" y="537"/>
                    <a:pt x="2581" y="439"/>
                    <a:pt x="2629" y="338"/>
                  </a:cubicBezTo>
                  <a:cubicBezTo>
                    <a:pt x="2650" y="293"/>
                    <a:pt x="2663" y="243"/>
                    <a:pt x="2680" y="193"/>
                  </a:cubicBezTo>
                  <a:cubicBezTo>
                    <a:pt x="2720" y="184"/>
                    <a:pt x="2766" y="174"/>
                    <a:pt x="2810" y="161"/>
                  </a:cubicBezTo>
                  <a:cubicBezTo>
                    <a:pt x="2835" y="154"/>
                    <a:pt x="2847" y="161"/>
                    <a:pt x="2857" y="182"/>
                  </a:cubicBezTo>
                  <a:cubicBezTo>
                    <a:pt x="2868" y="207"/>
                    <a:pt x="2881" y="231"/>
                    <a:pt x="2892" y="255"/>
                  </a:cubicBezTo>
                  <a:cubicBezTo>
                    <a:pt x="2926" y="332"/>
                    <a:pt x="2996" y="387"/>
                    <a:pt x="3078" y="404"/>
                  </a:cubicBezTo>
                  <a:cubicBezTo>
                    <a:pt x="3145" y="418"/>
                    <a:pt x="3211" y="438"/>
                    <a:pt x="3275" y="462"/>
                  </a:cubicBezTo>
                  <a:cubicBezTo>
                    <a:pt x="3330" y="483"/>
                    <a:pt x="3361" y="541"/>
                    <a:pt x="3351" y="599"/>
                  </a:cubicBezTo>
                  <a:cubicBezTo>
                    <a:pt x="3326" y="755"/>
                    <a:pt x="3397" y="853"/>
                    <a:pt x="3566" y="887"/>
                  </a:cubicBezTo>
                  <a:cubicBezTo>
                    <a:pt x="3616" y="897"/>
                    <a:pt x="3667" y="899"/>
                    <a:pt x="3718" y="906"/>
                  </a:cubicBezTo>
                  <a:cubicBezTo>
                    <a:pt x="3844" y="924"/>
                    <a:pt x="3934" y="1010"/>
                    <a:pt x="3957" y="1135"/>
                  </a:cubicBezTo>
                  <a:cubicBezTo>
                    <a:pt x="3961" y="1152"/>
                    <a:pt x="3962" y="1169"/>
                    <a:pt x="3966" y="1186"/>
                  </a:cubicBezTo>
                  <a:cubicBezTo>
                    <a:pt x="3973" y="1213"/>
                    <a:pt x="3960" y="1223"/>
                    <a:pt x="3936" y="1221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5" name="Google Shape;335;p29"/>
            <p:cNvSpPr/>
            <p:nvPr/>
          </p:nvSpPr>
          <p:spPr>
            <a:xfrm rot="1949943">
              <a:off x="7096901" y="1520775"/>
              <a:ext cx="1048595" cy="736297"/>
            </a:xfrm>
            <a:custGeom>
              <a:avLst/>
              <a:gdLst/>
              <a:ahLst/>
              <a:cxnLst/>
              <a:rect l="l" t="t" r="r" b="b"/>
              <a:pathLst>
                <a:path w="4029" h="2829" extrusionOk="0">
                  <a:moveTo>
                    <a:pt x="4029" y="1244"/>
                  </a:moveTo>
                  <a:cubicBezTo>
                    <a:pt x="4023" y="1209"/>
                    <a:pt x="4009" y="1176"/>
                    <a:pt x="4003" y="1141"/>
                  </a:cubicBezTo>
                  <a:cubicBezTo>
                    <a:pt x="3975" y="990"/>
                    <a:pt x="3880" y="889"/>
                    <a:pt x="3737" y="865"/>
                  </a:cubicBezTo>
                  <a:cubicBezTo>
                    <a:pt x="3703" y="859"/>
                    <a:pt x="3668" y="858"/>
                    <a:pt x="3633" y="855"/>
                  </a:cubicBezTo>
                  <a:cubicBezTo>
                    <a:pt x="3553" y="847"/>
                    <a:pt x="3481" y="819"/>
                    <a:pt x="3421" y="762"/>
                  </a:cubicBezTo>
                  <a:cubicBezTo>
                    <a:pt x="3392" y="735"/>
                    <a:pt x="3380" y="694"/>
                    <a:pt x="3386" y="655"/>
                  </a:cubicBezTo>
                  <a:cubicBezTo>
                    <a:pt x="3388" y="639"/>
                    <a:pt x="3391" y="622"/>
                    <a:pt x="3394" y="606"/>
                  </a:cubicBezTo>
                  <a:cubicBezTo>
                    <a:pt x="3409" y="526"/>
                    <a:pt x="3379" y="457"/>
                    <a:pt x="3304" y="427"/>
                  </a:cubicBezTo>
                  <a:cubicBezTo>
                    <a:pt x="3241" y="401"/>
                    <a:pt x="3175" y="379"/>
                    <a:pt x="3108" y="366"/>
                  </a:cubicBezTo>
                  <a:cubicBezTo>
                    <a:pt x="3021" y="349"/>
                    <a:pt x="2958" y="307"/>
                    <a:pt x="2925" y="223"/>
                  </a:cubicBezTo>
                  <a:cubicBezTo>
                    <a:pt x="2914" y="194"/>
                    <a:pt x="2897" y="166"/>
                    <a:pt x="2882" y="139"/>
                  </a:cubicBezTo>
                  <a:cubicBezTo>
                    <a:pt x="2869" y="117"/>
                    <a:pt x="2848" y="108"/>
                    <a:pt x="2823" y="115"/>
                  </a:cubicBezTo>
                  <a:cubicBezTo>
                    <a:pt x="2784" y="124"/>
                    <a:pt x="2745" y="134"/>
                    <a:pt x="2706" y="144"/>
                  </a:cubicBezTo>
                  <a:cubicBezTo>
                    <a:pt x="2664" y="155"/>
                    <a:pt x="2631" y="142"/>
                    <a:pt x="2609" y="103"/>
                  </a:cubicBezTo>
                  <a:cubicBezTo>
                    <a:pt x="2590" y="69"/>
                    <a:pt x="2558" y="45"/>
                    <a:pt x="2520" y="35"/>
                  </a:cubicBezTo>
                  <a:cubicBezTo>
                    <a:pt x="2482" y="26"/>
                    <a:pt x="2447" y="13"/>
                    <a:pt x="2409" y="7"/>
                  </a:cubicBezTo>
                  <a:cubicBezTo>
                    <a:pt x="2369" y="2"/>
                    <a:pt x="2325" y="-5"/>
                    <a:pt x="2287" y="5"/>
                  </a:cubicBezTo>
                  <a:cubicBezTo>
                    <a:pt x="2218" y="23"/>
                    <a:pt x="2153" y="53"/>
                    <a:pt x="2087" y="81"/>
                  </a:cubicBezTo>
                  <a:cubicBezTo>
                    <a:pt x="1969" y="129"/>
                    <a:pt x="1850" y="174"/>
                    <a:pt x="1736" y="230"/>
                  </a:cubicBezTo>
                  <a:cubicBezTo>
                    <a:pt x="1654" y="271"/>
                    <a:pt x="1582" y="275"/>
                    <a:pt x="1507" y="222"/>
                  </a:cubicBezTo>
                  <a:cubicBezTo>
                    <a:pt x="1468" y="194"/>
                    <a:pt x="1417" y="185"/>
                    <a:pt x="1370" y="198"/>
                  </a:cubicBezTo>
                  <a:cubicBezTo>
                    <a:pt x="1306" y="214"/>
                    <a:pt x="1249" y="246"/>
                    <a:pt x="1202" y="292"/>
                  </a:cubicBezTo>
                  <a:cubicBezTo>
                    <a:pt x="1137" y="356"/>
                    <a:pt x="1073" y="421"/>
                    <a:pt x="1012" y="489"/>
                  </a:cubicBezTo>
                  <a:cubicBezTo>
                    <a:pt x="962" y="545"/>
                    <a:pt x="910" y="593"/>
                    <a:pt x="828" y="588"/>
                  </a:cubicBezTo>
                  <a:cubicBezTo>
                    <a:pt x="823" y="588"/>
                    <a:pt x="819" y="590"/>
                    <a:pt x="815" y="591"/>
                  </a:cubicBezTo>
                  <a:cubicBezTo>
                    <a:pt x="720" y="616"/>
                    <a:pt x="662" y="685"/>
                    <a:pt x="615" y="763"/>
                  </a:cubicBezTo>
                  <a:cubicBezTo>
                    <a:pt x="549" y="871"/>
                    <a:pt x="507" y="991"/>
                    <a:pt x="479" y="1115"/>
                  </a:cubicBezTo>
                  <a:cubicBezTo>
                    <a:pt x="440" y="1289"/>
                    <a:pt x="401" y="1463"/>
                    <a:pt x="370" y="1638"/>
                  </a:cubicBezTo>
                  <a:cubicBezTo>
                    <a:pt x="356" y="1713"/>
                    <a:pt x="341" y="1779"/>
                    <a:pt x="272" y="1823"/>
                  </a:cubicBezTo>
                  <a:cubicBezTo>
                    <a:pt x="193" y="1874"/>
                    <a:pt x="119" y="1945"/>
                    <a:pt x="56" y="2019"/>
                  </a:cubicBezTo>
                  <a:cubicBezTo>
                    <a:pt x="20" y="2061"/>
                    <a:pt x="0" y="2115"/>
                    <a:pt x="0" y="2171"/>
                  </a:cubicBezTo>
                  <a:lnTo>
                    <a:pt x="0" y="2209"/>
                  </a:lnTo>
                  <a:cubicBezTo>
                    <a:pt x="6" y="2195"/>
                    <a:pt x="23" y="2137"/>
                    <a:pt x="33" y="2120"/>
                  </a:cubicBezTo>
                  <a:cubicBezTo>
                    <a:pt x="76" y="2040"/>
                    <a:pt x="153" y="1983"/>
                    <a:pt x="217" y="1918"/>
                  </a:cubicBezTo>
                  <a:cubicBezTo>
                    <a:pt x="256" y="1879"/>
                    <a:pt x="301" y="1847"/>
                    <a:pt x="355" y="1828"/>
                  </a:cubicBezTo>
                  <a:cubicBezTo>
                    <a:pt x="397" y="1814"/>
                    <a:pt x="437" y="1793"/>
                    <a:pt x="480" y="1779"/>
                  </a:cubicBezTo>
                  <a:cubicBezTo>
                    <a:pt x="550" y="1755"/>
                    <a:pt x="621" y="1721"/>
                    <a:pt x="694" y="1713"/>
                  </a:cubicBezTo>
                  <a:cubicBezTo>
                    <a:pt x="851" y="1695"/>
                    <a:pt x="1010" y="1688"/>
                    <a:pt x="1168" y="1680"/>
                  </a:cubicBezTo>
                  <a:cubicBezTo>
                    <a:pt x="1208" y="1678"/>
                    <a:pt x="1249" y="1684"/>
                    <a:pt x="1288" y="1694"/>
                  </a:cubicBezTo>
                  <a:cubicBezTo>
                    <a:pt x="1434" y="1730"/>
                    <a:pt x="1567" y="1802"/>
                    <a:pt x="1702" y="1866"/>
                  </a:cubicBezTo>
                  <a:cubicBezTo>
                    <a:pt x="1721" y="1874"/>
                    <a:pt x="1736" y="1891"/>
                    <a:pt x="1747" y="1900"/>
                  </a:cubicBezTo>
                  <a:cubicBezTo>
                    <a:pt x="1734" y="1929"/>
                    <a:pt x="1721" y="1951"/>
                    <a:pt x="1712" y="1975"/>
                  </a:cubicBezTo>
                  <a:cubicBezTo>
                    <a:pt x="1701" y="2002"/>
                    <a:pt x="1697" y="2032"/>
                    <a:pt x="1683" y="2057"/>
                  </a:cubicBezTo>
                  <a:cubicBezTo>
                    <a:pt x="1661" y="2099"/>
                    <a:pt x="1627" y="2129"/>
                    <a:pt x="1576" y="2124"/>
                  </a:cubicBezTo>
                  <a:cubicBezTo>
                    <a:pt x="1528" y="2119"/>
                    <a:pt x="1483" y="2126"/>
                    <a:pt x="1440" y="2148"/>
                  </a:cubicBezTo>
                  <a:cubicBezTo>
                    <a:pt x="1351" y="2192"/>
                    <a:pt x="1291" y="2175"/>
                    <a:pt x="1215" y="2106"/>
                  </a:cubicBezTo>
                  <a:cubicBezTo>
                    <a:pt x="1186" y="2080"/>
                    <a:pt x="1164" y="2044"/>
                    <a:pt x="1139" y="2013"/>
                  </a:cubicBezTo>
                  <a:cubicBezTo>
                    <a:pt x="1059" y="1913"/>
                    <a:pt x="961" y="1845"/>
                    <a:pt x="817" y="1853"/>
                  </a:cubicBezTo>
                  <a:cubicBezTo>
                    <a:pt x="755" y="1857"/>
                    <a:pt x="693" y="1850"/>
                    <a:pt x="631" y="1839"/>
                  </a:cubicBezTo>
                  <a:cubicBezTo>
                    <a:pt x="536" y="1822"/>
                    <a:pt x="453" y="1837"/>
                    <a:pt x="379" y="1894"/>
                  </a:cubicBezTo>
                  <a:cubicBezTo>
                    <a:pt x="279" y="1969"/>
                    <a:pt x="201" y="2064"/>
                    <a:pt x="149" y="2178"/>
                  </a:cubicBezTo>
                  <a:cubicBezTo>
                    <a:pt x="109" y="2266"/>
                    <a:pt x="73" y="2355"/>
                    <a:pt x="44" y="2447"/>
                  </a:cubicBezTo>
                  <a:cubicBezTo>
                    <a:pt x="17" y="2530"/>
                    <a:pt x="4" y="2618"/>
                    <a:pt x="3" y="2705"/>
                  </a:cubicBezTo>
                  <a:lnTo>
                    <a:pt x="2" y="2829"/>
                  </a:lnTo>
                  <a:cubicBezTo>
                    <a:pt x="7" y="2792"/>
                    <a:pt x="18" y="2755"/>
                    <a:pt x="26" y="2719"/>
                  </a:cubicBezTo>
                  <a:cubicBezTo>
                    <a:pt x="42" y="2643"/>
                    <a:pt x="57" y="2568"/>
                    <a:pt x="76" y="2493"/>
                  </a:cubicBezTo>
                  <a:cubicBezTo>
                    <a:pt x="91" y="2439"/>
                    <a:pt x="112" y="2386"/>
                    <a:pt x="131" y="2333"/>
                  </a:cubicBezTo>
                  <a:cubicBezTo>
                    <a:pt x="187" y="2172"/>
                    <a:pt x="269" y="2028"/>
                    <a:pt x="410" y="1925"/>
                  </a:cubicBezTo>
                  <a:cubicBezTo>
                    <a:pt x="455" y="1892"/>
                    <a:pt x="503" y="1872"/>
                    <a:pt x="559" y="1876"/>
                  </a:cubicBezTo>
                  <a:cubicBezTo>
                    <a:pt x="663" y="1882"/>
                    <a:pt x="767" y="1887"/>
                    <a:pt x="871" y="1897"/>
                  </a:cubicBezTo>
                  <a:cubicBezTo>
                    <a:pt x="940" y="1903"/>
                    <a:pt x="1002" y="1931"/>
                    <a:pt x="1050" y="1982"/>
                  </a:cubicBezTo>
                  <a:cubicBezTo>
                    <a:pt x="1087" y="2022"/>
                    <a:pt x="1119" y="2066"/>
                    <a:pt x="1155" y="2107"/>
                  </a:cubicBezTo>
                  <a:cubicBezTo>
                    <a:pt x="1236" y="2201"/>
                    <a:pt x="1340" y="2250"/>
                    <a:pt x="1468" y="2184"/>
                  </a:cubicBezTo>
                  <a:cubicBezTo>
                    <a:pt x="1493" y="2172"/>
                    <a:pt x="1524" y="2164"/>
                    <a:pt x="1552" y="2166"/>
                  </a:cubicBezTo>
                  <a:cubicBezTo>
                    <a:pt x="1636" y="2172"/>
                    <a:pt x="1698" y="2139"/>
                    <a:pt x="1730" y="2060"/>
                  </a:cubicBezTo>
                  <a:cubicBezTo>
                    <a:pt x="1742" y="2033"/>
                    <a:pt x="1749" y="2005"/>
                    <a:pt x="1756" y="1976"/>
                  </a:cubicBezTo>
                  <a:cubicBezTo>
                    <a:pt x="1762" y="1955"/>
                    <a:pt x="1772" y="1949"/>
                    <a:pt x="1794" y="1957"/>
                  </a:cubicBezTo>
                  <a:cubicBezTo>
                    <a:pt x="1887" y="1992"/>
                    <a:pt x="1983" y="2021"/>
                    <a:pt x="2074" y="2062"/>
                  </a:cubicBezTo>
                  <a:cubicBezTo>
                    <a:pt x="2154" y="2097"/>
                    <a:pt x="2229" y="2089"/>
                    <a:pt x="2299" y="2050"/>
                  </a:cubicBezTo>
                  <a:cubicBezTo>
                    <a:pt x="2459" y="1961"/>
                    <a:pt x="2606" y="1858"/>
                    <a:pt x="2676" y="1677"/>
                  </a:cubicBezTo>
                  <a:cubicBezTo>
                    <a:pt x="2681" y="1663"/>
                    <a:pt x="2691" y="1650"/>
                    <a:pt x="2700" y="1638"/>
                  </a:cubicBezTo>
                  <a:cubicBezTo>
                    <a:pt x="2705" y="1631"/>
                    <a:pt x="2712" y="1626"/>
                    <a:pt x="2718" y="1620"/>
                  </a:cubicBezTo>
                  <a:cubicBezTo>
                    <a:pt x="2762" y="1578"/>
                    <a:pt x="2819" y="1566"/>
                    <a:pt x="2875" y="1555"/>
                  </a:cubicBezTo>
                  <a:cubicBezTo>
                    <a:pt x="2946" y="1540"/>
                    <a:pt x="3018" y="1529"/>
                    <a:pt x="3089" y="1515"/>
                  </a:cubicBezTo>
                  <a:cubicBezTo>
                    <a:pt x="3137" y="1505"/>
                    <a:pt x="3176" y="1481"/>
                    <a:pt x="3204" y="1440"/>
                  </a:cubicBezTo>
                  <a:cubicBezTo>
                    <a:pt x="3239" y="1387"/>
                    <a:pt x="3292" y="1360"/>
                    <a:pt x="3349" y="1355"/>
                  </a:cubicBezTo>
                  <a:cubicBezTo>
                    <a:pt x="3443" y="1345"/>
                    <a:pt x="3538" y="1352"/>
                    <a:pt x="3628" y="1389"/>
                  </a:cubicBezTo>
                  <a:cubicBezTo>
                    <a:pt x="3702" y="1419"/>
                    <a:pt x="3774" y="1416"/>
                    <a:pt x="3844" y="1379"/>
                  </a:cubicBezTo>
                  <a:cubicBezTo>
                    <a:pt x="3902" y="1348"/>
                    <a:pt x="3958" y="1315"/>
                    <a:pt x="4014" y="1281"/>
                  </a:cubicBezTo>
                  <a:cubicBezTo>
                    <a:pt x="4023" y="1275"/>
                    <a:pt x="4031" y="1255"/>
                    <a:pt x="4029" y="1244"/>
                  </a:cubicBezTo>
                  <a:moveTo>
                    <a:pt x="1404" y="251"/>
                  </a:moveTo>
                  <a:cubicBezTo>
                    <a:pt x="1411" y="235"/>
                    <a:pt x="1429" y="228"/>
                    <a:pt x="1444" y="236"/>
                  </a:cubicBezTo>
                  <a:cubicBezTo>
                    <a:pt x="1486" y="259"/>
                    <a:pt x="1527" y="282"/>
                    <a:pt x="1571" y="298"/>
                  </a:cubicBezTo>
                  <a:cubicBezTo>
                    <a:pt x="1615" y="314"/>
                    <a:pt x="1661" y="311"/>
                    <a:pt x="1703" y="293"/>
                  </a:cubicBezTo>
                  <a:cubicBezTo>
                    <a:pt x="1872" y="218"/>
                    <a:pt x="2041" y="143"/>
                    <a:pt x="2210" y="70"/>
                  </a:cubicBezTo>
                  <a:cubicBezTo>
                    <a:pt x="2282" y="40"/>
                    <a:pt x="2355" y="27"/>
                    <a:pt x="2432" y="58"/>
                  </a:cubicBezTo>
                  <a:cubicBezTo>
                    <a:pt x="2443" y="63"/>
                    <a:pt x="2456" y="66"/>
                    <a:pt x="2468" y="67"/>
                  </a:cubicBezTo>
                  <a:cubicBezTo>
                    <a:pt x="2537" y="73"/>
                    <a:pt x="2578" y="122"/>
                    <a:pt x="2621" y="167"/>
                  </a:cubicBezTo>
                  <a:cubicBezTo>
                    <a:pt x="2626" y="173"/>
                    <a:pt x="2629" y="186"/>
                    <a:pt x="2627" y="194"/>
                  </a:cubicBezTo>
                  <a:cubicBezTo>
                    <a:pt x="2617" y="234"/>
                    <a:pt x="2609" y="277"/>
                    <a:pt x="2592" y="315"/>
                  </a:cubicBezTo>
                  <a:cubicBezTo>
                    <a:pt x="2544" y="416"/>
                    <a:pt x="2492" y="515"/>
                    <a:pt x="2442" y="615"/>
                  </a:cubicBezTo>
                  <a:cubicBezTo>
                    <a:pt x="2407" y="686"/>
                    <a:pt x="2362" y="746"/>
                    <a:pt x="2299" y="795"/>
                  </a:cubicBezTo>
                  <a:cubicBezTo>
                    <a:pt x="2143" y="917"/>
                    <a:pt x="1978" y="1020"/>
                    <a:pt x="1790" y="1087"/>
                  </a:cubicBezTo>
                  <a:cubicBezTo>
                    <a:pt x="1612" y="1150"/>
                    <a:pt x="1436" y="1218"/>
                    <a:pt x="1252" y="1256"/>
                  </a:cubicBezTo>
                  <a:cubicBezTo>
                    <a:pt x="1121" y="1284"/>
                    <a:pt x="989" y="1306"/>
                    <a:pt x="866" y="1360"/>
                  </a:cubicBezTo>
                  <a:cubicBezTo>
                    <a:pt x="835" y="1374"/>
                    <a:pt x="805" y="1389"/>
                    <a:pt x="771" y="1406"/>
                  </a:cubicBezTo>
                  <a:cubicBezTo>
                    <a:pt x="875" y="1205"/>
                    <a:pt x="922" y="989"/>
                    <a:pt x="986" y="779"/>
                  </a:cubicBezTo>
                  <a:cubicBezTo>
                    <a:pt x="1021" y="664"/>
                    <a:pt x="1081" y="569"/>
                    <a:pt x="1168" y="490"/>
                  </a:cubicBezTo>
                  <a:cubicBezTo>
                    <a:pt x="1219" y="443"/>
                    <a:pt x="1272" y="398"/>
                    <a:pt x="1327" y="355"/>
                  </a:cubicBezTo>
                  <a:cubicBezTo>
                    <a:pt x="1364" y="327"/>
                    <a:pt x="1387" y="291"/>
                    <a:pt x="1404" y="250"/>
                  </a:cubicBezTo>
                  <a:lnTo>
                    <a:pt x="1404" y="251"/>
                  </a:lnTo>
                  <a:moveTo>
                    <a:pt x="464" y="1378"/>
                  </a:moveTo>
                  <a:cubicBezTo>
                    <a:pt x="500" y="1222"/>
                    <a:pt x="527" y="1064"/>
                    <a:pt x="588" y="915"/>
                  </a:cubicBezTo>
                  <a:cubicBezTo>
                    <a:pt x="624" y="829"/>
                    <a:pt x="664" y="747"/>
                    <a:pt x="736" y="683"/>
                  </a:cubicBezTo>
                  <a:cubicBezTo>
                    <a:pt x="773" y="650"/>
                    <a:pt x="814" y="630"/>
                    <a:pt x="864" y="627"/>
                  </a:cubicBezTo>
                  <a:cubicBezTo>
                    <a:pt x="919" y="624"/>
                    <a:pt x="963" y="603"/>
                    <a:pt x="1001" y="563"/>
                  </a:cubicBezTo>
                  <a:cubicBezTo>
                    <a:pt x="1081" y="478"/>
                    <a:pt x="1162" y="394"/>
                    <a:pt x="1246" y="313"/>
                  </a:cubicBezTo>
                  <a:cubicBezTo>
                    <a:pt x="1275" y="285"/>
                    <a:pt x="1315" y="267"/>
                    <a:pt x="1350" y="244"/>
                  </a:cubicBezTo>
                  <a:cubicBezTo>
                    <a:pt x="1353" y="248"/>
                    <a:pt x="1356" y="252"/>
                    <a:pt x="1359" y="256"/>
                  </a:cubicBezTo>
                  <a:cubicBezTo>
                    <a:pt x="1339" y="278"/>
                    <a:pt x="1319" y="302"/>
                    <a:pt x="1297" y="322"/>
                  </a:cubicBezTo>
                  <a:cubicBezTo>
                    <a:pt x="1235" y="378"/>
                    <a:pt x="1169" y="430"/>
                    <a:pt x="1109" y="488"/>
                  </a:cubicBezTo>
                  <a:cubicBezTo>
                    <a:pt x="1029" y="564"/>
                    <a:pt x="977" y="656"/>
                    <a:pt x="946" y="763"/>
                  </a:cubicBezTo>
                  <a:cubicBezTo>
                    <a:pt x="903" y="915"/>
                    <a:pt x="853" y="1066"/>
                    <a:pt x="807" y="1218"/>
                  </a:cubicBezTo>
                  <a:cubicBezTo>
                    <a:pt x="777" y="1316"/>
                    <a:pt x="726" y="1401"/>
                    <a:pt x="649" y="1469"/>
                  </a:cubicBezTo>
                  <a:cubicBezTo>
                    <a:pt x="572" y="1538"/>
                    <a:pt x="494" y="1605"/>
                    <a:pt x="416" y="1673"/>
                  </a:cubicBezTo>
                  <a:lnTo>
                    <a:pt x="404" y="1666"/>
                  </a:lnTo>
                  <a:cubicBezTo>
                    <a:pt x="424" y="1570"/>
                    <a:pt x="442" y="1473"/>
                    <a:pt x="464" y="1378"/>
                  </a:cubicBezTo>
                  <a:moveTo>
                    <a:pt x="2684" y="1590"/>
                  </a:moveTo>
                  <a:cubicBezTo>
                    <a:pt x="2665" y="1614"/>
                    <a:pt x="2644" y="1638"/>
                    <a:pt x="2633" y="1665"/>
                  </a:cubicBezTo>
                  <a:cubicBezTo>
                    <a:pt x="2586" y="1794"/>
                    <a:pt x="2486" y="1875"/>
                    <a:pt x="2380" y="1951"/>
                  </a:cubicBezTo>
                  <a:cubicBezTo>
                    <a:pt x="2320" y="1994"/>
                    <a:pt x="2258" y="2035"/>
                    <a:pt x="2180" y="2040"/>
                  </a:cubicBezTo>
                  <a:cubicBezTo>
                    <a:pt x="2164" y="2041"/>
                    <a:pt x="2147" y="2042"/>
                    <a:pt x="2132" y="2036"/>
                  </a:cubicBezTo>
                  <a:cubicBezTo>
                    <a:pt x="2091" y="2022"/>
                    <a:pt x="2050" y="2003"/>
                    <a:pt x="2008" y="1987"/>
                  </a:cubicBezTo>
                  <a:cubicBezTo>
                    <a:pt x="1963" y="1970"/>
                    <a:pt x="1917" y="1954"/>
                    <a:pt x="1871" y="1939"/>
                  </a:cubicBezTo>
                  <a:cubicBezTo>
                    <a:pt x="1844" y="1930"/>
                    <a:pt x="1819" y="1921"/>
                    <a:pt x="1801" y="1896"/>
                  </a:cubicBezTo>
                  <a:cubicBezTo>
                    <a:pt x="1770" y="1854"/>
                    <a:pt x="1728" y="1825"/>
                    <a:pt x="1680" y="1805"/>
                  </a:cubicBezTo>
                  <a:cubicBezTo>
                    <a:pt x="1595" y="1768"/>
                    <a:pt x="1512" y="1727"/>
                    <a:pt x="1427" y="1692"/>
                  </a:cubicBezTo>
                  <a:cubicBezTo>
                    <a:pt x="1318" y="1647"/>
                    <a:pt x="1204" y="1625"/>
                    <a:pt x="1083" y="1641"/>
                  </a:cubicBezTo>
                  <a:cubicBezTo>
                    <a:pt x="1020" y="1650"/>
                    <a:pt x="955" y="1655"/>
                    <a:pt x="891" y="1652"/>
                  </a:cubicBezTo>
                  <a:cubicBezTo>
                    <a:pt x="713" y="1643"/>
                    <a:pt x="555" y="1696"/>
                    <a:pt x="405" y="1778"/>
                  </a:cubicBezTo>
                  <a:cubicBezTo>
                    <a:pt x="395" y="1783"/>
                    <a:pt x="386" y="1788"/>
                    <a:pt x="376" y="1793"/>
                  </a:cubicBezTo>
                  <a:lnTo>
                    <a:pt x="370" y="1785"/>
                  </a:lnTo>
                  <a:cubicBezTo>
                    <a:pt x="387" y="1763"/>
                    <a:pt x="401" y="1737"/>
                    <a:pt x="423" y="1720"/>
                  </a:cubicBezTo>
                  <a:cubicBezTo>
                    <a:pt x="525" y="1640"/>
                    <a:pt x="628" y="1562"/>
                    <a:pt x="733" y="1486"/>
                  </a:cubicBezTo>
                  <a:cubicBezTo>
                    <a:pt x="853" y="1399"/>
                    <a:pt x="990" y="1349"/>
                    <a:pt x="1135" y="1324"/>
                  </a:cubicBezTo>
                  <a:cubicBezTo>
                    <a:pt x="1276" y="1300"/>
                    <a:pt x="1411" y="1255"/>
                    <a:pt x="1549" y="1221"/>
                  </a:cubicBezTo>
                  <a:cubicBezTo>
                    <a:pt x="1773" y="1165"/>
                    <a:pt x="1996" y="1165"/>
                    <a:pt x="2217" y="1255"/>
                  </a:cubicBezTo>
                  <a:cubicBezTo>
                    <a:pt x="2371" y="1318"/>
                    <a:pt x="2512" y="1402"/>
                    <a:pt x="2651" y="1491"/>
                  </a:cubicBezTo>
                  <a:cubicBezTo>
                    <a:pt x="2663" y="1499"/>
                    <a:pt x="2674" y="1507"/>
                    <a:pt x="2684" y="1517"/>
                  </a:cubicBezTo>
                  <a:cubicBezTo>
                    <a:pt x="2704" y="1538"/>
                    <a:pt x="2702" y="1568"/>
                    <a:pt x="2684" y="1590"/>
                  </a:cubicBezTo>
                  <a:moveTo>
                    <a:pt x="3800" y="1351"/>
                  </a:moveTo>
                  <a:cubicBezTo>
                    <a:pt x="3751" y="1374"/>
                    <a:pt x="3699" y="1371"/>
                    <a:pt x="3648" y="1350"/>
                  </a:cubicBezTo>
                  <a:cubicBezTo>
                    <a:pt x="3552" y="1309"/>
                    <a:pt x="3450" y="1302"/>
                    <a:pt x="3350" y="1310"/>
                  </a:cubicBezTo>
                  <a:cubicBezTo>
                    <a:pt x="3279" y="1316"/>
                    <a:pt x="3215" y="1351"/>
                    <a:pt x="3167" y="1412"/>
                  </a:cubicBezTo>
                  <a:cubicBezTo>
                    <a:pt x="3147" y="1438"/>
                    <a:pt x="3121" y="1458"/>
                    <a:pt x="3089" y="1468"/>
                  </a:cubicBezTo>
                  <a:cubicBezTo>
                    <a:pt x="3022" y="1487"/>
                    <a:pt x="2952" y="1495"/>
                    <a:pt x="2883" y="1509"/>
                  </a:cubicBezTo>
                  <a:cubicBezTo>
                    <a:pt x="2836" y="1519"/>
                    <a:pt x="2791" y="1532"/>
                    <a:pt x="2741" y="1544"/>
                  </a:cubicBezTo>
                  <a:cubicBezTo>
                    <a:pt x="2740" y="1495"/>
                    <a:pt x="2702" y="1472"/>
                    <a:pt x="2666" y="1448"/>
                  </a:cubicBezTo>
                  <a:cubicBezTo>
                    <a:pt x="2522" y="1354"/>
                    <a:pt x="2375" y="1265"/>
                    <a:pt x="2212" y="1207"/>
                  </a:cubicBezTo>
                  <a:cubicBezTo>
                    <a:pt x="2082" y="1161"/>
                    <a:pt x="1951" y="1131"/>
                    <a:pt x="1813" y="1143"/>
                  </a:cubicBezTo>
                  <a:cubicBezTo>
                    <a:pt x="1803" y="1144"/>
                    <a:pt x="1793" y="1144"/>
                    <a:pt x="1783" y="1144"/>
                  </a:cubicBezTo>
                  <a:cubicBezTo>
                    <a:pt x="1782" y="1144"/>
                    <a:pt x="1780" y="1142"/>
                    <a:pt x="1777" y="1139"/>
                  </a:cubicBezTo>
                  <a:cubicBezTo>
                    <a:pt x="1829" y="1127"/>
                    <a:pt x="1880" y="1112"/>
                    <a:pt x="1932" y="1104"/>
                  </a:cubicBezTo>
                  <a:cubicBezTo>
                    <a:pt x="2058" y="1085"/>
                    <a:pt x="2183" y="1067"/>
                    <a:pt x="2309" y="1053"/>
                  </a:cubicBezTo>
                  <a:cubicBezTo>
                    <a:pt x="2394" y="1044"/>
                    <a:pt x="2481" y="1039"/>
                    <a:pt x="2566" y="1041"/>
                  </a:cubicBezTo>
                  <a:cubicBezTo>
                    <a:pt x="2625" y="1042"/>
                    <a:pt x="2685" y="1054"/>
                    <a:pt x="2742" y="1070"/>
                  </a:cubicBezTo>
                  <a:cubicBezTo>
                    <a:pt x="2888" y="1109"/>
                    <a:pt x="3031" y="1166"/>
                    <a:pt x="3185" y="1168"/>
                  </a:cubicBezTo>
                  <a:cubicBezTo>
                    <a:pt x="3302" y="1170"/>
                    <a:pt x="3418" y="1169"/>
                    <a:pt x="3534" y="1159"/>
                  </a:cubicBezTo>
                  <a:cubicBezTo>
                    <a:pt x="3635" y="1151"/>
                    <a:pt x="3728" y="1165"/>
                    <a:pt x="3816" y="1216"/>
                  </a:cubicBezTo>
                  <a:cubicBezTo>
                    <a:pt x="3859" y="1240"/>
                    <a:pt x="3903" y="1261"/>
                    <a:pt x="3956" y="1260"/>
                  </a:cubicBezTo>
                  <a:cubicBezTo>
                    <a:pt x="3904" y="1291"/>
                    <a:pt x="3854" y="1325"/>
                    <a:pt x="3799" y="1351"/>
                  </a:cubicBezTo>
                  <a:lnTo>
                    <a:pt x="3800" y="1351"/>
                  </a:lnTo>
                  <a:moveTo>
                    <a:pt x="3936" y="1221"/>
                  </a:moveTo>
                  <a:cubicBezTo>
                    <a:pt x="3913" y="1219"/>
                    <a:pt x="3891" y="1203"/>
                    <a:pt x="3873" y="1197"/>
                  </a:cubicBezTo>
                  <a:cubicBezTo>
                    <a:pt x="3845" y="1188"/>
                    <a:pt x="3818" y="1177"/>
                    <a:pt x="3794" y="1160"/>
                  </a:cubicBezTo>
                  <a:cubicBezTo>
                    <a:pt x="3707" y="1101"/>
                    <a:pt x="3613" y="1116"/>
                    <a:pt x="3521" y="1118"/>
                  </a:cubicBezTo>
                  <a:cubicBezTo>
                    <a:pt x="3448" y="1119"/>
                    <a:pt x="3375" y="1128"/>
                    <a:pt x="3303" y="1129"/>
                  </a:cubicBezTo>
                  <a:cubicBezTo>
                    <a:pt x="3173" y="1130"/>
                    <a:pt x="3045" y="1118"/>
                    <a:pt x="2920" y="1075"/>
                  </a:cubicBezTo>
                  <a:cubicBezTo>
                    <a:pt x="2839" y="1046"/>
                    <a:pt x="2754" y="1022"/>
                    <a:pt x="2669" y="1006"/>
                  </a:cubicBezTo>
                  <a:cubicBezTo>
                    <a:pt x="2549" y="984"/>
                    <a:pt x="2427" y="996"/>
                    <a:pt x="2305" y="1009"/>
                  </a:cubicBezTo>
                  <a:cubicBezTo>
                    <a:pt x="2221" y="1018"/>
                    <a:pt x="2137" y="1028"/>
                    <a:pt x="2053" y="1037"/>
                  </a:cubicBezTo>
                  <a:cubicBezTo>
                    <a:pt x="2044" y="1038"/>
                    <a:pt x="2034" y="1038"/>
                    <a:pt x="2017" y="1038"/>
                  </a:cubicBezTo>
                  <a:cubicBezTo>
                    <a:pt x="2066" y="1008"/>
                    <a:pt x="2109" y="984"/>
                    <a:pt x="2150" y="956"/>
                  </a:cubicBezTo>
                  <a:cubicBezTo>
                    <a:pt x="2212" y="913"/>
                    <a:pt x="2273" y="870"/>
                    <a:pt x="2332" y="824"/>
                  </a:cubicBezTo>
                  <a:cubicBezTo>
                    <a:pt x="2397" y="774"/>
                    <a:pt x="2444" y="709"/>
                    <a:pt x="2480" y="636"/>
                  </a:cubicBezTo>
                  <a:cubicBezTo>
                    <a:pt x="2529" y="537"/>
                    <a:pt x="2581" y="439"/>
                    <a:pt x="2629" y="338"/>
                  </a:cubicBezTo>
                  <a:cubicBezTo>
                    <a:pt x="2650" y="293"/>
                    <a:pt x="2663" y="243"/>
                    <a:pt x="2680" y="193"/>
                  </a:cubicBezTo>
                  <a:cubicBezTo>
                    <a:pt x="2720" y="184"/>
                    <a:pt x="2766" y="174"/>
                    <a:pt x="2810" y="161"/>
                  </a:cubicBezTo>
                  <a:cubicBezTo>
                    <a:pt x="2835" y="154"/>
                    <a:pt x="2847" y="161"/>
                    <a:pt x="2857" y="182"/>
                  </a:cubicBezTo>
                  <a:cubicBezTo>
                    <a:pt x="2868" y="207"/>
                    <a:pt x="2881" y="231"/>
                    <a:pt x="2892" y="255"/>
                  </a:cubicBezTo>
                  <a:cubicBezTo>
                    <a:pt x="2926" y="332"/>
                    <a:pt x="2996" y="387"/>
                    <a:pt x="3078" y="404"/>
                  </a:cubicBezTo>
                  <a:cubicBezTo>
                    <a:pt x="3145" y="418"/>
                    <a:pt x="3211" y="438"/>
                    <a:pt x="3275" y="462"/>
                  </a:cubicBezTo>
                  <a:cubicBezTo>
                    <a:pt x="3330" y="483"/>
                    <a:pt x="3361" y="541"/>
                    <a:pt x="3351" y="599"/>
                  </a:cubicBezTo>
                  <a:cubicBezTo>
                    <a:pt x="3326" y="755"/>
                    <a:pt x="3397" y="853"/>
                    <a:pt x="3566" y="887"/>
                  </a:cubicBezTo>
                  <a:cubicBezTo>
                    <a:pt x="3616" y="897"/>
                    <a:pt x="3667" y="899"/>
                    <a:pt x="3718" y="906"/>
                  </a:cubicBezTo>
                  <a:cubicBezTo>
                    <a:pt x="3844" y="924"/>
                    <a:pt x="3934" y="1010"/>
                    <a:pt x="3957" y="1135"/>
                  </a:cubicBezTo>
                  <a:cubicBezTo>
                    <a:pt x="3961" y="1152"/>
                    <a:pt x="3962" y="1169"/>
                    <a:pt x="3966" y="1186"/>
                  </a:cubicBezTo>
                  <a:cubicBezTo>
                    <a:pt x="3973" y="1213"/>
                    <a:pt x="3960" y="1223"/>
                    <a:pt x="3936" y="1221"/>
                  </a:cubicBezTo>
                  <a:close/>
                </a:path>
              </a:pathLst>
            </a:custGeom>
            <a:solidFill>
              <a:srgbClr val="331303">
                <a:alpha val="86880"/>
              </a:srgbClr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6" name="Google Shape;336;p29"/>
            <p:cNvSpPr/>
            <p:nvPr/>
          </p:nvSpPr>
          <p:spPr>
            <a:xfrm>
              <a:off x="5620175" y="1692587"/>
              <a:ext cx="2288400" cy="2294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  <p:grpSp>
          <p:nvGrpSpPr>
            <p:cNvPr id="337" name="Google Shape;337;p29"/>
            <p:cNvGrpSpPr/>
            <p:nvPr/>
          </p:nvGrpSpPr>
          <p:grpSpPr>
            <a:xfrm>
              <a:off x="5568937" y="1652301"/>
              <a:ext cx="2390886" cy="2375263"/>
              <a:chOff x="4109685" y="1869590"/>
              <a:chExt cx="1432440" cy="1423080"/>
            </a:xfrm>
          </p:grpSpPr>
          <p:grpSp>
            <p:nvGrpSpPr>
              <p:cNvPr id="338" name="Google Shape;338;p29"/>
              <p:cNvGrpSpPr/>
              <p:nvPr/>
            </p:nvGrpSpPr>
            <p:grpSpPr>
              <a:xfrm>
                <a:off x="4109685" y="1869590"/>
                <a:ext cx="1432440" cy="1423080"/>
                <a:chOff x="4109685" y="1869590"/>
                <a:chExt cx="1432440" cy="1423080"/>
              </a:xfrm>
            </p:grpSpPr>
            <p:sp>
              <p:nvSpPr>
                <p:cNvPr id="339" name="Google Shape;339;p29"/>
                <p:cNvSpPr/>
                <p:nvPr/>
              </p:nvSpPr>
              <p:spPr>
                <a:xfrm>
                  <a:off x="4109685" y="1869590"/>
                  <a:ext cx="1432440" cy="1423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" h="3953" extrusionOk="0">
                      <a:moveTo>
                        <a:pt x="2075" y="3953"/>
                      </a:moveTo>
                      <a:cubicBezTo>
                        <a:pt x="1355" y="3929"/>
                        <a:pt x="780" y="3628"/>
                        <a:pt x="362" y="3039"/>
                      </a:cubicBezTo>
                      <a:cubicBezTo>
                        <a:pt x="166" y="2764"/>
                        <a:pt x="45" y="2455"/>
                        <a:pt x="12" y="2120"/>
                      </a:cubicBezTo>
                      <a:cubicBezTo>
                        <a:pt x="-59" y="1386"/>
                        <a:pt x="192" y="786"/>
                        <a:pt x="792" y="346"/>
                      </a:cubicBezTo>
                      <a:cubicBezTo>
                        <a:pt x="1050" y="156"/>
                        <a:pt x="1344" y="51"/>
                        <a:pt x="1663" y="15"/>
                      </a:cubicBezTo>
                      <a:cubicBezTo>
                        <a:pt x="2021" y="-27"/>
                        <a:pt x="2366" y="24"/>
                        <a:pt x="2699" y="163"/>
                      </a:cubicBezTo>
                      <a:cubicBezTo>
                        <a:pt x="2802" y="206"/>
                        <a:pt x="2906" y="248"/>
                        <a:pt x="2997" y="314"/>
                      </a:cubicBezTo>
                      <a:cubicBezTo>
                        <a:pt x="3073" y="369"/>
                        <a:pt x="3144" y="429"/>
                        <a:pt x="3219" y="485"/>
                      </a:cubicBezTo>
                      <a:cubicBezTo>
                        <a:pt x="3387" y="612"/>
                        <a:pt x="3521" y="769"/>
                        <a:pt x="3637" y="943"/>
                      </a:cubicBezTo>
                      <a:cubicBezTo>
                        <a:pt x="3808" y="1200"/>
                        <a:pt x="3917" y="1482"/>
                        <a:pt x="3959" y="1788"/>
                      </a:cubicBezTo>
                      <a:cubicBezTo>
                        <a:pt x="4026" y="2284"/>
                        <a:pt x="3927" y="2744"/>
                        <a:pt x="3637" y="3155"/>
                      </a:cubicBezTo>
                      <a:cubicBezTo>
                        <a:pt x="3345" y="3570"/>
                        <a:pt x="2943" y="3820"/>
                        <a:pt x="2446" y="3918"/>
                      </a:cubicBezTo>
                      <a:cubicBezTo>
                        <a:pt x="2324" y="3942"/>
                        <a:pt x="2201" y="3954"/>
                        <a:pt x="2075" y="3953"/>
                      </a:cubicBezTo>
                      <a:moveTo>
                        <a:pt x="2381" y="104"/>
                      </a:moveTo>
                      <a:cubicBezTo>
                        <a:pt x="2376" y="102"/>
                        <a:pt x="2372" y="100"/>
                        <a:pt x="2367" y="100"/>
                      </a:cubicBezTo>
                      <a:cubicBezTo>
                        <a:pt x="2113" y="38"/>
                        <a:pt x="1857" y="25"/>
                        <a:pt x="1598" y="66"/>
                      </a:cubicBezTo>
                      <a:cubicBezTo>
                        <a:pt x="1213" y="128"/>
                        <a:pt x="876" y="289"/>
                        <a:pt x="598" y="562"/>
                      </a:cubicBezTo>
                      <a:cubicBezTo>
                        <a:pt x="185" y="968"/>
                        <a:pt x="8" y="1466"/>
                        <a:pt x="48" y="2042"/>
                      </a:cubicBezTo>
                      <a:cubicBezTo>
                        <a:pt x="66" y="2305"/>
                        <a:pt x="142" y="2553"/>
                        <a:pt x="261" y="2788"/>
                      </a:cubicBezTo>
                      <a:cubicBezTo>
                        <a:pt x="642" y="3538"/>
                        <a:pt x="1482" y="4008"/>
                        <a:pt x="2336" y="3892"/>
                      </a:cubicBezTo>
                      <a:cubicBezTo>
                        <a:pt x="2647" y="3849"/>
                        <a:pt x="2936" y="3743"/>
                        <a:pt x="3186" y="3552"/>
                      </a:cubicBezTo>
                      <a:cubicBezTo>
                        <a:pt x="3768" y="3108"/>
                        <a:pt x="4009" y="2512"/>
                        <a:pt x="3914" y="1793"/>
                      </a:cubicBezTo>
                      <a:cubicBezTo>
                        <a:pt x="3838" y="1220"/>
                        <a:pt x="3544" y="768"/>
                        <a:pt x="3079" y="427"/>
                      </a:cubicBezTo>
                      <a:cubicBezTo>
                        <a:pt x="3060" y="413"/>
                        <a:pt x="3042" y="389"/>
                        <a:pt x="3012" y="406"/>
                      </a:cubicBezTo>
                      <a:cubicBezTo>
                        <a:pt x="3009" y="408"/>
                        <a:pt x="3002" y="404"/>
                        <a:pt x="2997" y="401"/>
                      </a:cubicBezTo>
                      <a:cubicBezTo>
                        <a:pt x="2787" y="282"/>
                        <a:pt x="2556" y="227"/>
                        <a:pt x="2321" y="185"/>
                      </a:cubicBezTo>
                      <a:cubicBezTo>
                        <a:pt x="2235" y="169"/>
                        <a:pt x="2147" y="160"/>
                        <a:pt x="2060" y="146"/>
                      </a:cubicBezTo>
                      <a:cubicBezTo>
                        <a:pt x="2050" y="144"/>
                        <a:pt x="2042" y="130"/>
                        <a:pt x="2033" y="122"/>
                      </a:cubicBezTo>
                      <a:cubicBezTo>
                        <a:pt x="2044" y="117"/>
                        <a:pt x="2055" y="107"/>
                        <a:pt x="2064" y="108"/>
                      </a:cubicBezTo>
                      <a:cubicBezTo>
                        <a:pt x="2141" y="116"/>
                        <a:pt x="2218" y="125"/>
                        <a:pt x="2294" y="136"/>
                      </a:cubicBezTo>
                      <a:cubicBezTo>
                        <a:pt x="2339" y="142"/>
                        <a:pt x="2384" y="152"/>
                        <a:pt x="2429" y="159"/>
                      </a:cubicBezTo>
                      <a:cubicBezTo>
                        <a:pt x="2409" y="143"/>
                        <a:pt x="2362" y="155"/>
                        <a:pt x="2381" y="104"/>
                      </a:cubicBezTo>
                      <a:moveTo>
                        <a:pt x="2785" y="254"/>
                      </a:moveTo>
                      <a:cubicBezTo>
                        <a:pt x="2690" y="202"/>
                        <a:pt x="2585" y="183"/>
                        <a:pt x="2478" y="169"/>
                      </a:cubicBezTo>
                      <a:cubicBezTo>
                        <a:pt x="2581" y="197"/>
                        <a:pt x="2683" y="226"/>
                        <a:pt x="2785" y="25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340" name="Google Shape;340;p29"/>
                <p:cNvSpPr/>
                <p:nvPr/>
              </p:nvSpPr>
              <p:spPr>
                <a:xfrm>
                  <a:off x="4188525" y="2077670"/>
                  <a:ext cx="191880" cy="5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" h="1605" extrusionOk="0">
                      <a:moveTo>
                        <a:pt x="45" y="1273"/>
                      </a:moveTo>
                      <a:cubicBezTo>
                        <a:pt x="80" y="1006"/>
                        <a:pt x="121" y="741"/>
                        <a:pt x="209" y="486"/>
                      </a:cubicBezTo>
                      <a:cubicBezTo>
                        <a:pt x="264" y="327"/>
                        <a:pt x="343" y="180"/>
                        <a:pt x="448" y="47"/>
                      </a:cubicBezTo>
                      <a:cubicBezTo>
                        <a:pt x="460" y="32"/>
                        <a:pt x="472" y="15"/>
                        <a:pt x="488" y="5"/>
                      </a:cubicBezTo>
                      <a:cubicBezTo>
                        <a:pt x="498" y="-1"/>
                        <a:pt x="522" y="-1"/>
                        <a:pt x="528" y="7"/>
                      </a:cubicBezTo>
                      <a:cubicBezTo>
                        <a:pt x="543" y="22"/>
                        <a:pt x="523" y="28"/>
                        <a:pt x="513" y="37"/>
                      </a:cubicBezTo>
                      <a:cubicBezTo>
                        <a:pt x="498" y="50"/>
                        <a:pt x="484" y="66"/>
                        <a:pt x="471" y="82"/>
                      </a:cubicBezTo>
                      <a:cubicBezTo>
                        <a:pt x="345" y="248"/>
                        <a:pt x="264" y="436"/>
                        <a:pt x="208" y="635"/>
                      </a:cubicBezTo>
                      <a:cubicBezTo>
                        <a:pt x="153" y="834"/>
                        <a:pt x="120" y="1038"/>
                        <a:pt x="97" y="1243"/>
                      </a:cubicBezTo>
                      <a:cubicBezTo>
                        <a:pt x="92" y="1289"/>
                        <a:pt x="90" y="1334"/>
                        <a:pt x="84" y="1379"/>
                      </a:cubicBezTo>
                      <a:cubicBezTo>
                        <a:pt x="82" y="1394"/>
                        <a:pt x="68" y="1406"/>
                        <a:pt x="60" y="1419"/>
                      </a:cubicBezTo>
                      <a:cubicBezTo>
                        <a:pt x="57" y="1418"/>
                        <a:pt x="53" y="1417"/>
                        <a:pt x="50" y="1415"/>
                      </a:cubicBezTo>
                      <a:cubicBezTo>
                        <a:pt x="55" y="1467"/>
                        <a:pt x="62" y="1519"/>
                        <a:pt x="65" y="1570"/>
                      </a:cubicBezTo>
                      <a:cubicBezTo>
                        <a:pt x="66" y="1581"/>
                        <a:pt x="58" y="1593"/>
                        <a:pt x="53" y="1605"/>
                      </a:cubicBezTo>
                      <a:cubicBezTo>
                        <a:pt x="45" y="1595"/>
                        <a:pt x="30" y="1585"/>
                        <a:pt x="28" y="1574"/>
                      </a:cubicBezTo>
                      <a:cubicBezTo>
                        <a:pt x="-2" y="1418"/>
                        <a:pt x="-7" y="1260"/>
                        <a:pt x="10" y="1101"/>
                      </a:cubicBezTo>
                      <a:cubicBezTo>
                        <a:pt x="25" y="976"/>
                        <a:pt x="36" y="851"/>
                        <a:pt x="52" y="726"/>
                      </a:cubicBezTo>
                      <a:cubicBezTo>
                        <a:pt x="69" y="595"/>
                        <a:pt x="120" y="475"/>
                        <a:pt x="180" y="359"/>
                      </a:cubicBezTo>
                      <a:cubicBezTo>
                        <a:pt x="185" y="348"/>
                        <a:pt x="192" y="337"/>
                        <a:pt x="201" y="331"/>
                      </a:cubicBezTo>
                      <a:cubicBezTo>
                        <a:pt x="208" y="326"/>
                        <a:pt x="220" y="329"/>
                        <a:pt x="231" y="328"/>
                      </a:cubicBezTo>
                      <a:cubicBezTo>
                        <a:pt x="230" y="337"/>
                        <a:pt x="234" y="348"/>
                        <a:pt x="230" y="355"/>
                      </a:cubicBezTo>
                      <a:cubicBezTo>
                        <a:pt x="162" y="470"/>
                        <a:pt x="112" y="593"/>
                        <a:pt x="96" y="726"/>
                      </a:cubicBezTo>
                      <a:cubicBezTo>
                        <a:pt x="75" y="898"/>
                        <a:pt x="62" y="1071"/>
                        <a:pt x="45" y="1244"/>
                      </a:cubicBezTo>
                      <a:cubicBezTo>
                        <a:pt x="44" y="1254"/>
                        <a:pt x="45" y="1264"/>
                        <a:pt x="45" y="12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341" name="Google Shape;341;p29"/>
                <p:cNvSpPr/>
                <p:nvPr/>
              </p:nvSpPr>
              <p:spPr>
                <a:xfrm>
                  <a:off x="4560765" y="3170270"/>
                  <a:ext cx="393840" cy="95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4" h="264" extrusionOk="0">
                      <a:moveTo>
                        <a:pt x="788" y="264"/>
                      </a:moveTo>
                      <a:cubicBezTo>
                        <a:pt x="636" y="262"/>
                        <a:pt x="491" y="231"/>
                        <a:pt x="351" y="180"/>
                      </a:cubicBezTo>
                      <a:cubicBezTo>
                        <a:pt x="243" y="140"/>
                        <a:pt x="138" y="92"/>
                        <a:pt x="32" y="48"/>
                      </a:cubicBezTo>
                      <a:cubicBezTo>
                        <a:pt x="23" y="44"/>
                        <a:pt x="13" y="40"/>
                        <a:pt x="8" y="33"/>
                      </a:cubicBezTo>
                      <a:cubicBezTo>
                        <a:pt x="3" y="27"/>
                        <a:pt x="-2" y="14"/>
                        <a:pt x="2" y="8"/>
                      </a:cubicBezTo>
                      <a:cubicBezTo>
                        <a:pt x="5" y="3"/>
                        <a:pt x="18" y="-1"/>
                        <a:pt x="26" y="0"/>
                      </a:cubicBezTo>
                      <a:cubicBezTo>
                        <a:pt x="40" y="3"/>
                        <a:pt x="52" y="10"/>
                        <a:pt x="65" y="16"/>
                      </a:cubicBezTo>
                      <a:cubicBezTo>
                        <a:pt x="213" y="92"/>
                        <a:pt x="368" y="146"/>
                        <a:pt x="528" y="187"/>
                      </a:cubicBezTo>
                      <a:cubicBezTo>
                        <a:pt x="647" y="218"/>
                        <a:pt x="767" y="219"/>
                        <a:pt x="887" y="213"/>
                      </a:cubicBezTo>
                      <a:cubicBezTo>
                        <a:pt x="945" y="210"/>
                        <a:pt x="1001" y="199"/>
                        <a:pt x="1058" y="194"/>
                      </a:cubicBezTo>
                      <a:cubicBezTo>
                        <a:pt x="1070" y="193"/>
                        <a:pt x="1082" y="201"/>
                        <a:pt x="1094" y="204"/>
                      </a:cubicBezTo>
                      <a:cubicBezTo>
                        <a:pt x="1085" y="213"/>
                        <a:pt x="1076" y="229"/>
                        <a:pt x="1065" y="230"/>
                      </a:cubicBezTo>
                      <a:cubicBezTo>
                        <a:pt x="973" y="243"/>
                        <a:pt x="880" y="253"/>
                        <a:pt x="788" y="2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342" name="Google Shape;342;p29"/>
                <p:cNvSpPr/>
                <p:nvPr/>
              </p:nvSpPr>
              <p:spPr>
                <a:xfrm>
                  <a:off x="5025525" y="2998550"/>
                  <a:ext cx="332280" cy="226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3" h="629" extrusionOk="0">
                      <a:moveTo>
                        <a:pt x="22" y="629"/>
                      </a:moveTo>
                      <a:cubicBezTo>
                        <a:pt x="15" y="623"/>
                        <a:pt x="8" y="618"/>
                        <a:pt x="0" y="612"/>
                      </a:cubicBezTo>
                      <a:cubicBezTo>
                        <a:pt x="8" y="603"/>
                        <a:pt x="14" y="590"/>
                        <a:pt x="23" y="586"/>
                      </a:cubicBezTo>
                      <a:cubicBezTo>
                        <a:pt x="109" y="552"/>
                        <a:pt x="198" y="526"/>
                        <a:pt x="281" y="486"/>
                      </a:cubicBezTo>
                      <a:cubicBezTo>
                        <a:pt x="459" y="400"/>
                        <a:pt x="633" y="306"/>
                        <a:pt x="776" y="166"/>
                      </a:cubicBezTo>
                      <a:cubicBezTo>
                        <a:pt x="822" y="121"/>
                        <a:pt x="866" y="75"/>
                        <a:pt x="887" y="12"/>
                      </a:cubicBezTo>
                      <a:cubicBezTo>
                        <a:pt x="889" y="5"/>
                        <a:pt x="903" y="-2"/>
                        <a:pt x="909" y="0"/>
                      </a:cubicBezTo>
                      <a:cubicBezTo>
                        <a:pt x="916" y="2"/>
                        <a:pt x="925" y="15"/>
                        <a:pt x="923" y="21"/>
                      </a:cubicBezTo>
                      <a:cubicBezTo>
                        <a:pt x="919" y="39"/>
                        <a:pt x="912" y="58"/>
                        <a:pt x="902" y="75"/>
                      </a:cubicBezTo>
                      <a:cubicBezTo>
                        <a:pt x="852" y="161"/>
                        <a:pt x="778" y="229"/>
                        <a:pt x="699" y="288"/>
                      </a:cubicBezTo>
                      <a:cubicBezTo>
                        <a:pt x="513" y="426"/>
                        <a:pt x="310" y="537"/>
                        <a:pt x="89" y="611"/>
                      </a:cubicBezTo>
                      <a:cubicBezTo>
                        <a:pt x="69" y="618"/>
                        <a:pt x="47" y="622"/>
                        <a:pt x="22" y="62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343" name="Google Shape;343;p29"/>
                <p:cNvSpPr/>
                <p:nvPr/>
              </p:nvSpPr>
              <p:spPr>
                <a:xfrm>
                  <a:off x="4147485" y="2440190"/>
                  <a:ext cx="49680" cy="261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" h="726" extrusionOk="0">
                      <a:moveTo>
                        <a:pt x="6" y="143"/>
                      </a:moveTo>
                      <a:cubicBezTo>
                        <a:pt x="9" y="104"/>
                        <a:pt x="11" y="65"/>
                        <a:pt x="17" y="27"/>
                      </a:cubicBezTo>
                      <a:cubicBezTo>
                        <a:pt x="18" y="17"/>
                        <a:pt x="31" y="9"/>
                        <a:pt x="38" y="0"/>
                      </a:cubicBezTo>
                      <a:cubicBezTo>
                        <a:pt x="44" y="10"/>
                        <a:pt x="55" y="21"/>
                        <a:pt x="54" y="30"/>
                      </a:cubicBezTo>
                      <a:cubicBezTo>
                        <a:pt x="34" y="243"/>
                        <a:pt x="76" y="449"/>
                        <a:pt x="128" y="652"/>
                      </a:cubicBezTo>
                      <a:cubicBezTo>
                        <a:pt x="132" y="667"/>
                        <a:pt x="138" y="682"/>
                        <a:pt x="138" y="697"/>
                      </a:cubicBezTo>
                      <a:cubicBezTo>
                        <a:pt x="138" y="706"/>
                        <a:pt x="130" y="716"/>
                        <a:pt x="125" y="726"/>
                      </a:cubicBezTo>
                      <a:cubicBezTo>
                        <a:pt x="117" y="719"/>
                        <a:pt x="103" y="714"/>
                        <a:pt x="101" y="706"/>
                      </a:cubicBezTo>
                      <a:cubicBezTo>
                        <a:pt x="84" y="645"/>
                        <a:pt x="64" y="585"/>
                        <a:pt x="53" y="524"/>
                      </a:cubicBezTo>
                      <a:cubicBezTo>
                        <a:pt x="32" y="398"/>
                        <a:pt x="17" y="271"/>
                        <a:pt x="0" y="145"/>
                      </a:cubicBezTo>
                      <a:cubicBezTo>
                        <a:pt x="2" y="144"/>
                        <a:pt x="4" y="144"/>
                        <a:pt x="6" y="14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344" name="Google Shape;344;p29"/>
                <p:cNvSpPr/>
                <p:nvPr/>
              </p:nvSpPr>
              <p:spPr>
                <a:xfrm>
                  <a:off x="5466165" y="2547110"/>
                  <a:ext cx="45360" cy="247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688" extrusionOk="0">
                      <a:moveTo>
                        <a:pt x="126" y="168"/>
                      </a:moveTo>
                      <a:cubicBezTo>
                        <a:pt x="116" y="329"/>
                        <a:pt x="111" y="482"/>
                        <a:pt x="59" y="627"/>
                      </a:cubicBezTo>
                      <a:cubicBezTo>
                        <a:pt x="52" y="645"/>
                        <a:pt x="44" y="663"/>
                        <a:pt x="33" y="679"/>
                      </a:cubicBezTo>
                      <a:cubicBezTo>
                        <a:pt x="28" y="685"/>
                        <a:pt x="15" y="685"/>
                        <a:pt x="5" y="688"/>
                      </a:cubicBezTo>
                      <a:cubicBezTo>
                        <a:pt x="4" y="678"/>
                        <a:pt x="-2" y="666"/>
                        <a:pt x="2" y="659"/>
                      </a:cubicBezTo>
                      <a:cubicBezTo>
                        <a:pt x="52" y="559"/>
                        <a:pt x="66" y="450"/>
                        <a:pt x="71" y="340"/>
                      </a:cubicBezTo>
                      <a:cubicBezTo>
                        <a:pt x="76" y="241"/>
                        <a:pt x="73" y="140"/>
                        <a:pt x="73" y="39"/>
                      </a:cubicBezTo>
                      <a:cubicBezTo>
                        <a:pt x="73" y="34"/>
                        <a:pt x="71" y="29"/>
                        <a:pt x="73" y="26"/>
                      </a:cubicBezTo>
                      <a:cubicBezTo>
                        <a:pt x="78" y="17"/>
                        <a:pt x="84" y="8"/>
                        <a:pt x="90" y="0"/>
                      </a:cubicBezTo>
                      <a:cubicBezTo>
                        <a:pt x="98" y="7"/>
                        <a:pt x="110" y="15"/>
                        <a:pt x="111" y="23"/>
                      </a:cubicBezTo>
                      <a:cubicBezTo>
                        <a:pt x="118" y="75"/>
                        <a:pt x="122" y="127"/>
                        <a:pt x="126" y="16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345" name="Google Shape;345;p29"/>
                <p:cNvSpPr/>
                <p:nvPr/>
              </p:nvSpPr>
              <p:spPr>
                <a:xfrm>
                  <a:off x="4872165" y="1932950"/>
                  <a:ext cx="197640" cy="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" h="150" extrusionOk="0">
                      <a:moveTo>
                        <a:pt x="526" y="143"/>
                      </a:moveTo>
                      <a:cubicBezTo>
                        <a:pt x="454" y="126"/>
                        <a:pt x="381" y="108"/>
                        <a:pt x="308" y="94"/>
                      </a:cubicBezTo>
                      <a:cubicBezTo>
                        <a:pt x="232" y="79"/>
                        <a:pt x="154" y="68"/>
                        <a:pt x="77" y="55"/>
                      </a:cubicBezTo>
                      <a:cubicBezTo>
                        <a:pt x="56" y="51"/>
                        <a:pt x="35" y="45"/>
                        <a:pt x="15" y="37"/>
                      </a:cubicBezTo>
                      <a:cubicBezTo>
                        <a:pt x="8" y="34"/>
                        <a:pt x="5" y="21"/>
                        <a:pt x="0" y="12"/>
                      </a:cubicBezTo>
                      <a:cubicBezTo>
                        <a:pt x="9" y="8"/>
                        <a:pt x="19" y="-1"/>
                        <a:pt x="27" y="1"/>
                      </a:cubicBezTo>
                      <a:cubicBezTo>
                        <a:pt x="181" y="31"/>
                        <a:pt x="334" y="62"/>
                        <a:pt x="488" y="94"/>
                      </a:cubicBezTo>
                      <a:cubicBezTo>
                        <a:pt x="505" y="97"/>
                        <a:pt x="522" y="103"/>
                        <a:pt x="536" y="112"/>
                      </a:cubicBezTo>
                      <a:cubicBezTo>
                        <a:pt x="544" y="116"/>
                        <a:pt x="549" y="128"/>
                        <a:pt x="549" y="137"/>
                      </a:cubicBezTo>
                      <a:cubicBezTo>
                        <a:pt x="549" y="142"/>
                        <a:pt x="535" y="146"/>
                        <a:pt x="527" y="150"/>
                      </a:cubicBezTo>
                      <a:cubicBezTo>
                        <a:pt x="527" y="148"/>
                        <a:pt x="527" y="145"/>
                        <a:pt x="526" y="14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9000" rIns="90000" bIns="9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346" name="Google Shape;346;p29"/>
                <p:cNvSpPr/>
                <p:nvPr/>
              </p:nvSpPr>
              <p:spPr>
                <a:xfrm>
                  <a:off x="5403525" y="2812430"/>
                  <a:ext cx="43920" cy="113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316" extrusionOk="0">
                      <a:moveTo>
                        <a:pt x="122" y="20"/>
                      </a:moveTo>
                      <a:cubicBezTo>
                        <a:pt x="117" y="43"/>
                        <a:pt x="115" y="62"/>
                        <a:pt x="110" y="79"/>
                      </a:cubicBezTo>
                      <a:cubicBezTo>
                        <a:pt x="93" y="142"/>
                        <a:pt x="76" y="204"/>
                        <a:pt x="57" y="266"/>
                      </a:cubicBezTo>
                      <a:cubicBezTo>
                        <a:pt x="52" y="282"/>
                        <a:pt x="42" y="298"/>
                        <a:pt x="32" y="311"/>
                      </a:cubicBezTo>
                      <a:cubicBezTo>
                        <a:pt x="28" y="316"/>
                        <a:pt x="14" y="317"/>
                        <a:pt x="7" y="314"/>
                      </a:cubicBezTo>
                      <a:cubicBezTo>
                        <a:pt x="2" y="313"/>
                        <a:pt x="-1" y="299"/>
                        <a:pt x="1" y="292"/>
                      </a:cubicBezTo>
                      <a:cubicBezTo>
                        <a:pt x="28" y="202"/>
                        <a:pt x="54" y="112"/>
                        <a:pt x="82" y="22"/>
                      </a:cubicBezTo>
                      <a:cubicBezTo>
                        <a:pt x="85" y="13"/>
                        <a:pt x="97" y="7"/>
                        <a:pt x="104" y="0"/>
                      </a:cubicBezTo>
                      <a:cubicBezTo>
                        <a:pt x="111" y="7"/>
                        <a:pt x="117" y="15"/>
                        <a:pt x="122" y="2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347" name="Google Shape;347;p29"/>
              <p:cNvSpPr/>
              <p:nvPr/>
            </p:nvSpPr>
            <p:spPr>
              <a:xfrm>
                <a:off x="4259825" y="2006763"/>
                <a:ext cx="1143600" cy="1143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endParaRPr>
              </a:p>
            </p:txBody>
          </p:sp>
          <p:sp>
            <p:nvSpPr>
              <p:cNvPr id="348" name="Google Shape;348;p29"/>
              <p:cNvSpPr/>
              <p:nvPr/>
            </p:nvSpPr>
            <p:spPr>
              <a:xfrm>
                <a:off x="4188530" y="1946823"/>
                <a:ext cx="1278000" cy="1268640"/>
              </a:xfrm>
              <a:custGeom>
                <a:avLst/>
                <a:gdLst/>
                <a:ahLst/>
                <a:cxnLst/>
                <a:rect l="l" t="t" r="r" b="b"/>
                <a:pathLst>
                  <a:path w="3550" h="3524" extrusionOk="0">
                    <a:moveTo>
                      <a:pt x="174" y="1893"/>
                    </a:moveTo>
                    <a:cubicBezTo>
                      <a:pt x="122" y="1924"/>
                      <a:pt x="94" y="1915"/>
                      <a:pt x="67" y="1863"/>
                    </a:cubicBezTo>
                    <a:cubicBezTo>
                      <a:pt x="53" y="1835"/>
                      <a:pt x="35" y="1809"/>
                      <a:pt x="58" y="1780"/>
                    </a:cubicBezTo>
                    <a:cubicBezTo>
                      <a:pt x="76" y="1757"/>
                      <a:pt x="98" y="1738"/>
                      <a:pt x="119" y="1716"/>
                    </a:cubicBezTo>
                    <a:cubicBezTo>
                      <a:pt x="76" y="1690"/>
                      <a:pt x="39" y="1645"/>
                      <a:pt x="42" y="1586"/>
                    </a:cubicBezTo>
                    <a:cubicBezTo>
                      <a:pt x="44" y="1528"/>
                      <a:pt x="74" y="1479"/>
                      <a:pt x="124" y="1458"/>
                    </a:cubicBezTo>
                    <a:cubicBezTo>
                      <a:pt x="133" y="1409"/>
                      <a:pt x="136" y="1364"/>
                      <a:pt x="150" y="1322"/>
                    </a:cubicBezTo>
                    <a:cubicBezTo>
                      <a:pt x="165" y="1277"/>
                      <a:pt x="207" y="1256"/>
                      <a:pt x="256" y="1245"/>
                    </a:cubicBezTo>
                    <a:cubicBezTo>
                      <a:pt x="234" y="1208"/>
                      <a:pt x="224" y="1170"/>
                      <a:pt x="242" y="1132"/>
                    </a:cubicBezTo>
                    <a:cubicBezTo>
                      <a:pt x="257" y="1099"/>
                      <a:pt x="280" y="1069"/>
                      <a:pt x="302" y="1035"/>
                    </a:cubicBezTo>
                    <a:cubicBezTo>
                      <a:pt x="262" y="999"/>
                      <a:pt x="213" y="951"/>
                      <a:pt x="219" y="883"/>
                    </a:cubicBezTo>
                    <a:cubicBezTo>
                      <a:pt x="224" y="812"/>
                      <a:pt x="274" y="770"/>
                      <a:pt x="342" y="749"/>
                    </a:cubicBezTo>
                    <a:cubicBezTo>
                      <a:pt x="314" y="696"/>
                      <a:pt x="298" y="639"/>
                      <a:pt x="347" y="593"/>
                    </a:cubicBezTo>
                    <a:cubicBezTo>
                      <a:pt x="397" y="545"/>
                      <a:pt x="459" y="561"/>
                      <a:pt x="517" y="586"/>
                    </a:cubicBezTo>
                    <a:cubicBezTo>
                      <a:pt x="525" y="457"/>
                      <a:pt x="607" y="410"/>
                      <a:pt x="683" y="435"/>
                    </a:cubicBezTo>
                    <a:cubicBezTo>
                      <a:pt x="661" y="379"/>
                      <a:pt x="665" y="328"/>
                      <a:pt x="714" y="291"/>
                    </a:cubicBezTo>
                    <a:cubicBezTo>
                      <a:pt x="768" y="251"/>
                      <a:pt x="820" y="266"/>
                      <a:pt x="872" y="310"/>
                    </a:cubicBezTo>
                    <a:cubicBezTo>
                      <a:pt x="872" y="251"/>
                      <a:pt x="884" y="202"/>
                      <a:pt x="946" y="190"/>
                    </a:cubicBezTo>
                    <a:cubicBezTo>
                      <a:pt x="1018" y="176"/>
                      <a:pt x="1064" y="218"/>
                      <a:pt x="1105" y="269"/>
                    </a:cubicBezTo>
                    <a:cubicBezTo>
                      <a:pt x="1136" y="175"/>
                      <a:pt x="1223" y="134"/>
                      <a:pt x="1321" y="171"/>
                    </a:cubicBezTo>
                    <a:cubicBezTo>
                      <a:pt x="1346" y="129"/>
                      <a:pt x="1377" y="92"/>
                      <a:pt x="1427" y="78"/>
                    </a:cubicBezTo>
                    <a:cubicBezTo>
                      <a:pt x="1482" y="62"/>
                      <a:pt x="1521" y="87"/>
                      <a:pt x="1558" y="129"/>
                    </a:cubicBezTo>
                    <a:cubicBezTo>
                      <a:pt x="1565" y="63"/>
                      <a:pt x="1591" y="14"/>
                      <a:pt x="1659" y="2"/>
                    </a:cubicBezTo>
                    <a:cubicBezTo>
                      <a:pt x="1665" y="1"/>
                      <a:pt x="1671" y="0"/>
                      <a:pt x="1677" y="0"/>
                    </a:cubicBezTo>
                    <a:lnTo>
                      <a:pt x="1694" y="0"/>
                    </a:lnTo>
                    <a:cubicBezTo>
                      <a:pt x="1738" y="3"/>
                      <a:pt x="1771" y="26"/>
                      <a:pt x="1794" y="70"/>
                    </a:cubicBezTo>
                    <a:cubicBezTo>
                      <a:pt x="1857" y="58"/>
                      <a:pt x="1873" y="66"/>
                      <a:pt x="1900" y="123"/>
                    </a:cubicBezTo>
                    <a:cubicBezTo>
                      <a:pt x="1951" y="122"/>
                      <a:pt x="1992" y="146"/>
                      <a:pt x="2031" y="176"/>
                    </a:cubicBezTo>
                    <a:cubicBezTo>
                      <a:pt x="2037" y="180"/>
                      <a:pt x="2050" y="183"/>
                      <a:pt x="2056" y="179"/>
                    </a:cubicBezTo>
                    <a:cubicBezTo>
                      <a:pt x="2097" y="157"/>
                      <a:pt x="2129" y="166"/>
                      <a:pt x="2157" y="200"/>
                    </a:cubicBezTo>
                    <a:cubicBezTo>
                      <a:pt x="2233" y="156"/>
                      <a:pt x="2305" y="176"/>
                      <a:pt x="2360" y="254"/>
                    </a:cubicBezTo>
                    <a:cubicBezTo>
                      <a:pt x="2447" y="226"/>
                      <a:pt x="2481" y="235"/>
                      <a:pt x="2535" y="302"/>
                    </a:cubicBezTo>
                    <a:cubicBezTo>
                      <a:pt x="2570" y="265"/>
                      <a:pt x="2609" y="241"/>
                      <a:pt x="2660" y="275"/>
                    </a:cubicBezTo>
                    <a:cubicBezTo>
                      <a:pt x="2717" y="313"/>
                      <a:pt x="2744" y="375"/>
                      <a:pt x="2729" y="442"/>
                    </a:cubicBezTo>
                    <a:cubicBezTo>
                      <a:pt x="2784" y="477"/>
                      <a:pt x="2872" y="465"/>
                      <a:pt x="2889" y="543"/>
                    </a:cubicBezTo>
                    <a:cubicBezTo>
                      <a:pt x="2927" y="535"/>
                      <a:pt x="2962" y="522"/>
                      <a:pt x="2998" y="522"/>
                    </a:cubicBezTo>
                    <a:cubicBezTo>
                      <a:pt x="3018" y="522"/>
                      <a:pt x="3042" y="539"/>
                      <a:pt x="3058" y="555"/>
                    </a:cubicBezTo>
                    <a:cubicBezTo>
                      <a:pt x="3097" y="595"/>
                      <a:pt x="3095" y="632"/>
                      <a:pt x="3057" y="690"/>
                    </a:cubicBezTo>
                    <a:cubicBezTo>
                      <a:pt x="3143" y="730"/>
                      <a:pt x="3151" y="746"/>
                      <a:pt x="3131" y="843"/>
                    </a:cubicBezTo>
                    <a:cubicBezTo>
                      <a:pt x="3183" y="834"/>
                      <a:pt x="3228" y="849"/>
                      <a:pt x="3244" y="900"/>
                    </a:cubicBezTo>
                    <a:cubicBezTo>
                      <a:pt x="3262" y="955"/>
                      <a:pt x="3220" y="979"/>
                      <a:pt x="3176" y="995"/>
                    </a:cubicBezTo>
                    <a:cubicBezTo>
                      <a:pt x="3222" y="1012"/>
                      <a:pt x="3265" y="1028"/>
                      <a:pt x="3308" y="1045"/>
                    </a:cubicBezTo>
                    <a:cubicBezTo>
                      <a:pt x="3352" y="1062"/>
                      <a:pt x="3357" y="1093"/>
                      <a:pt x="3321" y="1134"/>
                    </a:cubicBezTo>
                    <a:cubicBezTo>
                      <a:pt x="3329" y="1146"/>
                      <a:pt x="3338" y="1158"/>
                      <a:pt x="3346" y="1171"/>
                    </a:cubicBezTo>
                    <a:cubicBezTo>
                      <a:pt x="3353" y="1184"/>
                      <a:pt x="3359" y="1199"/>
                      <a:pt x="3366" y="1217"/>
                    </a:cubicBezTo>
                    <a:cubicBezTo>
                      <a:pt x="3400" y="1213"/>
                      <a:pt x="3438" y="1209"/>
                      <a:pt x="3466" y="1241"/>
                    </a:cubicBezTo>
                    <a:cubicBezTo>
                      <a:pt x="3492" y="1271"/>
                      <a:pt x="3498" y="1304"/>
                      <a:pt x="3480" y="1344"/>
                    </a:cubicBezTo>
                    <a:cubicBezTo>
                      <a:pt x="3522" y="1359"/>
                      <a:pt x="3560" y="1378"/>
                      <a:pt x="3548" y="1433"/>
                    </a:cubicBezTo>
                    <a:cubicBezTo>
                      <a:pt x="3539" y="1471"/>
                      <a:pt x="3499" y="1503"/>
                      <a:pt x="3450" y="1510"/>
                    </a:cubicBezTo>
                    <a:cubicBezTo>
                      <a:pt x="3443" y="1538"/>
                      <a:pt x="3435" y="1564"/>
                      <a:pt x="3428" y="1593"/>
                    </a:cubicBezTo>
                    <a:cubicBezTo>
                      <a:pt x="3474" y="1635"/>
                      <a:pt x="3446" y="1675"/>
                      <a:pt x="3410" y="1699"/>
                    </a:cubicBezTo>
                    <a:cubicBezTo>
                      <a:pt x="3407" y="1733"/>
                      <a:pt x="3404" y="1763"/>
                      <a:pt x="3401" y="1798"/>
                    </a:cubicBezTo>
                    <a:cubicBezTo>
                      <a:pt x="3459" y="1828"/>
                      <a:pt x="3465" y="1886"/>
                      <a:pt x="3456" y="1947"/>
                    </a:cubicBezTo>
                    <a:cubicBezTo>
                      <a:pt x="3447" y="2018"/>
                      <a:pt x="3384" y="2016"/>
                      <a:pt x="3331" y="2030"/>
                    </a:cubicBezTo>
                    <a:cubicBezTo>
                      <a:pt x="3389" y="2039"/>
                      <a:pt x="3436" y="2063"/>
                      <a:pt x="3433" y="2126"/>
                    </a:cubicBezTo>
                    <a:cubicBezTo>
                      <a:pt x="3430" y="2198"/>
                      <a:pt x="3382" y="2238"/>
                      <a:pt x="3316" y="2259"/>
                    </a:cubicBezTo>
                    <a:cubicBezTo>
                      <a:pt x="3323" y="2296"/>
                      <a:pt x="3330" y="2333"/>
                      <a:pt x="3303" y="2364"/>
                    </a:cubicBezTo>
                    <a:cubicBezTo>
                      <a:pt x="3278" y="2393"/>
                      <a:pt x="3251" y="2417"/>
                      <a:pt x="3208" y="2394"/>
                    </a:cubicBezTo>
                    <a:cubicBezTo>
                      <a:pt x="3218" y="2404"/>
                      <a:pt x="3230" y="2412"/>
                      <a:pt x="3238" y="2423"/>
                    </a:cubicBezTo>
                    <a:cubicBezTo>
                      <a:pt x="3280" y="2487"/>
                      <a:pt x="3235" y="2584"/>
                      <a:pt x="3160" y="2600"/>
                    </a:cubicBezTo>
                    <a:cubicBezTo>
                      <a:pt x="3144" y="2604"/>
                      <a:pt x="3131" y="2625"/>
                      <a:pt x="3117" y="2637"/>
                    </a:cubicBezTo>
                    <a:cubicBezTo>
                      <a:pt x="3172" y="2721"/>
                      <a:pt x="3152" y="2787"/>
                      <a:pt x="3067" y="2810"/>
                    </a:cubicBezTo>
                    <a:cubicBezTo>
                      <a:pt x="3062" y="2850"/>
                      <a:pt x="3059" y="2891"/>
                      <a:pt x="3052" y="2931"/>
                    </a:cubicBezTo>
                    <a:cubicBezTo>
                      <a:pt x="3044" y="2980"/>
                      <a:pt x="3000" y="3012"/>
                      <a:pt x="2933" y="3020"/>
                    </a:cubicBezTo>
                    <a:cubicBezTo>
                      <a:pt x="2917" y="3094"/>
                      <a:pt x="2874" y="3143"/>
                      <a:pt x="2794" y="3149"/>
                    </a:cubicBezTo>
                    <a:cubicBezTo>
                      <a:pt x="2778" y="3305"/>
                      <a:pt x="2674" y="3371"/>
                      <a:pt x="2566" y="3293"/>
                    </a:cubicBezTo>
                    <a:cubicBezTo>
                      <a:pt x="2546" y="3346"/>
                      <a:pt x="2510" y="3372"/>
                      <a:pt x="2452" y="3364"/>
                    </a:cubicBezTo>
                    <a:cubicBezTo>
                      <a:pt x="2447" y="3364"/>
                      <a:pt x="2440" y="3372"/>
                      <a:pt x="2435" y="3377"/>
                    </a:cubicBezTo>
                    <a:cubicBezTo>
                      <a:pt x="2379" y="3431"/>
                      <a:pt x="2320" y="3437"/>
                      <a:pt x="2263" y="3401"/>
                    </a:cubicBezTo>
                    <a:cubicBezTo>
                      <a:pt x="2229" y="3417"/>
                      <a:pt x="2200" y="3431"/>
                      <a:pt x="2171" y="3444"/>
                    </a:cubicBezTo>
                    <a:cubicBezTo>
                      <a:pt x="2169" y="3445"/>
                      <a:pt x="2167" y="3445"/>
                      <a:pt x="2165" y="3447"/>
                    </a:cubicBezTo>
                    <a:cubicBezTo>
                      <a:pt x="2070" y="3497"/>
                      <a:pt x="2019" y="3486"/>
                      <a:pt x="1958" y="3401"/>
                    </a:cubicBezTo>
                    <a:cubicBezTo>
                      <a:pt x="1933" y="3412"/>
                      <a:pt x="1906" y="3414"/>
                      <a:pt x="1895" y="3451"/>
                    </a:cubicBezTo>
                    <a:cubicBezTo>
                      <a:pt x="1887" y="3482"/>
                      <a:pt x="1851" y="3483"/>
                      <a:pt x="1823" y="3477"/>
                    </a:cubicBezTo>
                    <a:cubicBezTo>
                      <a:pt x="1804" y="3473"/>
                      <a:pt x="1794" y="3478"/>
                      <a:pt x="1780" y="3490"/>
                    </a:cubicBezTo>
                    <a:cubicBezTo>
                      <a:pt x="1723" y="3542"/>
                      <a:pt x="1624" y="3534"/>
                      <a:pt x="1575" y="3474"/>
                    </a:cubicBezTo>
                    <a:cubicBezTo>
                      <a:pt x="1565" y="3462"/>
                      <a:pt x="1564" y="3442"/>
                      <a:pt x="1558" y="3427"/>
                    </a:cubicBezTo>
                    <a:cubicBezTo>
                      <a:pt x="1555" y="3418"/>
                      <a:pt x="1551" y="3407"/>
                      <a:pt x="1544" y="3402"/>
                    </a:cubicBezTo>
                    <a:cubicBezTo>
                      <a:pt x="1516" y="3385"/>
                      <a:pt x="1487" y="3369"/>
                      <a:pt x="1457" y="3352"/>
                    </a:cubicBezTo>
                    <a:cubicBezTo>
                      <a:pt x="1442" y="3414"/>
                      <a:pt x="1401" y="3459"/>
                      <a:pt x="1325" y="3459"/>
                    </a:cubicBezTo>
                    <a:cubicBezTo>
                      <a:pt x="1273" y="3458"/>
                      <a:pt x="1233" y="3426"/>
                      <a:pt x="1205" y="3368"/>
                    </a:cubicBezTo>
                    <a:cubicBezTo>
                      <a:pt x="1183" y="3379"/>
                      <a:pt x="1162" y="3392"/>
                      <a:pt x="1140" y="3401"/>
                    </a:cubicBezTo>
                    <a:cubicBezTo>
                      <a:pt x="1093" y="3419"/>
                      <a:pt x="1055" y="3408"/>
                      <a:pt x="1026" y="3372"/>
                    </a:cubicBezTo>
                    <a:cubicBezTo>
                      <a:pt x="992" y="3330"/>
                      <a:pt x="985" y="3273"/>
                      <a:pt x="1006" y="3234"/>
                    </a:cubicBezTo>
                    <a:cubicBezTo>
                      <a:pt x="1011" y="3226"/>
                      <a:pt x="1010" y="3214"/>
                      <a:pt x="1011" y="3203"/>
                    </a:cubicBezTo>
                    <a:lnTo>
                      <a:pt x="1000" y="3200"/>
                    </a:lnTo>
                    <a:cubicBezTo>
                      <a:pt x="992" y="3213"/>
                      <a:pt x="986" y="3226"/>
                      <a:pt x="977" y="3238"/>
                    </a:cubicBezTo>
                    <a:cubicBezTo>
                      <a:pt x="941" y="3294"/>
                      <a:pt x="887" y="3301"/>
                      <a:pt x="836" y="3257"/>
                    </a:cubicBezTo>
                    <a:cubicBezTo>
                      <a:pt x="770" y="3199"/>
                      <a:pt x="755" y="3145"/>
                      <a:pt x="779" y="3053"/>
                    </a:cubicBezTo>
                    <a:cubicBezTo>
                      <a:pt x="756" y="3045"/>
                      <a:pt x="734" y="3036"/>
                      <a:pt x="710" y="3027"/>
                    </a:cubicBezTo>
                    <a:cubicBezTo>
                      <a:pt x="658" y="3091"/>
                      <a:pt x="606" y="3109"/>
                      <a:pt x="549" y="3079"/>
                    </a:cubicBezTo>
                    <a:cubicBezTo>
                      <a:pt x="474" y="3041"/>
                      <a:pt x="452" y="2964"/>
                      <a:pt x="484" y="2854"/>
                    </a:cubicBezTo>
                    <a:cubicBezTo>
                      <a:pt x="467" y="2845"/>
                      <a:pt x="447" y="2840"/>
                      <a:pt x="436" y="2826"/>
                    </a:cubicBezTo>
                    <a:cubicBezTo>
                      <a:pt x="425" y="2812"/>
                      <a:pt x="423" y="2791"/>
                      <a:pt x="417" y="2771"/>
                    </a:cubicBezTo>
                    <a:cubicBezTo>
                      <a:pt x="316" y="2743"/>
                      <a:pt x="238" y="2638"/>
                      <a:pt x="236" y="2520"/>
                    </a:cubicBezTo>
                    <a:cubicBezTo>
                      <a:pt x="235" y="2496"/>
                      <a:pt x="231" y="2480"/>
                      <a:pt x="208" y="2464"/>
                    </a:cubicBezTo>
                    <a:cubicBezTo>
                      <a:pt x="169" y="2439"/>
                      <a:pt x="157" y="2384"/>
                      <a:pt x="174" y="2341"/>
                    </a:cubicBezTo>
                    <a:cubicBezTo>
                      <a:pt x="177" y="2333"/>
                      <a:pt x="180" y="2325"/>
                      <a:pt x="183" y="2317"/>
                    </a:cubicBezTo>
                    <a:cubicBezTo>
                      <a:pt x="110" y="2283"/>
                      <a:pt x="102" y="2265"/>
                      <a:pt x="108" y="2158"/>
                    </a:cubicBezTo>
                    <a:cubicBezTo>
                      <a:pt x="66" y="2145"/>
                      <a:pt x="18" y="2133"/>
                      <a:pt x="5" y="2085"/>
                    </a:cubicBezTo>
                    <a:cubicBezTo>
                      <a:pt x="-2" y="2056"/>
                      <a:pt x="0" y="2021"/>
                      <a:pt x="9" y="1993"/>
                    </a:cubicBezTo>
                    <a:cubicBezTo>
                      <a:pt x="32" y="1922"/>
                      <a:pt x="67" y="1910"/>
                      <a:pt x="151" y="1935"/>
                    </a:cubicBezTo>
                    <a:cubicBezTo>
                      <a:pt x="159" y="1923"/>
                      <a:pt x="168" y="1909"/>
                      <a:pt x="177" y="1896"/>
                    </a:cubicBezTo>
                    <a:cubicBezTo>
                      <a:pt x="203" y="1893"/>
                      <a:pt x="230" y="1891"/>
                      <a:pt x="252" y="1889"/>
                    </a:cubicBezTo>
                    <a:cubicBezTo>
                      <a:pt x="248" y="1858"/>
                      <a:pt x="243" y="1819"/>
                      <a:pt x="238" y="1778"/>
                    </a:cubicBezTo>
                    <a:cubicBezTo>
                      <a:pt x="231" y="1777"/>
                      <a:pt x="218" y="1776"/>
                      <a:pt x="203" y="1775"/>
                    </a:cubicBezTo>
                    <a:cubicBezTo>
                      <a:pt x="217" y="1821"/>
                      <a:pt x="194" y="1857"/>
                      <a:pt x="174" y="1893"/>
                    </a:cubicBezTo>
                    <a:moveTo>
                      <a:pt x="398" y="2294"/>
                    </a:moveTo>
                    <a:cubicBezTo>
                      <a:pt x="373" y="2286"/>
                      <a:pt x="348" y="2278"/>
                      <a:pt x="323" y="2273"/>
                    </a:cubicBezTo>
                    <a:cubicBezTo>
                      <a:pt x="315" y="2271"/>
                      <a:pt x="306" y="2275"/>
                      <a:pt x="303" y="2275"/>
                    </a:cubicBezTo>
                    <a:cubicBezTo>
                      <a:pt x="320" y="2295"/>
                      <a:pt x="336" y="2313"/>
                      <a:pt x="350" y="2329"/>
                    </a:cubicBezTo>
                    <a:cubicBezTo>
                      <a:pt x="365" y="2317"/>
                      <a:pt x="381" y="2305"/>
                      <a:pt x="397" y="2293"/>
                    </a:cubicBezTo>
                    <a:cubicBezTo>
                      <a:pt x="414" y="2292"/>
                      <a:pt x="431" y="2291"/>
                      <a:pt x="448" y="2289"/>
                    </a:cubicBezTo>
                    <a:cubicBezTo>
                      <a:pt x="456" y="2259"/>
                      <a:pt x="464" y="2231"/>
                      <a:pt x="473" y="2202"/>
                    </a:cubicBezTo>
                    <a:cubicBezTo>
                      <a:pt x="462" y="2203"/>
                      <a:pt x="454" y="2208"/>
                      <a:pt x="449" y="2214"/>
                    </a:cubicBezTo>
                    <a:cubicBezTo>
                      <a:pt x="431" y="2240"/>
                      <a:pt x="415" y="2267"/>
                      <a:pt x="398" y="2294"/>
                    </a:cubicBezTo>
                    <a:moveTo>
                      <a:pt x="3108" y="1200"/>
                    </a:moveTo>
                    <a:cubicBezTo>
                      <a:pt x="3098" y="1212"/>
                      <a:pt x="3088" y="1224"/>
                      <a:pt x="3077" y="1236"/>
                    </a:cubicBezTo>
                    <a:cubicBezTo>
                      <a:pt x="3105" y="1272"/>
                      <a:pt x="3096" y="1302"/>
                      <a:pt x="3068" y="1329"/>
                    </a:cubicBezTo>
                    <a:cubicBezTo>
                      <a:pt x="3096" y="1333"/>
                      <a:pt x="3123" y="1336"/>
                      <a:pt x="3159" y="1342"/>
                    </a:cubicBezTo>
                    <a:cubicBezTo>
                      <a:pt x="3121" y="1296"/>
                      <a:pt x="3096" y="1253"/>
                      <a:pt x="3108" y="1199"/>
                    </a:cubicBezTo>
                    <a:cubicBezTo>
                      <a:pt x="3120" y="1175"/>
                      <a:pt x="3131" y="1151"/>
                      <a:pt x="3146" y="1121"/>
                    </a:cubicBezTo>
                    <a:cubicBezTo>
                      <a:pt x="3128" y="1126"/>
                      <a:pt x="3113" y="1130"/>
                      <a:pt x="3099" y="1133"/>
                    </a:cubicBezTo>
                    <a:cubicBezTo>
                      <a:pt x="3103" y="1160"/>
                      <a:pt x="3106" y="1180"/>
                      <a:pt x="3108" y="1200"/>
                    </a:cubicBezTo>
                    <a:moveTo>
                      <a:pt x="2728" y="1915"/>
                    </a:moveTo>
                    <a:cubicBezTo>
                      <a:pt x="2725" y="1892"/>
                      <a:pt x="2722" y="1869"/>
                      <a:pt x="2719" y="1853"/>
                    </a:cubicBezTo>
                    <a:cubicBezTo>
                      <a:pt x="2695" y="1852"/>
                      <a:pt x="2670" y="1857"/>
                      <a:pt x="2654" y="1848"/>
                    </a:cubicBezTo>
                    <a:cubicBezTo>
                      <a:pt x="2635" y="1837"/>
                      <a:pt x="2624" y="1814"/>
                      <a:pt x="2609" y="1795"/>
                    </a:cubicBezTo>
                    <a:cubicBezTo>
                      <a:pt x="2598" y="1803"/>
                      <a:pt x="2585" y="1812"/>
                      <a:pt x="2570" y="1822"/>
                    </a:cubicBezTo>
                    <a:cubicBezTo>
                      <a:pt x="2599" y="1843"/>
                      <a:pt x="2617" y="1870"/>
                      <a:pt x="2595" y="1900"/>
                    </a:cubicBezTo>
                    <a:cubicBezTo>
                      <a:pt x="2577" y="1924"/>
                      <a:pt x="2550" y="1940"/>
                      <a:pt x="2526" y="1959"/>
                    </a:cubicBezTo>
                    <a:cubicBezTo>
                      <a:pt x="2536" y="1975"/>
                      <a:pt x="2548" y="1995"/>
                      <a:pt x="2560" y="2016"/>
                    </a:cubicBezTo>
                    <a:cubicBezTo>
                      <a:pt x="2609" y="2000"/>
                      <a:pt x="2629" y="2012"/>
                      <a:pt x="2648" y="2068"/>
                    </a:cubicBezTo>
                    <a:cubicBezTo>
                      <a:pt x="2688" y="2057"/>
                      <a:pt x="2709" y="1998"/>
                      <a:pt x="2753" y="2022"/>
                    </a:cubicBezTo>
                    <a:cubicBezTo>
                      <a:pt x="2773" y="1992"/>
                      <a:pt x="2791" y="1966"/>
                      <a:pt x="2807" y="1942"/>
                    </a:cubicBezTo>
                    <a:cubicBezTo>
                      <a:pt x="2783" y="1952"/>
                      <a:pt x="2756" y="1951"/>
                      <a:pt x="2734" y="1927"/>
                    </a:cubicBezTo>
                    <a:cubicBezTo>
                      <a:pt x="2732" y="1923"/>
                      <a:pt x="2730" y="1919"/>
                      <a:pt x="2729" y="1915"/>
                    </a:cubicBezTo>
                    <a:lnTo>
                      <a:pt x="2728" y="1915"/>
                    </a:lnTo>
                    <a:moveTo>
                      <a:pt x="681" y="2228"/>
                    </a:moveTo>
                    <a:cubicBezTo>
                      <a:pt x="743" y="2233"/>
                      <a:pt x="772" y="2189"/>
                      <a:pt x="782" y="2110"/>
                    </a:cubicBezTo>
                    <a:cubicBezTo>
                      <a:pt x="787" y="2072"/>
                      <a:pt x="721" y="2002"/>
                      <a:pt x="684" y="2001"/>
                    </a:cubicBezTo>
                    <a:cubicBezTo>
                      <a:pt x="631" y="1998"/>
                      <a:pt x="575" y="2050"/>
                      <a:pt x="573" y="2104"/>
                    </a:cubicBezTo>
                    <a:cubicBezTo>
                      <a:pt x="572" y="2169"/>
                      <a:pt x="622" y="2227"/>
                      <a:pt x="681" y="2228"/>
                    </a:cubicBezTo>
                    <a:moveTo>
                      <a:pt x="1078" y="1709"/>
                    </a:moveTo>
                    <a:cubicBezTo>
                      <a:pt x="1101" y="1704"/>
                      <a:pt x="1133" y="1706"/>
                      <a:pt x="1140" y="1694"/>
                    </a:cubicBezTo>
                    <a:cubicBezTo>
                      <a:pt x="1165" y="1652"/>
                      <a:pt x="1190" y="1609"/>
                      <a:pt x="1177" y="1552"/>
                    </a:cubicBezTo>
                    <a:cubicBezTo>
                      <a:pt x="1163" y="1487"/>
                      <a:pt x="1138" y="1458"/>
                      <a:pt x="1070" y="1451"/>
                    </a:cubicBezTo>
                    <a:cubicBezTo>
                      <a:pt x="1005" y="1445"/>
                      <a:pt x="966" y="1483"/>
                      <a:pt x="973" y="1548"/>
                    </a:cubicBezTo>
                    <a:cubicBezTo>
                      <a:pt x="974" y="1559"/>
                      <a:pt x="986" y="1575"/>
                      <a:pt x="996" y="1578"/>
                    </a:cubicBezTo>
                    <a:cubicBezTo>
                      <a:pt x="1047" y="1593"/>
                      <a:pt x="1074" y="1626"/>
                      <a:pt x="1075" y="1680"/>
                    </a:cubicBezTo>
                    <a:cubicBezTo>
                      <a:pt x="1075" y="1687"/>
                      <a:pt x="1076" y="1694"/>
                      <a:pt x="1078" y="1709"/>
                    </a:cubicBezTo>
                    <a:moveTo>
                      <a:pt x="972" y="1168"/>
                    </a:moveTo>
                    <a:cubicBezTo>
                      <a:pt x="971" y="1162"/>
                      <a:pt x="969" y="1149"/>
                      <a:pt x="965" y="1137"/>
                    </a:cubicBezTo>
                    <a:cubicBezTo>
                      <a:pt x="944" y="1075"/>
                      <a:pt x="883" y="1049"/>
                      <a:pt x="834" y="1080"/>
                    </a:cubicBezTo>
                    <a:cubicBezTo>
                      <a:pt x="768" y="1121"/>
                      <a:pt x="760" y="1239"/>
                      <a:pt x="822" y="1287"/>
                    </a:cubicBezTo>
                    <a:cubicBezTo>
                      <a:pt x="833" y="1296"/>
                      <a:pt x="850" y="1302"/>
                      <a:pt x="863" y="1301"/>
                    </a:cubicBezTo>
                    <a:cubicBezTo>
                      <a:pt x="911" y="1295"/>
                      <a:pt x="972" y="1223"/>
                      <a:pt x="972" y="1168"/>
                    </a:cubicBezTo>
                    <a:moveTo>
                      <a:pt x="1568" y="3107"/>
                    </a:moveTo>
                    <a:cubicBezTo>
                      <a:pt x="1561" y="3047"/>
                      <a:pt x="1523" y="3010"/>
                      <a:pt x="1461" y="3004"/>
                    </a:cubicBezTo>
                    <a:cubicBezTo>
                      <a:pt x="1410" y="3000"/>
                      <a:pt x="1393" y="3011"/>
                      <a:pt x="1377" y="3059"/>
                    </a:cubicBezTo>
                    <a:cubicBezTo>
                      <a:pt x="1358" y="3118"/>
                      <a:pt x="1384" y="3164"/>
                      <a:pt x="1418" y="3206"/>
                    </a:cubicBezTo>
                    <a:cubicBezTo>
                      <a:pt x="1452" y="3247"/>
                      <a:pt x="1509" y="3232"/>
                      <a:pt x="1525" y="3181"/>
                    </a:cubicBezTo>
                    <a:cubicBezTo>
                      <a:pt x="1528" y="3173"/>
                      <a:pt x="1532" y="3164"/>
                      <a:pt x="1537" y="3156"/>
                    </a:cubicBezTo>
                    <a:cubicBezTo>
                      <a:pt x="1547" y="3140"/>
                      <a:pt x="1557" y="3124"/>
                      <a:pt x="1568" y="3107"/>
                    </a:cubicBezTo>
                    <a:moveTo>
                      <a:pt x="878" y="1893"/>
                    </a:moveTo>
                    <a:cubicBezTo>
                      <a:pt x="827" y="1893"/>
                      <a:pt x="788" y="1916"/>
                      <a:pt x="762" y="1959"/>
                    </a:cubicBezTo>
                    <a:cubicBezTo>
                      <a:pt x="757" y="1967"/>
                      <a:pt x="755" y="1986"/>
                      <a:pt x="760" y="1991"/>
                    </a:cubicBezTo>
                    <a:cubicBezTo>
                      <a:pt x="798" y="2025"/>
                      <a:pt x="824" y="2066"/>
                      <a:pt x="833" y="2117"/>
                    </a:cubicBezTo>
                    <a:cubicBezTo>
                      <a:pt x="834" y="2123"/>
                      <a:pt x="840" y="2133"/>
                      <a:pt x="843" y="2133"/>
                    </a:cubicBezTo>
                    <a:cubicBezTo>
                      <a:pt x="857" y="2131"/>
                      <a:pt x="882" y="2128"/>
                      <a:pt x="882" y="2123"/>
                    </a:cubicBezTo>
                    <a:cubicBezTo>
                      <a:pt x="886" y="2080"/>
                      <a:pt x="921" y="2055"/>
                      <a:pt x="943" y="2023"/>
                    </a:cubicBezTo>
                    <a:cubicBezTo>
                      <a:pt x="962" y="1995"/>
                      <a:pt x="971" y="1968"/>
                      <a:pt x="955" y="1936"/>
                    </a:cubicBezTo>
                    <a:cubicBezTo>
                      <a:pt x="939" y="1903"/>
                      <a:pt x="912" y="1893"/>
                      <a:pt x="878" y="1893"/>
                    </a:cubicBezTo>
                    <a:moveTo>
                      <a:pt x="2544" y="1381"/>
                    </a:moveTo>
                    <a:cubicBezTo>
                      <a:pt x="2542" y="1381"/>
                      <a:pt x="2541" y="1381"/>
                      <a:pt x="2540" y="1382"/>
                    </a:cubicBezTo>
                    <a:cubicBezTo>
                      <a:pt x="2545" y="1401"/>
                      <a:pt x="2548" y="1422"/>
                      <a:pt x="2555" y="1441"/>
                    </a:cubicBezTo>
                    <a:cubicBezTo>
                      <a:pt x="2566" y="1467"/>
                      <a:pt x="2589" y="1477"/>
                      <a:pt x="2616" y="1474"/>
                    </a:cubicBezTo>
                    <a:cubicBezTo>
                      <a:pt x="2680" y="1466"/>
                      <a:pt x="2739" y="1389"/>
                      <a:pt x="2724" y="1327"/>
                    </a:cubicBezTo>
                    <a:cubicBezTo>
                      <a:pt x="2719" y="1307"/>
                      <a:pt x="2701" y="1281"/>
                      <a:pt x="2685" y="1277"/>
                    </a:cubicBezTo>
                    <a:cubicBezTo>
                      <a:pt x="2592" y="1256"/>
                      <a:pt x="2551" y="1269"/>
                      <a:pt x="2545" y="1365"/>
                    </a:cubicBezTo>
                    <a:cubicBezTo>
                      <a:pt x="2544" y="1370"/>
                      <a:pt x="2544" y="1375"/>
                      <a:pt x="2544" y="1381"/>
                    </a:cubicBezTo>
                    <a:moveTo>
                      <a:pt x="804" y="1688"/>
                    </a:moveTo>
                    <a:cubicBezTo>
                      <a:pt x="802" y="1671"/>
                      <a:pt x="800" y="1654"/>
                      <a:pt x="796" y="1637"/>
                    </a:cubicBezTo>
                    <a:cubicBezTo>
                      <a:pt x="794" y="1631"/>
                      <a:pt x="789" y="1623"/>
                      <a:pt x="783" y="1621"/>
                    </a:cubicBezTo>
                    <a:cubicBezTo>
                      <a:pt x="761" y="1614"/>
                      <a:pt x="738" y="1609"/>
                      <a:pt x="715" y="1604"/>
                    </a:cubicBezTo>
                    <a:cubicBezTo>
                      <a:pt x="680" y="1595"/>
                      <a:pt x="647" y="1597"/>
                      <a:pt x="625" y="1630"/>
                    </a:cubicBezTo>
                    <a:cubicBezTo>
                      <a:pt x="600" y="1665"/>
                      <a:pt x="600" y="1703"/>
                      <a:pt x="614" y="1742"/>
                    </a:cubicBezTo>
                    <a:cubicBezTo>
                      <a:pt x="617" y="1750"/>
                      <a:pt x="627" y="1760"/>
                      <a:pt x="634" y="1761"/>
                    </a:cubicBezTo>
                    <a:cubicBezTo>
                      <a:pt x="671" y="1763"/>
                      <a:pt x="710" y="1769"/>
                      <a:pt x="746" y="1763"/>
                    </a:cubicBezTo>
                    <a:cubicBezTo>
                      <a:pt x="787" y="1755"/>
                      <a:pt x="805" y="1725"/>
                      <a:pt x="804" y="1688"/>
                    </a:cubicBezTo>
                    <a:moveTo>
                      <a:pt x="847" y="1724"/>
                    </a:moveTo>
                    <a:cubicBezTo>
                      <a:pt x="845" y="1775"/>
                      <a:pt x="865" y="1806"/>
                      <a:pt x="907" y="1808"/>
                    </a:cubicBezTo>
                    <a:cubicBezTo>
                      <a:pt x="935" y="1809"/>
                      <a:pt x="967" y="1806"/>
                      <a:pt x="992" y="1795"/>
                    </a:cubicBezTo>
                    <a:cubicBezTo>
                      <a:pt x="1012" y="1787"/>
                      <a:pt x="1036" y="1764"/>
                      <a:pt x="1038" y="1745"/>
                    </a:cubicBezTo>
                    <a:cubicBezTo>
                      <a:pt x="1042" y="1714"/>
                      <a:pt x="1032" y="1680"/>
                      <a:pt x="1024" y="1649"/>
                    </a:cubicBezTo>
                    <a:cubicBezTo>
                      <a:pt x="1022" y="1641"/>
                      <a:pt x="1006" y="1631"/>
                      <a:pt x="998" y="1632"/>
                    </a:cubicBezTo>
                    <a:cubicBezTo>
                      <a:pt x="969" y="1635"/>
                      <a:pt x="940" y="1641"/>
                      <a:pt x="912" y="1647"/>
                    </a:cubicBezTo>
                    <a:cubicBezTo>
                      <a:pt x="855" y="1658"/>
                      <a:pt x="850" y="1665"/>
                      <a:pt x="847" y="1724"/>
                    </a:cubicBezTo>
                    <a:moveTo>
                      <a:pt x="1869" y="2991"/>
                    </a:moveTo>
                    <a:cubicBezTo>
                      <a:pt x="1842" y="3001"/>
                      <a:pt x="1818" y="3006"/>
                      <a:pt x="1798" y="3018"/>
                    </a:cubicBezTo>
                    <a:cubicBezTo>
                      <a:pt x="1776" y="3031"/>
                      <a:pt x="1776" y="3081"/>
                      <a:pt x="1794" y="3115"/>
                    </a:cubicBezTo>
                    <a:cubicBezTo>
                      <a:pt x="1816" y="3158"/>
                      <a:pt x="1852" y="3186"/>
                      <a:pt x="1880" y="3177"/>
                    </a:cubicBezTo>
                    <a:cubicBezTo>
                      <a:pt x="1925" y="3163"/>
                      <a:pt x="1961" y="3135"/>
                      <a:pt x="1981" y="3091"/>
                    </a:cubicBezTo>
                    <a:cubicBezTo>
                      <a:pt x="1992" y="3065"/>
                      <a:pt x="1988" y="3040"/>
                      <a:pt x="1960" y="3027"/>
                    </a:cubicBezTo>
                    <a:cubicBezTo>
                      <a:pt x="1931" y="3013"/>
                      <a:pt x="1899" y="3003"/>
                      <a:pt x="1869" y="2991"/>
                    </a:cubicBezTo>
                    <a:moveTo>
                      <a:pt x="1937" y="550"/>
                    </a:moveTo>
                    <a:cubicBezTo>
                      <a:pt x="1979" y="553"/>
                      <a:pt x="2012" y="542"/>
                      <a:pt x="2014" y="512"/>
                    </a:cubicBezTo>
                    <a:cubicBezTo>
                      <a:pt x="2017" y="481"/>
                      <a:pt x="2009" y="441"/>
                      <a:pt x="1989" y="419"/>
                    </a:cubicBezTo>
                    <a:cubicBezTo>
                      <a:pt x="1969" y="396"/>
                      <a:pt x="1931" y="382"/>
                      <a:pt x="1898" y="376"/>
                    </a:cubicBezTo>
                    <a:cubicBezTo>
                      <a:pt x="1843" y="367"/>
                      <a:pt x="1802" y="418"/>
                      <a:pt x="1821" y="465"/>
                    </a:cubicBezTo>
                    <a:cubicBezTo>
                      <a:pt x="1844" y="522"/>
                      <a:pt x="1887" y="550"/>
                      <a:pt x="1937" y="550"/>
                    </a:cubicBezTo>
                    <a:moveTo>
                      <a:pt x="2248" y="2827"/>
                    </a:moveTo>
                    <a:cubicBezTo>
                      <a:pt x="2216" y="2829"/>
                      <a:pt x="2200" y="2859"/>
                      <a:pt x="2181" y="2883"/>
                    </a:cubicBezTo>
                    <a:cubicBezTo>
                      <a:pt x="2152" y="2920"/>
                      <a:pt x="2165" y="2984"/>
                      <a:pt x="2203" y="3009"/>
                    </a:cubicBezTo>
                    <a:cubicBezTo>
                      <a:pt x="2224" y="3023"/>
                      <a:pt x="2246" y="3027"/>
                      <a:pt x="2267" y="3014"/>
                    </a:cubicBezTo>
                    <a:cubicBezTo>
                      <a:pt x="2286" y="3001"/>
                      <a:pt x="2305" y="2988"/>
                      <a:pt x="2320" y="2971"/>
                    </a:cubicBezTo>
                    <a:cubicBezTo>
                      <a:pt x="2344" y="2942"/>
                      <a:pt x="2356" y="2906"/>
                      <a:pt x="2340" y="2869"/>
                    </a:cubicBezTo>
                    <a:cubicBezTo>
                      <a:pt x="2324" y="2831"/>
                      <a:pt x="2287" y="2832"/>
                      <a:pt x="2248" y="2827"/>
                    </a:cubicBezTo>
                    <a:moveTo>
                      <a:pt x="2414" y="2218"/>
                    </a:moveTo>
                    <a:cubicBezTo>
                      <a:pt x="2414" y="2276"/>
                      <a:pt x="2444" y="2312"/>
                      <a:pt x="2496" y="2313"/>
                    </a:cubicBezTo>
                    <a:cubicBezTo>
                      <a:pt x="2548" y="2314"/>
                      <a:pt x="2597" y="2274"/>
                      <a:pt x="2596" y="2231"/>
                    </a:cubicBezTo>
                    <a:cubicBezTo>
                      <a:pt x="2596" y="2179"/>
                      <a:pt x="2548" y="2127"/>
                      <a:pt x="2496" y="2132"/>
                    </a:cubicBezTo>
                    <a:cubicBezTo>
                      <a:pt x="2438" y="2138"/>
                      <a:pt x="2416" y="2148"/>
                      <a:pt x="2414" y="2217"/>
                    </a:cubicBezTo>
                    <a:lnTo>
                      <a:pt x="2414" y="2218"/>
                    </a:lnTo>
                    <a:moveTo>
                      <a:pt x="2354" y="1977"/>
                    </a:moveTo>
                    <a:cubicBezTo>
                      <a:pt x="2354" y="1977"/>
                      <a:pt x="2354" y="1976"/>
                      <a:pt x="2354" y="1975"/>
                    </a:cubicBezTo>
                    <a:cubicBezTo>
                      <a:pt x="2344" y="1977"/>
                      <a:pt x="2328" y="1976"/>
                      <a:pt x="2324" y="1982"/>
                    </a:cubicBezTo>
                    <a:cubicBezTo>
                      <a:pt x="2309" y="2007"/>
                      <a:pt x="2291" y="2032"/>
                      <a:pt x="2286" y="2060"/>
                    </a:cubicBezTo>
                    <a:cubicBezTo>
                      <a:pt x="2280" y="2087"/>
                      <a:pt x="2305" y="2104"/>
                      <a:pt x="2329" y="2114"/>
                    </a:cubicBezTo>
                    <a:cubicBezTo>
                      <a:pt x="2361" y="2128"/>
                      <a:pt x="2391" y="2124"/>
                      <a:pt x="2421" y="2103"/>
                    </a:cubicBezTo>
                    <a:cubicBezTo>
                      <a:pt x="2438" y="2091"/>
                      <a:pt x="2457" y="2082"/>
                      <a:pt x="2477" y="2076"/>
                    </a:cubicBezTo>
                    <a:cubicBezTo>
                      <a:pt x="2510" y="2066"/>
                      <a:pt x="2522" y="2040"/>
                      <a:pt x="2506" y="2009"/>
                    </a:cubicBezTo>
                    <a:cubicBezTo>
                      <a:pt x="2492" y="1981"/>
                      <a:pt x="2467" y="1972"/>
                      <a:pt x="2439" y="1972"/>
                    </a:cubicBezTo>
                    <a:cubicBezTo>
                      <a:pt x="2411" y="1971"/>
                      <a:pt x="2382" y="1975"/>
                      <a:pt x="2354" y="1977"/>
                    </a:cubicBezTo>
                    <a:moveTo>
                      <a:pt x="2855" y="1664"/>
                    </a:moveTo>
                    <a:cubicBezTo>
                      <a:pt x="2856" y="1657"/>
                      <a:pt x="2857" y="1651"/>
                      <a:pt x="2858" y="1646"/>
                    </a:cubicBezTo>
                    <a:cubicBezTo>
                      <a:pt x="2870" y="1591"/>
                      <a:pt x="2883" y="1585"/>
                      <a:pt x="2930" y="1614"/>
                    </a:cubicBezTo>
                    <a:cubicBezTo>
                      <a:pt x="2965" y="1636"/>
                      <a:pt x="2983" y="1633"/>
                      <a:pt x="3018" y="1590"/>
                    </a:cubicBezTo>
                    <a:cubicBezTo>
                      <a:pt x="3002" y="1592"/>
                      <a:pt x="2991" y="1591"/>
                      <a:pt x="2982" y="1594"/>
                    </a:cubicBezTo>
                    <a:cubicBezTo>
                      <a:pt x="2931" y="1606"/>
                      <a:pt x="2890" y="1583"/>
                      <a:pt x="2884" y="1532"/>
                    </a:cubicBezTo>
                    <a:cubicBezTo>
                      <a:pt x="2879" y="1494"/>
                      <a:pt x="2883" y="1455"/>
                      <a:pt x="2881" y="1417"/>
                    </a:cubicBezTo>
                    <a:cubicBezTo>
                      <a:pt x="2880" y="1411"/>
                      <a:pt x="2867" y="1400"/>
                      <a:pt x="2866" y="1400"/>
                    </a:cubicBezTo>
                    <a:cubicBezTo>
                      <a:pt x="2821" y="1429"/>
                      <a:pt x="2792" y="1407"/>
                      <a:pt x="2768" y="1366"/>
                    </a:cubicBezTo>
                    <a:cubicBezTo>
                      <a:pt x="2764" y="1383"/>
                      <a:pt x="2761" y="1395"/>
                      <a:pt x="2758" y="1408"/>
                    </a:cubicBezTo>
                    <a:cubicBezTo>
                      <a:pt x="2842" y="1429"/>
                      <a:pt x="2883" y="1485"/>
                      <a:pt x="2872" y="1560"/>
                    </a:cubicBezTo>
                    <a:cubicBezTo>
                      <a:pt x="2865" y="1607"/>
                      <a:pt x="2830" y="1629"/>
                      <a:pt x="2785" y="1615"/>
                    </a:cubicBezTo>
                    <a:cubicBezTo>
                      <a:pt x="2747" y="1604"/>
                      <a:pt x="2729" y="1577"/>
                      <a:pt x="2720" y="1540"/>
                    </a:cubicBezTo>
                    <a:cubicBezTo>
                      <a:pt x="2716" y="1522"/>
                      <a:pt x="2706" y="1504"/>
                      <a:pt x="2698" y="1485"/>
                    </a:cubicBezTo>
                    <a:cubicBezTo>
                      <a:pt x="2674" y="1497"/>
                      <a:pt x="2658" y="1505"/>
                      <a:pt x="2641" y="1514"/>
                    </a:cubicBezTo>
                    <a:cubicBezTo>
                      <a:pt x="2701" y="1540"/>
                      <a:pt x="2717" y="1560"/>
                      <a:pt x="2713" y="1596"/>
                    </a:cubicBezTo>
                    <a:cubicBezTo>
                      <a:pt x="2707" y="1644"/>
                      <a:pt x="2667" y="1680"/>
                      <a:pt x="2609" y="1689"/>
                    </a:cubicBezTo>
                    <a:cubicBezTo>
                      <a:pt x="2616" y="1703"/>
                      <a:pt x="2623" y="1716"/>
                      <a:pt x="2631" y="1731"/>
                    </a:cubicBezTo>
                    <a:cubicBezTo>
                      <a:pt x="2643" y="1726"/>
                      <a:pt x="2660" y="1725"/>
                      <a:pt x="2665" y="1717"/>
                    </a:cubicBezTo>
                    <a:cubicBezTo>
                      <a:pt x="2687" y="1677"/>
                      <a:pt x="2715" y="1679"/>
                      <a:pt x="2746" y="1706"/>
                    </a:cubicBezTo>
                    <a:cubicBezTo>
                      <a:pt x="2762" y="1632"/>
                      <a:pt x="2789" y="1622"/>
                      <a:pt x="2856" y="1664"/>
                    </a:cubicBezTo>
                    <a:lnTo>
                      <a:pt x="2855" y="1664"/>
                    </a:lnTo>
                    <a:moveTo>
                      <a:pt x="2414" y="2890"/>
                    </a:moveTo>
                    <a:cubicBezTo>
                      <a:pt x="2422" y="2920"/>
                      <a:pt x="2416" y="2962"/>
                      <a:pt x="2457" y="2981"/>
                    </a:cubicBezTo>
                    <a:cubicBezTo>
                      <a:pt x="2490" y="2996"/>
                      <a:pt x="2520" y="2989"/>
                      <a:pt x="2545" y="2966"/>
                    </a:cubicBezTo>
                    <a:cubicBezTo>
                      <a:pt x="2567" y="2946"/>
                      <a:pt x="2586" y="2923"/>
                      <a:pt x="2566" y="2890"/>
                    </a:cubicBezTo>
                    <a:cubicBezTo>
                      <a:pt x="2564" y="2886"/>
                      <a:pt x="2565" y="2879"/>
                      <a:pt x="2566" y="2874"/>
                    </a:cubicBezTo>
                    <a:cubicBezTo>
                      <a:pt x="2572" y="2825"/>
                      <a:pt x="2531" y="2785"/>
                      <a:pt x="2483" y="2794"/>
                    </a:cubicBezTo>
                    <a:cubicBezTo>
                      <a:pt x="2431" y="2803"/>
                      <a:pt x="2414" y="2826"/>
                      <a:pt x="2414" y="2890"/>
                    </a:cubicBezTo>
                    <a:moveTo>
                      <a:pt x="1466" y="390"/>
                    </a:moveTo>
                    <a:cubicBezTo>
                      <a:pt x="1469" y="390"/>
                      <a:pt x="1473" y="390"/>
                      <a:pt x="1476" y="390"/>
                    </a:cubicBezTo>
                    <a:cubicBezTo>
                      <a:pt x="1477" y="380"/>
                      <a:pt x="1480" y="370"/>
                      <a:pt x="1478" y="361"/>
                    </a:cubicBezTo>
                    <a:cubicBezTo>
                      <a:pt x="1459" y="302"/>
                      <a:pt x="1476" y="250"/>
                      <a:pt x="1510" y="203"/>
                    </a:cubicBezTo>
                    <a:cubicBezTo>
                      <a:pt x="1527" y="178"/>
                      <a:pt x="1525" y="154"/>
                      <a:pt x="1502" y="134"/>
                    </a:cubicBezTo>
                    <a:cubicBezTo>
                      <a:pt x="1475" y="111"/>
                      <a:pt x="1446" y="112"/>
                      <a:pt x="1418" y="129"/>
                    </a:cubicBezTo>
                    <a:cubicBezTo>
                      <a:pt x="1386" y="149"/>
                      <a:pt x="1359" y="174"/>
                      <a:pt x="1358" y="216"/>
                    </a:cubicBezTo>
                    <a:cubicBezTo>
                      <a:pt x="1358" y="237"/>
                      <a:pt x="1363" y="258"/>
                      <a:pt x="1366" y="282"/>
                    </a:cubicBezTo>
                    <a:cubicBezTo>
                      <a:pt x="1415" y="301"/>
                      <a:pt x="1449" y="337"/>
                      <a:pt x="1466" y="390"/>
                    </a:cubicBezTo>
                    <a:moveTo>
                      <a:pt x="1140" y="646"/>
                    </a:moveTo>
                    <a:cubicBezTo>
                      <a:pt x="1139" y="595"/>
                      <a:pt x="1083" y="561"/>
                      <a:pt x="1029" y="580"/>
                    </a:cubicBezTo>
                    <a:cubicBezTo>
                      <a:pt x="990" y="593"/>
                      <a:pt x="966" y="621"/>
                      <a:pt x="949" y="657"/>
                    </a:cubicBezTo>
                    <a:cubicBezTo>
                      <a:pt x="937" y="683"/>
                      <a:pt x="934" y="706"/>
                      <a:pt x="956" y="729"/>
                    </a:cubicBezTo>
                    <a:cubicBezTo>
                      <a:pt x="978" y="752"/>
                      <a:pt x="1003" y="753"/>
                      <a:pt x="1030" y="741"/>
                    </a:cubicBezTo>
                    <a:cubicBezTo>
                      <a:pt x="1052" y="731"/>
                      <a:pt x="1074" y="722"/>
                      <a:pt x="1096" y="712"/>
                    </a:cubicBezTo>
                    <a:cubicBezTo>
                      <a:pt x="1124" y="699"/>
                      <a:pt x="1138" y="676"/>
                      <a:pt x="1140" y="646"/>
                    </a:cubicBezTo>
                    <a:moveTo>
                      <a:pt x="1824" y="349"/>
                    </a:moveTo>
                    <a:cubicBezTo>
                      <a:pt x="1818" y="320"/>
                      <a:pt x="1813" y="290"/>
                      <a:pt x="1805" y="261"/>
                    </a:cubicBezTo>
                    <a:cubicBezTo>
                      <a:pt x="1801" y="248"/>
                      <a:pt x="1794" y="235"/>
                      <a:pt x="1784" y="226"/>
                    </a:cubicBezTo>
                    <a:cubicBezTo>
                      <a:pt x="1764" y="209"/>
                      <a:pt x="1696" y="212"/>
                      <a:pt x="1675" y="230"/>
                    </a:cubicBezTo>
                    <a:cubicBezTo>
                      <a:pt x="1650" y="251"/>
                      <a:pt x="1656" y="278"/>
                      <a:pt x="1663" y="305"/>
                    </a:cubicBezTo>
                    <a:cubicBezTo>
                      <a:pt x="1666" y="317"/>
                      <a:pt x="1669" y="328"/>
                      <a:pt x="1672" y="340"/>
                    </a:cubicBezTo>
                    <a:cubicBezTo>
                      <a:pt x="1680" y="364"/>
                      <a:pt x="1676" y="384"/>
                      <a:pt x="1656" y="401"/>
                    </a:cubicBezTo>
                    <a:cubicBezTo>
                      <a:pt x="1650" y="407"/>
                      <a:pt x="1650" y="419"/>
                      <a:pt x="1646" y="428"/>
                    </a:cubicBezTo>
                    <a:cubicBezTo>
                      <a:pt x="1656" y="424"/>
                      <a:pt x="1666" y="422"/>
                      <a:pt x="1675" y="417"/>
                    </a:cubicBezTo>
                    <a:cubicBezTo>
                      <a:pt x="1699" y="405"/>
                      <a:pt x="1725" y="380"/>
                      <a:pt x="1747" y="383"/>
                    </a:cubicBezTo>
                    <a:cubicBezTo>
                      <a:pt x="1783" y="386"/>
                      <a:pt x="1803" y="372"/>
                      <a:pt x="1824" y="349"/>
                    </a:cubicBezTo>
                    <a:moveTo>
                      <a:pt x="1176" y="845"/>
                    </a:moveTo>
                    <a:cubicBezTo>
                      <a:pt x="1179" y="780"/>
                      <a:pt x="1160" y="753"/>
                      <a:pt x="1121" y="756"/>
                    </a:cubicBezTo>
                    <a:cubicBezTo>
                      <a:pt x="1061" y="760"/>
                      <a:pt x="1005" y="818"/>
                      <a:pt x="1014" y="876"/>
                    </a:cubicBezTo>
                    <a:cubicBezTo>
                      <a:pt x="1017" y="899"/>
                      <a:pt x="1043" y="925"/>
                      <a:pt x="1065" y="939"/>
                    </a:cubicBezTo>
                    <a:cubicBezTo>
                      <a:pt x="1080" y="948"/>
                      <a:pt x="1110" y="946"/>
                      <a:pt x="1128" y="938"/>
                    </a:cubicBezTo>
                    <a:cubicBezTo>
                      <a:pt x="1168" y="917"/>
                      <a:pt x="1178" y="878"/>
                      <a:pt x="1176" y="845"/>
                    </a:cubicBezTo>
                    <a:moveTo>
                      <a:pt x="1189" y="1863"/>
                    </a:moveTo>
                    <a:cubicBezTo>
                      <a:pt x="1184" y="1839"/>
                      <a:pt x="1182" y="1818"/>
                      <a:pt x="1174" y="1799"/>
                    </a:cubicBezTo>
                    <a:cubicBezTo>
                      <a:pt x="1160" y="1761"/>
                      <a:pt x="1118" y="1745"/>
                      <a:pt x="1087" y="1767"/>
                    </a:cubicBezTo>
                    <a:cubicBezTo>
                      <a:pt x="1049" y="1793"/>
                      <a:pt x="1024" y="1829"/>
                      <a:pt x="1018" y="1876"/>
                    </a:cubicBezTo>
                    <a:cubicBezTo>
                      <a:pt x="1014" y="1906"/>
                      <a:pt x="1030" y="1928"/>
                      <a:pt x="1053" y="1944"/>
                    </a:cubicBezTo>
                    <a:cubicBezTo>
                      <a:pt x="1075" y="1960"/>
                      <a:pt x="1097" y="1952"/>
                      <a:pt x="1117" y="1938"/>
                    </a:cubicBezTo>
                    <a:cubicBezTo>
                      <a:pt x="1135" y="1926"/>
                      <a:pt x="1153" y="1912"/>
                      <a:pt x="1169" y="1896"/>
                    </a:cubicBezTo>
                    <a:cubicBezTo>
                      <a:pt x="1179" y="1887"/>
                      <a:pt x="1183" y="1873"/>
                      <a:pt x="1189" y="1863"/>
                    </a:cubicBezTo>
                    <a:moveTo>
                      <a:pt x="2001" y="2658"/>
                    </a:moveTo>
                    <a:cubicBezTo>
                      <a:pt x="2049" y="2652"/>
                      <a:pt x="2109" y="2608"/>
                      <a:pt x="2123" y="2567"/>
                    </a:cubicBezTo>
                    <a:cubicBezTo>
                      <a:pt x="2131" y="2543"/>
                      <a:pt x="2131" y="2520"/>
                      <a:pt x="2112" y="2500"/>
                    </a:cubicBezTo>
                    <a:cubicBezTo>
                      <a:pt x="2092" y="2481"/>
                      <a:pt x="2071" y="2468"/>
                      <a:pt x="2042" y="2480"/>
                    </a:cubicBezTo>
                    <a:cubicBezTo>
                      <a:pt x="2027" y="2486"/>
                      <a:pt x="2012" y="2492"/>
                      <a:pt x="1997" y="2498"/>
                    </a:cubicBezTo>
                    <a:cubicBezTo>
                      <a:pt x="1954" y="2515"/>
                      <a:pt x="1928" y="2587"/>
                      <a:pt x="1954" y="2624"/>
                    </a:cubicBezTo>
                    <a:cubicBezTo>
                      <a:pt x="1965" y="2639"/>
                      <a:pt x="1985" y="2647"/>
                      <a:pt x="2001" y="2658"/>
                    </a:cubicBezTo>
                    <a:moveTo>
                      <a:pt x="2708" y="2701"/>
                    </a:moveTo>
                    <a:cubicBezTo>
                      <a:pt x="2708" y="2695"/>
                      <a:pt x="2708" y="2690"/>
                      <a:pt x="2708" y="2684"/>
                    </a:cubicBezTo>
                    <a:cubicBezTo>
                      <a:pt x="2703" y="2627"/>
                      <a:pt x="2628" y="2585"/>
                      <a:pt x="2585" y="2616"/>
                    </a:cubicBezTo>
                    <a:cubicBezTo>
                      <a:pt x="2535" y="2650"/>
                      <a:pt x="2537" y="2753"/>
                      <a:pt x="2589" y="2785"/>
                    </a:cubicBezTo>
                    <a:cubicBezTo>
                      <a:pt x="2598" y="2791"/>
                      <a:pt x="2609" y="2794"/>
                      <a:pt x="2620" y="2793"/>
                    </a:cubicBezTo>
                    <a:cubicBezTo>
                      <a:pt x="2670" y="2792"/>
                      <a:pt x="2708" y="2751"/>
                      <a:pt x="2708" y="2701"/>
                    </a:cubicBezTo>
                    <a:moveTo>
                      <a:pt x="511" y="846"/>
                    </a:moveTo>
                    <a:cubicBezTo>
                      <a:pt x="548" y="862"/>
                      <a:pt x="583" y="882"/>
                      <a:pt x="580" y="929"/>
                    </a:cubicBezTo>
                    <a:cubicBezTo>
                      <a:pt x="577" y="978"/>
                      <a:pt x="552" y="1014"/>
                      <a:pt x="509" y="1034"/>
                    </a:cubicBezTo>
                    <a:cubicBezTo>
                      <a:pt x="471" y="1052"/>
                      <a:pt x="440" y="1034"/>
                      <a:pt x="413" y="1003"/>
                    </a:cubicBezTo>
                    <a:cubicBezTo>
                      <a:pt x="406" y="1013"/>
                      <a:pt x="399" y="1022"/>
                      <a:pt x="392" y="1033"/>
                    </a:cubicBezTo>
                    <a:cubicBezTo>
                      <a:pt x="436" y="1062"/>
                      <a:pt x="478" y="1091"/>
                      <a:pt x="469" y="1153"/>
                    </a:cubicBezTo>
                    <a:cubicBezTo>
                      <a:pt x="481" y="1155"/>
                      <a:pt x="490" y="1155"/>
                      <a:pt x="499" y="1156"/>
                    </a:cubicBezTo>
                    <a:cubicBezTo>
                      <a:pt x="513" y="1046"/>
                      <a:pt x="520" y="1037"/>
                      <a:pt x="575" y="1036"/>
                    </a:cubicBezTo>
                    <a:cubicBezTo>
                      <a:pt x="590" y="995"/>
                      <a:pt x="601" y="955"/>
                      <a:pt x="620" y="920"/>
                    </a:cubicBezTo>
                    <a:cubicBezTo>
                      <a:pt x="631" y="899"/>
                      <a:pt x="639" y="881"/>
                      <a:pt x="638" y="857"/>
                    </a:cubicBezTo>
                    <a:cubicBezTo>
                      <a:pt x="637" y="812"/>
                      <a:pt x="614" y="789"/>
                      <a:pt x="567" y="785"/>
                    </a:cubicBezTo>
                    <a:cubicBezTo>
                      <a:pt x="527" y="782"/>
                      <a:pt x="521" y="788"/>
                      <a:pt x="511" y="846"/>
                    </a:cubicBezTo>
                    <a:moveTo>
                      <a:pt x="418" y="829"/>
                    </a:moveTo>
                    <a:cubicBezTo>
                      <a:pt x="416" y="823"/>
                      <a:pt x="413" y="809"/>
                      <a:pt x="405" y="805"/>
                    </a:cubicBezTo>
                    <a:cubicBezTo>
                      <a:pt x="375" y="789"/>
                      <a:pt x="343" y="783"/>
                      <a:pt x="313" y="805"/>
                    </a:cubicBezTo>
                    <a:cubicBezTo>
                      <a:pt x="237" y="863"/>
                      <a:pt x="246" y="916"/>
                      <a:pt x="315" y="987"/>
                    </a:cubicBezTo>
                    <a:cubicBezTo>
                      <a:pt x="340" y="1013"/>
                      <a:pt x="363" y="1010"/>
                      <a:pt x="375" y="977"/>
                    </a:cubicBezTo>
                    <a:cubicBezTo>
                      <a:pt x="393" y="931"/>
                      <a:pt x="403" y="882"/>
                      <a:pt x="418" y="829"/>
                    </a:cubicBezTo>
                    <a:moveTo>
                      <a:pt x="1645" y="980"/>
                    </a:moveTo>
                    <a:cubicBezTo>
                      <a:pt x="1676" y="980"/>
                      <a:pt x="1741" y="925"/>
                      <a:pt x="1747" y="897"/>
                    </a:cubicBezTo>
                    <a:cubicBezTo>
                      <a:pt x="1748" y="893"/>
                      <a:pt x="1748" y="889"/>
                      <a:pt x="1746" y="885"/>
                    </a:cubicBezTo>
                    <a:cubicBezTo>
                      <a:pt x="1733" y="848"/>
                      <a:pt x="1714" y="815"/>
                      <a:pt x="1676" y="802"/>
                    </a:cubicBezTo>
                    <a:cubicBezTo>
                      <a:pt x="1659" y="796"/>
                      <a:pt x="1635" y="796"/>
                      <a:pt x="1620" y="804"/>
                    </a:cubicBezTo>
                    <a:cubicBezTo>
                      <a:pt x="1587" y="823"/>
                      <a:pt x="1568" y="859"/>
                      <a:pt x="1574" y="894"/>
                    </a:cubicBezTo>
                    <a:cubicBezTo>
                      <a:pt x="1579" y="922"/>
                      <a:pt x="1606" y="947"/>
                      <a:pt x="1624" y="972"/>
                    </a:cubicBezTo>
                    <a:cubicBezTo>
                      <a:pt x="1628" y="978"/>
                      <a:pt x="1640" y="978"/>
                      <a:pt x="1645" y="980"/>
                    </a:cubicBezTo>
                    <a:moveTo>
                      <a:pt x="1203" y="1319"/>
                    </a:moveTo>
                    <a:cubicBezTo>
                      <a:pt x="1201" y="1250"/>
                      <a:pt x="1176" y="1214"/>
                      <a:pt x="1132" y="1215"/>
                    </a:cubicBezTo>
                    <a:cubicBezTo>
                      <a:pt x="1086" y="1216"/>
                      <a:pt x="1043" y="1252"/>
                      <a:pt x="1044" y="1289"/>
                    </a:cubicBezTo>
                    <a:cubicBezTo>
                      <a:pt x="1047" y="1361"/>
                      <a:pt x="1078" y="1394"/>
                      <a:pt x="1140" y="1392"/>
                    </a:cubicBezTo>
                    <a:cubicBezTo>
                      <a:pt x="1182" y="1391"/>
                      <a:pt x="1205" y="1365"/>
                      <a:pt x="1203" y="1319"/>
                    </a:cubicBezTo>
                    <a:moveTo>
                      <a:pt x="1216" y="1589"/>
                    </a:moveTo>
                    <a:cubicBezTo>
                      <a:pt x="1249" y="1589"/>
                      <a:pt x="1273" y="1590"/>
                      <a:pt x="1296" y="1588"/>
                    </a:cubicBezTo>
                    <a:cubicBezTo>
                      <a:pt x="1371" y="1583"/>
                      <a:pt x="1403" y="1518"/>
                      <a:pt x="1361" y="1456"/>
                    </a:cubicBezTo>
                    <a:cubicBezTo>
                      <a:pt x="1346" y="1433"/>
                      <a:pt x="1327" y="1413"/>
                      <a:pt x="1293" y="1415"/>
                    </a:cubicBezTo>
                    <a:cubicBezTo>
                      <a:pt x="1258" y="1418"/>
                      <a:pt x="1235" y="1436"/>
                      <a:pt x="1228" y="1468"/>
                    </a:cubicBezTo>
                    <a:cubicBezTo>
                      <a:pt x="1221" y="1506"/>
                      <a:pt x="1220" y="1544"/>
                      <a:pt x="1216" y="1589"/>
                    </a:cubicBezTo>
                    <a:moveTo>
                      <a:pt x="2114" y="1197"/>
                    </a:moveTo>
                    <a:cubicBezTo>
                      <a:pt x="2114" y="1226"/>
                      <a:pt x="2155" y="1271"/>
                      <a:pt x="2187" y="1276"/>
                    </a:cubicBezTo>
                    <a:cubicBezTo>
                      <a:pt x="2215" y="1281"/>
                      <a:pt x="2289" y="1236"/>
                      <a:pt x="2295" y="1209"/>
                    </a:cubicBezTo>
                    <a:cubicBezTo>
                      <a:pt x="2298" y="1196"/>
                      <a:pt x="2300" y="1181"/>
                      <a:pt x="2297" y="1168"/>
                    </a:cubicBezTo>
                    <a:cubicBezTo>
                      <a:pt x="2287" y="1133"/>
                      <a:pt x="2244" y="1108"/>
                      <a:pt x="2207" y="1113"/>
                    </a:cubicBezTo>
                    <a:cubicBezTo>
                      <a:pt x="2159" y="1119"/>
                      <a:pt x="2115" y="1160"/>
                      <a:pt x="2115" y="1197"/>
                    </a:cubicBezTo>
                    <a:lnTo>
                      <a:pt x="2114" y="1197"/>
                    </a:lnTo>
                    <a:moveTo>
                      <a:pt x="2205" y="426"/>
                    </a:moveTo>
                    <a:cubicBezTo>
                      <a:pt x="2200" y="409"/>
                      <a:pt x="2194" y="396"/>
                      <a:pt x="2192" y="382"/>
                    </a:cubicBezTo>
                    <a:cubicBezTo>
                      <a:pt x="2187" y="357"/>
                      <a:pt x="2155" y="340"/>
                      <a:pt x="2122" y="345"/>
                    </a:cubicBezTo>
                    <a:cubicBezTo>
                      <a:pt x="2088" y="351"/>
                      <a:pt x="2050" y="385"/>
                      <a:pt x="2055" y="406"/>
                    </a:cubicBezTo>
                    <a:cubicBezTo>
                      <a:pt x="2055" y="408"/>
                      <a:pt x="2057" y="409"/>
                      <a:pt x="2057" y="411"/>
                    </a:cubicBezTo>
                    <a:cubicBezTo>
                      <a:pt x="2061" y="436"/>
                      <a:pt x="2068" y="460"/>
                      <a:pt x="2068" y="484"/>
                    </a:cubicBezTo>
                    <a:cubicBezTo>
                      <a:pt x="2068" y="513"/>
                      <a:pt x="2076" y="537"/>
                      <a:pt x="2103" y="548"/>
                    </a:cubicBezTo>
                    <a:cubicBezTo>
                      <a:pt x="2130" y="559"/>
                      <a:pt x="2149" y="540"/>
                      <a:pt x="2161" y="519"/>
                    </a:cubicBezTo>
                    <a:cubicBezTo>
                      <a:pt x="2179" y="488"/>
                      <a:pt x="2193" y="454"/>
                      <a:pt x="2205" y="426"/>
                    </a:cubicBezTo>
                    <a:moveTo>
                      <a:pt x="1949" y="1559"/>
                    </a:moveTo>
                    <a:cubicBezTo>
                      <a:pt x="1973" y="1552"/>
                      <a:pt x="1999" y="1547"/>
                      <a:pt x="2022" y="1536"/>
                    </a:cubicBezTo>
                    <a:cubicBezTo>
                      <a:pt x="2047" y="1523"/>
                      <a:pt x="2061" y="1498"/>
                      <a:pt x="2053" y="1470"/>
                    </a:cubicBezTo>
                    <a:cubicBezTo>
                      <a:pt x="2046" y="1446"/>
                      <a:pt x="2029" y="1424"/>
                      <a:pt x="1996" y="1430"/>
                    </a:cubicBezTo>
                    <a:cubicBezTo>
                      <a:pt x="1988" y="1432"/>
                      <a:pt x="1977" y="1425"/>
                      <a:pt x="1971" y="1419"/>
                    </a:cubicBezTo>
                    <a:cubicBezTo>
                      <a:pt x="1949" y="1393"/>
                      <a:pt x="1925" y="1404"/>
                      <a:pt x="1903" y="1415"/>
                    </a:cubicBezTo>
                    <a:cubicBezTo>
                      <a:pt x="1879" y="1427"/>
                      <a:pt x="1857" y="1442"/>
                      <a:pt x="1860" y="1476"/>
                    </a:cubicBezTo>
                    <a:cubicBezTo>
                      <a:pt x="1865" y="1528"/>
                      <a:pt x="1895" y="1556"/>
                      <a:pt x="1949" y="1559"/>
                    </a:cubicBezTo>
                    <a:moveTo>
                      <a:pt x="1344" y="1729"/>
                    </a:moveTo>
                    <a:cubicBezTo>
                      <a:pt x="1328" y="1668"/>
                      <a:pt x="1306" y="1641"/>
                      <a:pt x="1270" y="1640"/>
                    </a:cubicBezTo>
                    <a:cubicBezTo>
                      <a:pt x="1218" y="1638"/>
                      <a:pt x="1205" y="1650"/>
                      <a:pt x="1176" y="1731"/>
                    </a:cubicBezTo>
                    <a:cubicBezTo>
                      <a:pt x="1225" y="1765"/>
                      <a:pt x="1223" y="1823"/>
                      <a:pt x="1237" y="1873"/>
                    </a:cubicBezTo>
                    <a:cubicBezTo>
                      <a:pt x="1259" y="1880"/>
                      <a:pt x="1269" y="1873"/>
                      <a:pt x="1273" y="1850"/>
                    </a:cubicBezTo>
                    <a:cubicBezTo>
                      <a:pt x="1280" y="1800"/>
                      <a:pt x="1293" y="1752"/>
                      <a:pt x="1344" y="1729"/>
                    </a:cubicBezTo>
                    <a:moveTo>
                      <a:pt x="2748" y="3176"/>
                    </a:moveTo>
                    <a:cubicBezTo>
                      <a:pt x="2747" y="3140"/>
                      <a:pt x="2708" y="3099"/>
                      <a:pt x="2682" y="3111"/>
                    </a:cubicBezTo>
                    <a:cubicBezTo>
                      <a:pt x="2641" y="3128"/>
                      <a:pt x="2596" y="3141"/>
                      <a:pt x="2584" y="3197"/>
                    </a:cubicBezTo>
                    <a:cubicBezTo>
                      <a:pt x="2574" y="3242"/>
                      <a:pt x="2594" y="3279"/>
                      <a:pt x="2642" y="3283"/>
                    </a:cubicBezTo>
                    <a:cubicBezTo>
                      <a:pt x="2699" y="3288"/>
                      <a:pt x="2748" y="3238"/>
                      <a:pt x="2748" y="3176"/>
                    </a:cubicBezTo>
                    <a:moveTo>
                      <a:pt x="1066" y="2274"/>
                    </a:moveTo>
                    <a:cubicBezTo>
                      <a:pt x="1066" y="2325"/>
                      <a:pt x="1107" y="2361"/>
                      <a:pt x="1147" y="2342"/>
                    </a:cubicBezTo>
                    <a:cubicBezTo>
                      <a:pt x="1188" y="2323"/>
                      <a:pt x="1220" y="2291"/>
                      <a:pt x="1225" y="2242"/>
                    </a:cubicBezTo>
                    <a:cubicBezTo>
                      <a:pt x="1231" y="2194"/>
                      <a:pt x="1191" y="2159"/>
                      <a:pt x="1143" y="2170"/>
                    </a:cubicBezTo>
                    <a:cubicBezTo>
                      <a:pt x="1088" y="2183"/>
                      <a:pt x="1070" y="2219"/>
                      <a:pt x="1066" y="2274"/>
                    </a:cubicBezTo>
                    <a:moveTo>
                      <a:pt x="1499" y="1474"/>
                    </a:moveTo>
                    <a:cubicBezTo>
                      <a:pt x="1499" y="1529"/>
                      <a:pt x="1516" y="1552"/>
                      <a:pt x="1553" y="1547"/>
                    </a:cubicBezTo>
                    <a:cubicBezTo>
                      <a:pt x="1595" y="1540"/>
                      <a:pt x="1631" y="1522"/>
                      <a:pt x="1656" y="1485"/>
                    </a:cubicBezTo>
                    <a:cubicBezTo>
                      <a:pt x="1674" y="1459"/>
                      <a:pt x="1673" y="1437"/>
                      <a:pt x="1649" y="1413"/>
                    </a:cubicBezTo>
                    <a:cubicBezTo>
                      <a:pt x="1607" y="1371"/>
                      <a:pt x="1597" y="1369"/>
                      <a:pt x="1542" y="1393"/>
                    </a:cubicBezTo>
                    <a:cubicBezTo>
                      <a:pt x="1502" y="1411"/>
                      <a:pt x="1501" y="1445"/>
                      <a:pt x="1499" y="1473"/>
                    </a:cubicBezTo>
                    <a:lnTo>
                      <a:pt x="1499" y="1474"/>
                    </a:lnTo>
                    <a:moveTo>
                      <a:pt x="2194" y="1863"/>
                    </a:moveTo>
                    <a:cubicBezTo>
                      <a:pt x="2215" y="1853"/>
                      <a:pt x="2241" y="1843"/>
                      <a:pt x="2264" y="1828"/>
                    </a:cubicBezTo>
                    <a:cubicBezTo>
                      <a:pt x="2288" y="1813"/>
                      <a:pt x="2297" y="1788"/>
                      <a:pt x="2287" y="1760"/>
                    </a:cubicBezTo>
                    <a:cubicBezTo>
                      <a:pt x="2276" y="1730"/>
                      <a:pt x="2233" y="1693"/>
                      <a:pt x="2211" y="1695"/>
                    </a:cubicBezTo>
                    <a:cubicBezTo>
                      <a:pt x="2208" y="1695"/>
                      <a:pt x="2205" y="1696"/>
                      <a:pt x="2202" y="1697"/>
                    </a:cubicBezTo>
                    <a:cubicBezTo>
                      <a:pt x="2179" y="1711"/>
                      <a:pt x="2156" y="1724"/>
                      <a:pt x="2133" y="1737"/>
                    </a:cubicBezTo>
                    <a:cubicBezTo>
                      <a:pt x="2094" y="1759"/>
                      <a:pt x="2094" y="1762"/>
                      <a:pt x="2118" y="1799"/>
                    </a:cubicBezTo>
                    <a:cubicBezTo>
                      <a:pt x="2121" y="1803"/>
                      <a:pt x="2123" y="1809"/>
                      <a:pt x="2124" y="1814"/>
                    </a:cubicBezTo>
                    <a:cubicBezTo>
                      <a:pt x="2131" y="1849"/>
                      <a:pt x="2161" y="1852"/>
                      <a:pt x="2194" y="1863"/>
                    </a:cubicBezTo>
                    <a:moveTo>
                      <a:pt x="801" y="3116"/>
                    </a:moveTo>
                    <a:cubicBezTo>
                      <a:pt x="815" y="3174"/>
                      <a:pt x="839" y="3215"/>
                      <a:pt x="886" y="3238"/>
                    </a:cubicBezTo>
                    <a:cubicBezTo>
                      <a:pt x="896" y="3243"/>
                      <a:pt x="916" y="3239"/>
                      <a:pt x="926" y="3231"/>
                    </a:cubicBezTo>
                    <a:cubicBezTo>
                      <a:pt x="973" y="3195"/>
                      <a:pt x="975" y="3141"/>
                      <a:pt x="934" y="3099"/>
                    </a:cubicBezTo>
                    <a:cubicBezTo>
                      <a:pt x="922" y="3088"/>
                      <a:pt x="909" y="3076"/>
                      <a:pt x="895" y="3071"/>
                    </a:cubicBezTo>
                    <a:cubicBezTo>
                      <a:pt x="874" y="3063"/>
                      <a:pt x="845" y="3051"/>
                      <a:pt x="832" y="3059"/>
                    </a:cubicBezTo>
                    <a:cubicBezTo>
                      <a:pt x="815" y="3070"/>
                      <a:pt x="809" y="3100"/>
                      <a:pt x="801" y="3116"/>
                    </a:cubicBezTo>
                    <a:moveTo>
                      <a:pt x="81" y="1591"/>
                    </a:moveTo>
                    <a:cubicBezTo>
                      <a:pt x="90" y="1609"/>
                      <a:pt x="97" y="1629"/>
                      <a:pt x="109" y="1647"/>
                    </a:cubicBezTo>
                    <a:cubicBezTo>
                      <a:pt x="134" y="1686"/>
                      <a:pt x="159" y="1689"/>
                      <a:pt x="194" y="1658"/>
                    </a:cubicBezTo>
                    <a:cubicBezTo>
                      <a:pt x="205" y="1647"/>
                      <a:pt x="215" y="1636"/>
                      <a:pt x="224" y="1624"/>
                    </a:cubicBezTo>
                    <a:cubicBezTo>
                      <a:pt x="262" y="1575"/>
                      <a:pt x="262" y="1575"/>
                      <a:pt x="219" y="1530"/>
                    </a:cubicBezTo>
                    <a:cubicBezTo>
                      <a:pt x="195" y="1506"/>
                      <a:pt x="169" y="1486"/>
                      <a:pt x="136" y="1502"/>
                    </a:cubicBezTo>
                    <a:cubicBezTo>
                      <a:pt x="102" y="1519"/>
                      <a:pt x="92" y="1554"/>
                      <a:pt x="81" y="1591"/>
                    </a:cubicBezTo>
                    <a:moveTo>
                      <a:pt x="3233" y="1143"/>
                    </a:moveTo>
                    <a:cubicBezTo>
                      <a:pt x="3203" y="1143"/>
                      <a:pt x="3144" y="1202"/>
                      <a:pt x="3145" y="1232"/>
                    </a:cubicBezTo>
                    <a:cubicBezTo>
                      <a:pt x="3146" y="1267"/>
                      <a:pt x="3187" y="1318"/>
                      <a:pt x="3214" y="1318"/>
                    </a:cubicBezTo>
                    <a:cubicBezTo>
                      <a:pt x="3246" y="1318"/>
                      <a:pt x="3320" y="1252"/>
                      <a:pt x="3320" y="1223"/>
                    </a:cubicBezTo>
                    <a:cubicBezTo>
                      <a:pt x="3320" y="1187"/>
                      <a:pt x="3272" y="1143"/>
                      <a:pt x="3233" y="1143"/>
                    </a:cubicBezTo>
                    <a:moveTo>
                      <a:pt x="1257" y="419"/>
                    </a:moveTo>
                    <a:cubicBezTo>
                      <a:pt x="1257" y="460"/>
                      <a:pt x="1295" y="490"/>
                      <a:pt x="1349" y="490"/>
                    </a:cubicBezTo>
                    <a:cubicBezTo>
                      <a:pt x="1385" y="491"/>
                      <a:pt x="1426" y="442"/>
                      <a:pt x="1426" y="401"/>
                    </a:cubicBezTo>
                    <a:cubicBezTo>
                      <a:pt x="1425" y="368"/>
                      <a:pt x="1376" y="321"/>
                      <a:pt x="1342" y="321"/>
                    </a:cubicBezTo>
                    <a:cubicBezTo>
                      <a:pt x="1307" y="321"/>
                      <a:pt x="1256" y="379"/>
                      <a:pt x="1257" y="419"/>
                    </a:cubicBezTo>
                    <a:moveTo>
                      <a:pt x="1034" y="1197"/>
                    </a:moveTo>
                    <a:cubicBezTo>
                      <a:pt x="1076" y="1187"/>
                      <a:pt x="1112" y="1179"/>
                      <a:pt x="1147" y="1171"/>
                    </a:cubicBezTo>
                    <a:cubicBezTo>
                      <a:pt x="1152" y="1169"/>
                      <a:pt x="1157" y="1167"/>
                      <a:pt x="1160" y="1163"/>
                    </a:cubicBezTo>
                    <a:cubicBezTo>
                      <a:pt x="1184" y="1136"/>
                      <a:pt x="1189" y="1087"/>
                      <a:pt x="1172" y="1056"/>
                    </a:cubicBezTo>
                    <a:cubicBezTo>
                      <a:pt x="1155" y="1026"/>
                      <a:pt x="1128" y="1020"/>
                      <a:pt x="1097" y="1027"/>
                    </a:cubicBezTo>
                    <a:cubicBezTo>
                      <a:pt x="1057" y="1035"/>
                      <a:pt x="1024" y="1067"/>
                      <a:pt x="1024" y="1104"/>
                    </a:cubicBezTo>
                    <a:cubicBezTo>
                      <a:pt x="1024" y="1136"/>
                      <a:pt x="1031" y="1169"/>
                      <a:pt x="1034" y="1197"/>
                    </a:cubicBezTo>
                    <a:moveTo>
                      <a:pt x="1329" y="3416"/>
                    </a:moveTo>
                    <a:cubicBezTo>
                      <a:pt x="1375" y="3416"/>
                      <a:pt x="1413" y="3380"/>
                      <a:pt x="1414" y="3335"/>
                    </a:cubicBezTo>
                    <a:cubicBezTo>
                      <a:pt x="1415" y="3296"/>
                      <a:pt x="1365" y="3255"/>
                      <a:pt x="1317" y="3257"/>
                    </a:cubicBezTo>
                    <a:cubicBezTo>
                      <a:pt x="1282" y="3259"/>
                      <a:pt x="1239" y="3292"/>
                      <a:pt x="1240" y="3333"/>
                    </a:cubicBezTo>
                    <a:cubicBezTo>
                      <a:pt x="1241" y="3376"/>
                      <a:pt x="1284" y="3416"/>
                      <a:pt x="1329" y="3416"/>
                    </a:cubicBezTo>
                    <a:moveTo>
                      <a:pt x="1825" y="1766"/>
                    </a:moveTo>
                    <a:cubicBezTo>
                      <a:pt x="1822" y="1832"/>
                      <a:pt x="1850" y="1846"/>
                      <a:pt x="1886" y="1853"/>
                    </a:cubicBezTo>
                    <a:cubicBezTo>
                      <a:pt x="1917" y="1859"/>
                      <a:pt x="1984" y="1797"/>
                      <a:pt x="1984" y="1766"/>
                    </a:cubicBezTo>
                    <a:cubicBezTo>
                      <a:pt x="1985" y="1729"/>
                      <a:pt x="1929" y="1679"/>
                      <a:pt x="1885" y="1678"/>
                    </a:cubicBezTo>
                    <a:cubicBezTo>
                      <a:pt x="1843" y="1676"/>
                      <a:pt x="1827" y="1699"/>
                      <a:pt x="1825" y="1766"/>
                    </a:cubicBezTo>
                    <a:moveTo>
                      <a:pt x="274" y="2517"/>
                    </a:moveTo>
                    <a:cubicBezTo>
                      <a:pt x="279" y="2605"/>
                      <a:pt x="320" y="2669"/>
                      <a:pt x="390" y="2715"/>
                    </a:cubicBezTo>
                    <a:cubicBezTo>
                      <a:pt x="397" y="2720"/>
                      <a:pt x="416" y="2721"/>
                      <a:pt x="418" y="2718"/>
                    </a:cubicBezTo>
                    <a:cubicBezTo>
                      <a:pt x="430" y="2695"/>
                      <a:pt x="450" y="2670"/>
                      <a:pt x="448" y="2647"/>
                    </a:cubicBezTo>
                    <a:cubicBezTo>
                      <a:pt x="442" y="2586"/>
                      <a:pt x="342" y="2514"/>
                      <a:pt x="274" y="2517"/>
                    </a:cubicBezTo>
                    <a:moveTo>
                      <a:pt x="2041" y="2763"/>
                    </a:moveTo>
                    <a:cubicBezTo>
                      <a:pt x="2039" y="2798"/>
                      <a:pt x="2058" y="2822"/>
                      <a:pt x="2091" y="2818"/>
                    </a:cubicBezTo>
                    <a:cubicBezTo>
                      <a:pt x="2143" y="2812"/>
                      <a:pt x="2190" y="2793"/>
                      <a:pt x="2219" y="2746"/>
                    </a:cubicBezTo>
                    <a:cubicBezTo>
                      <a:pt x="2235" y="2719"/>
                      <a:pt x="2229" y="2696"/>
                      <a:pt x="2203" y="2679"/>
                    </a:cubicBezTo>
                    <a:cubicBezTo>
                      <a:pt x="2159" y="2649"/>
                      <a:pt x="2117" y="2656"/>
                      <a:pt x="2083" y="2700"/>
                    </a:cubicBezTo>
                    <a:cubicBezTo>
                      <a:pt x="2079" y="2704"/>
                      <a:pt x="2076" y="2711"/>
                      <a:pt x="2072" y="2711"/>
                    </a:cubicBezTo>
                    <a:cubicBezTo>
                      <a:pt x="2037" y="2716"/>
                      <a:pt x="2044" y="2744"/>
                      <a:pt x="2041" y="2763"/>
                    </a:cubicBezTo>
                    <a:moveTo>
                      <a:pt x="2356" y="2566"/>
                    </a:moveTo>
                    <a:cubicBezTo>
                      <a:pt x="2355" y="2526"/>
                      <a:pt x="2310" y="2486"/>
                      <a:pt x="2267" y="2488"/>
                    </a:cubicBezTo>
                    <a:cubicBezTo>
                      <a:pt x="2229" y="2490"/>
                      <a:pt x="2187" y="2535"/>
                      <a:pt x="2187" y="2574"/>
                    </a:cubicBezTo>
                    <a:cubicBezTo>
                      <a:pt x="2188" y="2613"/>
                      <a:pt x="2225" y="2651"/>
                      <a:pt x="2261" y="2651"/>
                    </a:cubicBezTo>
                    <a:cubicBezTo>
                      <a:pt x="2310" y="2651"/>
                      <a:pt x="2356" y="2610"/>
                      <a:pt x="2356" y="2566"/>
                    </a:cubicBezTo>
                    <a:moveTo>
                      <a:pt x="1020" y="426"/>
                    </a:moveTo>
                    <a:cubicBezTo>
                      <a:pt x="980" y="399"/>
                      <a:pt x="911" y="403"/>
                      <a:pt x="890" y="440"/>
                    </a:cubicBezTo>
                    <a:cubicBezTo>
                      <a:pt x="860" y="495"/>
                      <a:pt x="876" y="572"/>
                      <a:pt x="931" y="594"/>
                    </a:cubicBezTo>
                    <a:cubicBezTo>
                      <a:pt x="950" y="579"/>
                      <a:pt x="969" y="562"/>
                      <a:pt x="990" y="549"/>
                    </a:cubicBezTo>
                    <a:cubicBezTo>
                      <a:pt x="1018" y="532"/>
                      <a:pt x="1027" y="510"/>
                      <a:pt x="1021" y="478"/>
                    </a:cubicBezTo>
                    <a:cubicBezTo>
                      <a:pt x="1018" y="463"/>
                      <a:pt x="1020" y="448"/>
                      <a:pt x="1020" y="426"/>
                    </a:cubicBezTo>
                    <a:moveTo>
                      <a:pt x="681" y="1435"/>
                    </a:moveTo>
                    <a:cubicBezTo>
                      <a:pt x="696" y="1465"/>
                      <a:pt x="711" y="1499"/>
                      <a:pt x="730" y="1530"/>
                    </a:cubicBezTo>
                    <a:cubicBezTo>
                      <a:pt x="734" y="1536"/>
                      <a:pt x="755" y="1536"/>
                      <a:pt x="766" y="1531"/>
                    </a:cubicBezTo>
                    <a:cubicBezTo>
                      <a:pt x="788" y="1524"/>
                      <a:pt x="807" y="1511"/>
                      <a:pt x="827" y="1500"/>
                    </a:cubicBezTo>
                    <a:cubicBezTo>
                      <a:pt x="866" y="1480"/>
                      <a:pt x="871" y="1455"/>
                      <a:pt x="839" y="1424"/>
                    </a:cubicBezTo>
                    <a:cubicBezTo>
                      <a:pt x="814" y="1402"/>
                      <a:pt x="785" y="1385"/>
                      <a:pt x="757" y="1366"/>
                    </a:cubicBezTo>
                    <a:cubicBezTo>
                      <a:pt x="733" y="1349"/>
                      <a:pt x="714" y="1356"/>
                      <a:pt x="702" y="1381"/>
                    </a:cubicBezTo>
                    <a:cubicBezTo>
                      <a:pt x="694" y="1397"/>
                      <a:pt x="690" y="1413"/>
                      <a:pt x="681" y="1435"/>
                    </a:cubicBezTo>
                    <a:moveTo>
                      <a:pt x="2479" y="2565"/>
                    </a:moveTo>
                    <a:cubicBezTo>
                      <a:pt x="2532" y="2567"/>
                      <a:pt x="2601" y="2504"/>
                      <a:pt x="2569" y="2452"/>
                    </a:cubicBezTo>
                    <a:cubicBezTo>
                      <a:pt x="2552" y="2424"/>
                      <a:pt x="2530" y="2397"/>
                      <a:pt x="2498" y="2406"/>
                    </a:cubicBezTo>
                    <a:cubicBezTo>
                      <a:pt x="2467" y="2416"/>
                      <a:pt x="2431" y="2436"/>
                      <a:pt x="2415" y="2463"/>
                    </a:cubicBezTo>
                    <a:cubicBezTo>
                      <a:pt x="2387" y="2509"/>
                      <a:pt x="2426" y="2565"/>
                      <a:pt x="2479" y="2565"/>
                    </a:cubicBezTo>
                    <a:moveTo>
                      <a:pt x="1671" y="501"/>
                    </a:moveTo>
                    <a:cubicBezTo>
                      <a:pt x="1674" y="503"/>
                      <a:pt x="1677" y="505"/>
                      <a:pt x="1680" y="507"/>
                    </a:cubicBezTo>
                    <a:cubicBezTo>
                      <a:pt x="1682" y="519"/>
                      <a:pt x="1683" y="532"/>
                      <a:pt x="1687" y="544"/>
                    </a:cubicBezTo>
                    <a:cubicBezTo>
                      <a:pt x="1700" y="584"/>
                      <a:pt x="1730" y="609"/>
                      <a:pt x="1768" y="622"/>
                    </a:cubicBezTo>
                    <a:cubicBezTo>
                      <a:pt x="1801" y="633"/>
                      <a:pt x="1815" y="602"/>
                      <a:pt x="1833" y="584"/>
                    </a:cubicBezTo>
                    <a:cubicBezTo>
                      <a:pt x="1847" y="571"/>
                      <a:pt x="1846" y="558"/>
                      <a:pt x="1830" y="543"/>
                    </a:cubicBezTo>
                    <a:cubicBezTo>
                      <a:pt x="1801" y="516"/>
                      <a:pt x="1777" y="485"/>
                      <a:pt x="1772" y="441"/>
                    </a:cubicBezTo>
                    <a:cubicBezTo>
                      <a:pt x="1770" y="418"/>
                      <a:pt x="1745" y="412"/>
                      <a:pt x="1731" y="426"/>
                    </a:cubicBezTo>
                    <a:cubicBezTo>
                      <a:pt x="1707" y="447"/>
                      <a:pt x="1690" y="476"/>
                      <a:pt x="1671" y="501"/>
                    </a:cubicBezTo>
                    <a:moveTo>
                      <a:pt x="1740" y="2458"/>
                    </a:moveTo>
                    <a:cubicBezTo>
                      <a:pt x="1724" y="2462"/>
                      <a:pt x="1711" y="2469"/>
                      <a:pt x="1699" y="2468"/>
                    </a:cubicBezTo>
                    <a:cubicBezTo>
                      <a:pt x="1662" y="2467"/>
                      <a:pt x="1652" y="2494"/>
                      <a:pt x="1643" y="2521"/>
                    </a:cubicBezTo>
                    <a:cubicBezTo>
                      <a:pt x="1632" y="2551"/>
                      <a:pt x="1632" y="2582"/>
                      <a:pt x="1657" y="2605"/>
                    </a:cubicBezTo>
                    <a:cubicBezTo>
                      <a:pt x="1669" y="2615"/>
                      <a:pt x="1691" y="2621"/>
                      <a:pt x="1706" y="2618"/>
                    </a:cubicBezTo>
                    <a:cubicBezTo>
                      <a:pt x="1762" y="2605"/>
                      <a:pt x="1791" y="2564"/>
                      <a:pt x="1804" y="2511"/>
                    </a:cubicBezTo>
                    <a:cubicBezTo>
                      <a:pt x="1806" y="2501"/>
                      <a:pt x="1798" y="2483"/>
                      <a:pt x="1789" y="2477"/>
                    </a:cubicBezTo>
                    <a:cubicBezTo>
                      <a:pt x="1774" y="2467"/>
                      <a:pt x="1755" y="2463"/>
                      <a:pt x="1740" y="2458"/>
                    </a:cubicBezTo>
                    <a:moveTo>
                      <a:pt x="1662" y="3287"/>
                    </a:moveTo>
                    <a:cubicBezTo>
                      <a:pt x="1657" y="3250"/>
                      <a:pt x="1637" y="3220"/>
                      <a:pt x="1604" y="3199"/>
                    </a:cubicBezTo>
                    <a:cubicBezTo>
                      <a:pt x="1589" y="3189"/>
                      <a:pt x="1578" y="3188"/>
                      <a:pt x="1566" y="3205"/>
                    </a:cubicBezTo>
                    <a:cubicBezTo>
                      <a:pt x="1553" y="3222"/>
                      <a:pt x="1537" y="3238"/>
                      <a:pt x="1520" y="3252"/>
                    </a:cubicBezTo>
                    <a:cubicBezTo>
                      <a:pt x="1480" y="3284"/>
                      <a:pt x="1486" y="3336"/>
                      <a:pt x="1535" y="3355"/>
                    </a:cubicBezTo>
                    <a:cubicBezTo>
                      <a:pt x="1554" y="3362"/>
                      <a:pt x="1578" y="3356"/>
                      <a:pt x="1600" y="3355"/>
                    </a:cubicBezTo>
                    <a:cubicBezTo>
                      <a:pt x="1631" y="3353"/>
                      <a:pt x="1661" y="3320"/>
                      <a:pt x="1662" y="3287"/>
                    </a:cubicBezTo>
                    <a:moveTo>
                      <a:pt x="2589" y="544"/>
                    </a:moveTo>
                    <a:cubicBezTo>
                      <a:pt x="2588" y="511"/>
                      <a:pt x="2552" y="468"/>
                      <a:pt x="2524" y="472"/>
                    </a:cubicBezTo>
                    <a:cubicBezTo>
                      <a:pt x="2494" y="475"/>
                      <a:pt x="2464" y="485"/>
                      <a:pt x="2437" y="499"/>
                    </a:cubicBezTo>
                    <a:cubicBezTo>
                      <a:pt x="2428" y="503"/>
                      <a:pt x="2428" y="527"/>
                      <a:pt x="2425" y="542"/>
                    </a:cubicBezTo>
                    <a:cubicBezTo>
                      <a:pt x="2416" y="578"/>
                      <a:pt x="2426" y="601"/>
                      <a:pt x="2456" y="622"/>
                    </a:cubicBezTo>
                    <a:cubicBezTo>
                      <a:pt x="2484" y="641"/>
                      <a:pt x="2508" y="630"/>
                      <a:pt x="2530" y="612"/>
                    </a:cubicBezTo>
                    <a:cubicBezTo>
                      <a:pt x="2547" y="599"/>
                      <a:pt x="2562" y="584"/>
                      <a:pt x="2577" y="568"/>
                    </a:cubicBezTo>
                    <a:cubicBezTo>
                      <a:pt x="2584" y="560"/>
                      <a:pt x="2586" y="549"/>
                      <a:pt x="2589" y="544"/>
                    </a:cubicBezTo>
                    <a:moveTo>
                      <a:pt x="278" y="1815"/>
                    </a:moveTo>
                    <a:cubicBezTo>
                      <a:pt x="282" y="1830"/>
                      <a:pt x="283" y="1839"/>
                      <a:pt x="286" y="1849"/>
                    </a:cubicBezTo>
                    <a:cubicBezTo>
                      <a:pt x="301" y="1901"/>
                      <a:pt x="327" y="1910"/>
                      <a:pt x="374" y="1882"/>
                    </a:cubicBezTo>
                    <a:cubicBezTo>
                      <a:pt x="396" y="1869"/>
                      <a:pt x="421" y="1860"/>
                      <a:pt x="443" y="1846"/>
                    </a:cubicBezTo>
                    <a:cubicBezTo>
                      <a:pt x="454" y="1839"/>
                      <a:pt x="469" y="1825"/>
                      <a:pt x="469" y="1815"/>
                    </a:cubicBezTo>
                    <a:cubicBezTo>
                      <a:pt x="469" y="1802"/>
                      <a:pt x="457" y="1785"/>
                      <a:pt x="445" y="1778"/>
                    </a:cubicBezTo>
                    <a:cubicBezTo>
                      <a:pt x="415" y="1761"/>
                      <a:pt x="383" y="1747"/>
                      <a:pt x="345" y="1754"/>
                    </a:cubicBezTo>
                    <a:cubicBezTo>
                      <a:pt x="328" y="1757"/>
                      <a:pt x="308" y="1747"/>
                      <a:pt x="297" y="1769"/>
                    </a:cubicBezTo>
                    <a:cubicBezTo>
                      <a:pt x="289" y="1785"/>
                      <a:pt x="284" y="1802"/>
                      <a:pt x="278" y="1815"/>
                    </a:cubicBezTo>
                    <a:moveTo>
                      <a:pt x="2304" y="413"/>
                    </a:moveTo>
                    <a:cubicBezTo>
                      <a:pt x="2267" y="420"/>
                      <a:pt x="2233" y="444"/>
                      <a:pt x="2226" y="475"/>
                    </a:cubicBezTo>
                    <a:cubicBezTo>
                      <a:pt x="2219" y="504"/>
                      <a:pt x="2227" y="528"/>
                      <a:pt x="2258" y="541"/>
                    </a:cubicBezTo>
                    <a:cubicBezTo>
                      <a:pt x="2264" y="544"/>
                      <a:pt x="2265" y="558"/>
                      <a:pt x="2272" y="564"/>
                    </a:cubicBezTo>
                    <a:cubicBezTo>
                      <a:pt x="2288" y="578"/>
                      <a:pt x="2304" y="595"/>
                      <a:pt x="2324" y="603"/>
                    </a:cubicBezTo>
                    <a:cubicBezTo>
                      <a:pt x="2332" y="606"/>
                      <a:pt x="2356" y="590"/>
                      <a:pt x="2359" y="579"/>
                    </a:cubicBezTo>
                    <a:cubicBezTo>
                      <a:pt x="2369" y="546"/>
                      <a:pt x="2375" y="511"/>
                      <a:pt x="2378" y="476"/>
                    </a:cubicBezTo>
                    <a:cubicBezTo>
                      <a:pt x="2378" y="469"/>
                      <a:pt x="2357" y="460"/>
                      <a:pt x="2346" y="452"/>
                    </a:cubicBezTo>
                    <a:cubicBezTo>
                      <a:pt x="2344" y="450"/>
                      <a:pt x="2344" y="448"/>
                      <a:pt x="2342" y="447"/>
                    </a:cubicBezTo>
                    <a:cubicBezTo>
                      <a:pt x="2329" y="435"/>
                      <a:pt x="2317" y="424"/>
                      <a:pt x="2304" y="413"/>
                    </a:cubicBezTo>
                    <a:moveTo>
                      <a:pt x="430" y="1147"/>
                    </a:moveTo>
                    <a:cubicBezTo>
                      <a:pt x="431" y="1115"/>
                      <a:pt x="388" y="1067"/>
                      <a:pt x="358" y="1066"/>
                    </a:cubicBezTo>
                    <a:cubicBezTo>
                      <a:pt x="326" y="1065"/>
                      <a:pt x="277" y="1128"/>
                      <a:pt x="277" y="1172"/>
                    </a:cubicBezTo>
                    <a:cubicBezTo>
                      <a:pt x="276" y="1211"/>
                      <a:pt x="300" y="1235"/>
                      <a:pt x="347" y="1234"/>
                    </a:cubicBezTo>
                    <a:cubicBezTo>
                      <a:pt x="406" y="1232"/>
                      <a:pt x="427" y="1207"/>
                      <a:pt x="430" y="1147"/>
                    </a:cubicBezTo>
                    <a:moveTo>
                      <a:pt x="1515" y="1290"/>
                    </a:moveTo>
                    <a:cubicBezTo>
                      <a:pt x="1515" y="1241"/>
                      <a:pt x="1497" y="1217"/>
                      <a:pt x="1468" y="1217"/>
                    </a:cubicBezTo>
                    <a:cubicBezTo>
                      <a:pt x="1417" y="1216"/>
                      <a:pt x="1352" y="1282"/>
                      <a:pt x="1356" y="1333"/>
                    </a:cubicBezTo>
                    <a:cubicBezTo>
                      <a:pt x="1357" y="1344"/>
                      <a:pt x="1365" y="1358"/>
                      <a:pt x="1374" y="1364"/>
                    </a:cubicBezTo>
                    <a:cubicBezTo>
                      <a:pt x="1404" y="1384"/>
                      <a:pt x="1474" y="1378"/>
                      <a:pt x="1501" y="1355"/>
                    </a:cubicBezTo>
                    <a:cubicBezTo>
                      <a:pt x="1504" y="1352"/>
                      <a:pt x="1505" y="1348"/>
                      <a:pt x="1506" y="1344"/>
                    </a:cubicBezTo>
                    <a:cubicBezTo>
                      <a:pt x="1510" y="1324"/>
                      <a:pt x="1513" y="1304"/>
                      <a:pt x="1515" y="1290"/>
                    </a:cubicBezTo>
                    <a:moveTo>
                      <a:pt x="1303" y="249"/>
                    </a:moveTo>
                    <a:cubicBezTo>
                      <a:pt x="1306" y="248"/>
                      <a:pt x="1309" y="247"/>
                      <a:pt x="1312" y="245"/>
                    </a:cubicBezTo>
                    <a:cubicBezTo>
                      <a:pt x="1304" y="232"/>
                      <a:pt x="1299" y="212"/>
                      <a:pt x="1288" y="205"/>
                    </a:cubicBezTo>
                    <a:cubicBezTo>
                      <a:pt x="1254" y="186"/>
                      <a:pt x="1199" y="202"/>
                      <a:pt x="1167" y="238"/>
                    </a:cubicBezTo>
                    <a:cubicBezTo>
                      <a:pt x="1143" y="265"/>
                      <a:pt x="1142" y="293"/>
                      <a:pt x="1165" y="333"/>
                    </a:cubicBezTo>
                    <a:cubicBezTo>
                      <a:pt x="1173" y="346"/>
                      <a:pt x="1183" y="358"/>
                      <a:pt x="1192" y="370"/>
                    </a:cubicBezTo>
                    <a:cubicBezTo>
                      <a:pt x="1204" y="387"/>
                      <a:pt x="1213" y="382"/>
                      <a:pt x="1224" y="368"/>
                    </a:cubicBezTo>
                    <a:cubicBezTo>
                      <a:pt x="1241" y="347"/>
                      <a:pt x="1257" y="324"/>
                      <a:pt x="1278" y="307"/>
                    </a:cubicBezTo>
                    <a:cubicBezTo>
                      <a:pt x="1297" y="291"/>
                      <a:pt x="1310" y="276"/>
                      <a:pt x="1303" y="249"/>
                    </a:cubicBezTo>
                    <a:moveTo>
                      <a:pt x="1318" y="1214"/>
                    </a:moveTo>
                    <a:cubicBezTo>
                      <a:pt x="1350" y="1215"/>
                      <a:pt x="1405" y="1166"/>
                      <a:pt x="1408" y="1133"/>
                    </a:cubicBezTo>
                    <a:cubicBezTo>
                      <a:pt x="1409" y="1128"/>
                      <a:pt x="1407" y="1120"/>
                      <a:pt x="1404" y="1116"/>
                    </a:cubicBezTo>
                    <a:cubicBezTo>
                      <a:pt x="1376" y="1086"/>
                      <a:pt x="1345" y="1058"/>
                      <a:pt x="1303" y="1055"/>
                    </a:cubicBezTo>
                    <a:cubicBezTo>
                      <a:pt x="1288" y="1054"/>
                      <a:pt x="1265" y="1066"/>
                      <a:pt x="1257" y="1079"/>
                    </a:cubicBezTo>
                    <a:cubicBezTo>
                      <a:pt x="1247" y="1096"/>
                      <a:pt x="1246" y="1121"/>
                      <a:pt x="1247" y="1142"/>
                    </a:cubicBezTo>
                    <a:cubicBezTo>
                      <a:pt x="1250" y="1181"/>
                      <a:pt x="1284" y="1214"/>
                      <a:pt x="1318" y="1214"/>
                    </a:cubicBezTo>
                    <a:moveTo>
                      <a:pt x="1773" y="1108"/>
                    </a:moveTo>
                    <a:cubicBezTo>
                      <a:pt x="1824" y="1097"/>
                      <a:pt x="1858" y="1078"/>
                      <a:pt x="1877" y="1041"/>
                    </a:cubicBezTo>
                    <a:cubicBezTo>
                      <a:pt x="1893" y="1010"/>
                      <a:pt x="1879" y="982"/>
                      <a:pt x="1859" y="958"/>
                    </a:cubicBezTo>
                    <a:cubicBezTo>
                      <a:pt x="1837" y="930"/>
                      <a:pt x="1814" y="930"/>
                      <a:pt x="1790" y="954"/>
                    </a:cubicBezTo>
                    <a:cubicBezTo>
                      <a:pt x="1768" y="976"/>
                      <a:pt x="1745" y="998"/>
                      <a:pt x="1726" y="1022"/>
                    </a:cubicBezTo>
                    <a:cubicBezTo>
                      <a:pt x="1717" y="1033"/>
                      <a:pt x="1708" y="1057"/>
                      <a:pt x="1712" y="1061"/>
                    </a:cubicBezTo>
                    <a:cubicBezTo>
                      <a:pt x="1732" y="1081"/>
                      <a:pt x="1756" y="1096"/>
                      <a:pt x="1773" y="1108"/>
                    </a:cubicBezTo>
                    <a:moveTo>
                      <a:pt x="1945" y="314"/>
                    </a:moveTo>
                    <a:cubicBezTo>
                      <a:pt x="1991" y="315"/>
                      <a:pt x="2011" y="299"/>
                      <a:pt x="2022" y="271"/>
                    </a:cubicBezTo>
                    <a:cubicBezTo>
                      <a:pt x="2034" y="243"/>
                      <a:pt x="2022" y="221"/>
                      <a:pt x="2000" y="206"/>
                    </a:cubicBezTo>
                    <a:cubicBezTo>
                      <a:pt x="1918" y="151"/>
                      <a:pt x="1906" y="151"/>
                      <a:pt x="1857" y="223"/>
                    </a:cubicBezTo>
                    <a:cubicBezTo>
                      <a:pt x="1838" y="250"/>
                      <a:pt x="1846" y="281"/>
                      <a:pt x="1876" y="293"/>
                    </a:cubicBezTo>
                    <a:cubicBezTo>
                      <a:pt x="1902" y="305"/>
                      <a:pt x="1931" y="310"/>
                      <a:pt x="1946" y="314"/>
                    </a:cubicBezTo>
                    <a:lnTo>
                      <a:pt x="1945" y="314"/>
                    </a:lnTo>
                    <a:moveTo>
                      <a:pt x="968" y="228"/>
                    </a:moveTo>
                    <a:cubicBezTo>
                      <a:pt x="944" y="229"/>
                      <a:pt x="924" y="239"/>
                      <a:pt x="918" y="269"/>
                    </a:cubicBezTo>
                    <a:cubicBezTo>
                      <a:pt x="911" y="303"/>
                      <a:pt x="920" y="336"/>
                      <a:pt x="951" y="353"/>
                    </a:cubicBezTo>
                    <a:cubicBezTo>
                      <a:pt x="978" y="368"/>
                      <a:pt x="1010" y="374"/>
                      <a:pt x="1037" y="388"/>
                    </a:cubicBezTo>
                    <a:cubicBezTo>
                      <a:pt x="1057" y="397"/>
                      <a:pt x="1064" y="391"/>
                      <a:pt x="1072" y="375"/>
                    </a:cubicBezTo>
                    <a:cubicBezTo>
                      <a:pt x="1101" y="316"/>
                      <a:pt x="1041" y="227"/>
                      <a:pt x="967" y="228"/>
                    </a:cubicBezTo>
                    <a:lnTo>
                      <a:pt x="968" y="228"/>
                    </a:lnTo>
                    <a:moveTo>
                      <a:pt x="1864" y="704"/>
                    </a:moveTo>
                    <a:cubicBezTo>
                      <a:pt x="1865" y="729"/>
                      <a:pt x="1898" y="749"/>
                      <a:pt x="1923" y="773"/>
                    </a:cubicBezTo>
                    <a:cubicBezTo>
                      <a:pt x="1945" y="794"/>
                      <a:pt x="1966" y="788"/>
                      <a:pt x="1981" y="762"/>
                    </a:cubicBezTo>
                    <a:cubicBezTo>
                      <a:pt x="1990" y="745"/>
                      <a:pt x="2002" y="730"/>
                      <a:pt x="2013" y="714"/>
                    </a:cubicBezTo>
                    <a:cubicBezTo>
                      <a:pt x="2016" y="708"/>
                      <a:pt x="2021" y="700"/>
                      <a:pt x="2021" y="694"/>
                    </a:cubicBezTo>
                    <a:cubicBezTo>
                      <a:pt x="2020" y="656"/>
                      <a:pt x="1963" y="608"/>
                      <a:pt x="1922" y="609"/>
                    </a:cubicBezTo>
                    <a:cubicBezTo>
                      <a:pt x="1891" y="610"/>
                      <a:pt x="1866" y="644"/>
                      <a:pt x="1864" y="704"/>
                    </a:cubicBezTo>
                    <a:moveTo>
                      <a:pt x="1449" y="544"/>
                    </a:moveTo>
                    <a:cubicBezTo>
                      <a:pt x="1499" y="516"/>
                      <a:pt x="1542" y="519"/>
                      <a:pt x="1584" y="549"/>
                    </a:cubicBezTo>
                    <a:cubicBezTo>
                      <a:pt x="1594" y="557"/>
                      <a:pt x="1609" y="557"/>
                      <a:pt x="1621" y="558"/>
                    </a:cubicBezTo>
                    <a:cubicBezTo>
                      <a:pt x="1626" y="559"/>
                      <a:pt x="1635" y="556"/>
                      <a:pt x="1635" y="554"/>
                    </a:cubicBezTo>
                    <a:cubicBezTo>
                      <a:pt x="1636" y="528"/>
                      <a:pt x="1647" y="493"/>
                      <a:pt x="1634" y="477"/>
                    </a:cubicBezTo>
                    <a:cubicBezTo>
                      <a:pt x="1618" y="457"/>
                      <a:pt x="1601" y="422"/>
                      <a:pt x="1561" y="429"/>
                    </a:cubicBezTo>
                    <a:cubicBezTo>
                      <a:pt x="1553" y="430"/>
                      <a:pt x="1543" y="421"/>
                      <a:pt x="1534" y="421"/>
                    </a:cubicBezTo>
                    <a:cubicBezTo>
                      <a:pt x="1519" y="421"/>
                      <a:pt x="1502" y="420"/>
                      <a:pt x="1490" y="427"/>
                    </a:cubicBezTo>
                    <a:cubicBezTo>
                      <a:pt x="1447" y="453"/>
                      <a:pt x="1454" y="498"/>
                      <a:pt x="1449" y="544"/>
                    </a:cubicBezTo>
                    <a:moveTo>
                      <a:pt x="2223" y="749"/>
                    </a:moveTo>
                    <a:cubicBezTo>
                      <a:pt x="2257" y="750"/>
                      <a:pt x="2286" y="746"/>
                      <a:pt x="2300" y="711"/>
                    </a:cubicBezTo>
                    <a:cubicBezTo>
                      <a:pt x="2309" y="686"/>
                      <a:pt x="2292" y="652"/>
                      <a:pt x="2258" y="633"/>
                    </a:cubicBezTo>
                    <a:cubicBezTo>
                      <a:pt x="2235" y="620"/>
                      <a:pt x="2209" y="611"/>
                      <a:pt x="2184" y="601"/>
                    </a:cubicBezTo>
                    <a:cubicBezTo>
                      <a:pt x="2178" y="599"/>
                      <a:pt x="2168" y="600"/>
                      <a:pt x="2164" y="604"/>
                    </a:cubicBezTo>
                    <a:cubicBezTo>
                      <a:pt x="2125" y="636"/>
                      <a:pt x="2123" y="699"/>
                      <a:pt x="2163" y="729"/>
                    </a:cubicBezTo>
                    <a:cubicBezTo>
                      <a:pt x="2179" y="741"/>
                      <a:pt x="2203" y="743"/>
                      <a:pt x="2223" y="749"/>
                    </a:cubicBezTo>
                    <a:moveTo>
                      <a:pt x="1519" y="870"/>
                    </a:moveTo>
                    <a:cubicBezTo>
                      <a:pt x="1520" y="834"/>
                      <a:pt x="1488" y="799"/>
                      <a:pt x="1453" y="799"/>
                    </a:cubicBezTo>
                    <a:cubicBezTo>
                      <a:pt x="1412" y="798"/>
                      <a:pt x="1377" y="836"/>
                      <a:pt x="1374" y="886"/>
                    </a:cubicBezTo>
                    <a:cubicBezTo>
                      <a:pt x="1372" y="921"/>
                      <a:pt x="1414" y="962"/>
                      <a:pt x="1453" y="962"/>
                    </a:cubicBezTo>
                    <a:cubicBezTo>
                      <a:pt x="1495" y="963"/>
                      <a:pt x="1517" y="932"/>
                      <a:pt x="1519" y="870"/>
                    </a:cubicBezTo>
                    <a:moveTo>
                      <a:pt x="1830" y="2258"/>
                    </a:moveTo>
                    <a:cubicBezTo>
                      <a:pt x="1836" y="2257"/>
                      <a:pt x="1851" y="2253"/>
                      <a:pt x="1864" y="2247"/>
                    </a:cubicBezTo>
                    <a:cubicBezTo>
                      <a:pt x="1903" y="2230"/>
                      <a:pt x="1919" y="2200"/>
                      <a:pt x="1906" y="2171"/>
                    </a:cubicBezTo>
                    <a:cubicBezTo>
                      <a:pt x="1883" y="2116"/>
                      <a:pt x="1857" y="2103"/>
                      <a:pt x="1810" y="2122"/>
                    </a:cubicBezTo>
                    <a:cubicBezTo>
                      <a:pt x="1801" y="2126"/>
                      <a:pt x="1792" y="2130"/>
                      <a:pt x="1784" y="2135"/>
                    </a:cubicBezTo>
                    <a:cubicBezTo>
                      <a:pt x="1756" y="2154"/>
                      <a:pt x="1735" y="2194"/>
                      <a:pt x="1742" y="2218"/>
                    </a:cubicBezTo>
                    <a:cubicBezTo>
                      <a:pt x="1748" y="2240"/>
                      <a:pt x="1784" y="2259"/>
                      <a:pt x="1830" y="2259"/>
                    </a:cubicBezTo>
                    <a:lnTo>
                      <a:pt x="1830" y="2258"/>
                    </a:lnTo>
                    <a:moveTo>
                      <a:pt x="2158" y="1511"/>
                    </a:moveTo>
                    <a:cubicBezTo>
                      <a:pt x="2156" y="1555"/>
                      <a:pt x="2186" y="1585"/>
                      <a:pt x="2232" y="1586"/>
                    </a:cubicBezTo>
                    <a:cubicBezTo>
                      <a:pt x="2277" y="1588"/>
                      <a:pt x="2314" y="1558"/>
                      <a:pt x="2316" y="1517"/>
                    </a:cubicBezTo>
                    <a:cubicBezTo>
                      <a:pt x="2318" y="1477"/>
                      <a:pt x="2286" y="1444"/>
                      <a:pt x="2243" y="1443"/>
                    </a:cubicBezTo>
                    <a:cubicBezTo>
                      <a:pt x="2187" y="1441"/>
                      <a:pt x="2160" y="1463"/>
                      <a:pt x="2158" y="1511"/>
                    </a:cubicBezTo>
                    <a:moveTo>
                      <a:pt x="1374" y="2450"/>
                    </a:moveTo>
                    <a:cubicBezTo>
                      <a:pt x="1362" y="2441"/>
                      <a:pt x="1350" y="2432"/>
                      <a:pt x="1340" y="2421"/>
                    </a:cubicBezTo>
                    <a:cubicBezTo>
                      <a:pt x="1331" y="2409"/>
                      <a:pt x="1328" y="2390"/>
                      <a:pt x="1317" y="2382"/>
                    </a:cubicBezTo>
                    <a:cubicBezTo>
                      <a:pt x="1302" y="2372"/>
                      <a:pt x="1279" y="2363"/>
                      <a:pt x="1262" y="2367"/>
                    </a:cubicBezTo>
                    <a:cubicBezTo>
                      <a:pt x="1228" y="2376"/>
                      <a:pt x="1190" y="2449"/>
                      <a:pt x="1201" y="2483"/>
                    </a:cubicBezTo>
                    <a:cubicBezTo>
                      <a:pt x="1205" y="2497"/>
                      <a:pt x="1222" y="2515"/>
                      <a:pt x="1236" y="2518"/>
                    </a:cubicBezTo>
                    <a:cubicBezTo>
                      <a:pt x="1276" y="2528"/>
                      <a:pt x="1352" y="2489"/>
                      <a:pt x="1374" y="2450"/>
                    </a:cubicBezTo>
                    <a:moveTo>
                      <a:pt x="836" y="458"/>
                    </a:moveTo>
                    <a:cubicBezTo>
                      <a:pt x="847" y="434"/>
                      <a:pt x="859" y="411"/>
                      <a:pt x="869" y="387"/>
                    </a:cubicBezTo>
                    <a:cubicBezTo>
                      <a:pt x="872" y="380"/>
                      <a:pt x="871" y="367"/>
                      <a:pt x="867" y="362"/>
                    </a:cubicBezTo>
                    <a:cubicBezTo>
                      <a:pt x="852" y="347"/>
                      <a:pt x="836" y="331"/>
                      <a:pt x="817" y="321"/>
                    </a:cubicBezTo>
                    <a:cubicBezTo>
                      <a:pt x="801" y="313"/>
                      <a:pt x="780" y="309"/>
                      <a:pt x="763" y="313"/>
                    </a:cubicBezTo>
                    <a:cubicBezTo>
                      <a:pt x="729" y="320"/>
                      <a:pt x="708" y="355"/>
                      <a:pt x="712" y="386"/>
                    </a:cubicBezTo>
                    <a:cubicBezTo>
                      <a:pt x="717" y="424"/>
                      <a:pt x="751" y="457"/>
                      <a:pt x="786" y="458"/>
                    </a:cubicBezTo>
                    <a:cubicBezTo>
                      <a:pt x="803" y="458"/>
                      <a:pt x="819" y="458"/>
                      <a:pt x="836" y="458"/>
                    </a:cubicBezTo>
                    <a:moveTo>
                      <a:pt x="1612" y="2897"/>
                    </a:moveTo>
                    <a:cubicBezTo>
                      <a:pt x="1649" y="2898"/>
                      <a:pt x="1679" y="2869"/>
                      <a:pt x="1687" y="2831"/>
                    </a:cubicBezTo>
                    <a:cubicBezTo>
                      <a:pt x="1693" y="2799"/>
                      <a:pt x="1671" y="2748"/>
                      <a:pt x="1645" y="2740"/>
                    </a:cubicBezTo>
                    <a:cubicBezTo>
                      <a:pt x="1635" y="2738"/>
                      <a:pt x="1620" y="2741"/>
                      <a:pt x="1612" y="2747"/>
                    </a:cubicBezTo>
                    <a:cubicBezTo>
                      <a:pt x="1591" y="2763"/>
                      <a:pt x="1570" y="2781"/>
                      <a:pt x="1552" y="2800"/>
                    </a:cubicBezTo>
                    <a:cubicBezTo>
                      <a:pt x="1518" y="2835"/>
                      <a:pt x="1525" y="2865"/>
                      <a:pt x="1570" y="2884"/>
                    </a:cubicBezTo>
                    <a:cubicBezTo>
                      <a:pt x="1585" y="2891"/>
                      <a:pt x="1601" y="2894"/>
                      <a:pt x="1612" y="2897"/>
                    </a:cubicBezTo>
                    <a:moveTo>
                      <a:pt x="717" y="1135"/>
                    </a:moveTo>
                    <a:cubicBezTo>
                      <a:pt x="664" y="1119"/>
                      <a:pt x="616" y="1104"/>
                      <a:pt x="561" y="1087"/>
                    </a:cubicBezTo>
                    <a:cubicBezTo>
                      <a:pt x="556" y="1105"/>
                      <a:pt x="543" y="1128"/>
                      <a:pt x="545" y="1149"/>
                    </a:cubicBezTo>
                    <a:cubicBezTo>
                      <a:pt x="547" y="1173"/>
                      <a:pt x="560" y="1198"/>
                      <a:pt x="574" y="1219"/>
                    </a:cubicBezTo>
                    <a:cubicBezTo>
                      <a:pt x="588" y="1238"/>
                      <a:pt x="613" y="1251"/>
                      <a:pt x="638" y="1238"/>
                    </a:cubicBezTo>
                    <a:cubicBezTo>
                      <a:pt x="681" y="1216"/>
                      <a:pt x="709" y="1180"/>
                      <a:pt x="717" y="1135"/>
                    </a:cubicBezTo>
                    <a:moveTo>
                      <a:pt x="2694" y="1160"/>
                    </a:moveTo>
                    <a:cubicBezTo>
                      <a:pt x="2693" y="1198"/>
                      <a:pt x="2717" y="1220"/>
                      <a:pt x="2761" y="1221"/>
                    </a:cubicBezTo>
                    <a:cubicBezTo>
                      <a:pt x="2799" y="1222"/>
                      <a:pt x="2850" y="1166"/>
                      <a:pt x="2850" y="1124"/>
                    </a:cubicBezTo>
                    <a:cubicBezTo>
                      <a:pt x="2849" y="1097"/>
                      <a:pt x="2820" y="1070"/>
                      <a:pt x="2788" y="1073"/>
                    </a:cubicBezTo>
                    <a:cubicBezTo>
                      <a:pt x="2740" y="1077"/>
                      <a:pt x="2691" y="1096"/>
                      <a:pt x="2693" y="1160"/>
                    </a:cubicBezTo>
                    <a:lnTo>
                      <a:pt x="2694" y="1160"/>
                    </a:lnTo>
                    <a:moveTo>
                      <a:pt x="1572" y="1320"/>
                    </a:moveTo>
                    <a:cubicBezTo>
                      <a:pt x="1606" y="1336"/>
                      <a:pt x="1632" y="1350"/>
                      <a:pt x="1659" y="1361"/>
                    </a:cubicBezTo>
                    <a:cubicBezTo>
                      <a:pt x="1667" y="1365"/>
                      <a:pt x="1679" y="1368"/>
                      <a:pt x="1687" y="1364"/>
                    </a:cubicBezTo>
                    <a:cubicBezTo>
                      <a:pt x="1728" y="1345"/>
                      <a:pt x="1737" y="1292"/>
                      <a:pt x="1705" y="1259"/>
                    </a:cubicBezTo>
                    <a:cubicBezTo>
                      <a:pt x="1695" y="1249"/>
                      <a:pt x="1684" y="1240"/>
                      <a:pt x="1674" y="1230"/>
                    </a:cubicBezTo>
                    <a:cubicBezTo>
                      <a:pt x="1649" y="1206"/>
                      <a:pt x="1623" y="1205"/>
                      <a:pt x="1595" y="1224"/>
                    </a:cubicBezTo>
                    <a:cubicBezTo>
                      <a:pt x="1566" y="1243"/>
                      <a:pt x="1562" y="1270"/>
                      <a:pt x="1568" y="1301"/>
                    </a:cubicBezTo>
                    <a:cubicBezTo>
                      <a:pt x="1569" y="1310"/>
                      <a:pt x="1572" y="1319"/>
                      <a:pt x="1572" y="1320"/>
                    </a:cubicBezTo>
                    <a:moveTo>
                      <a:pt x="2679" y="848"/>
                    </a:moveTo>
                    <a:cubicBezTo>
                      <a:pt x="2628" y="848"/>
                      <a:pt x="2602" y="870"/>
                      <a:pt x="2601" y="915"/>
                    </a:cubicBezTo>
                    <a:cubicBezTo>
                      <a:pt x="2601" y="958"/>
                      <a:pt x="2640" y="996"/>
                      <a:pt x="2686" y="997"/>
                    </a:cubicBezTo>
                    <a:cubicBezTo>
                      <a:pt x="2713" y="998"/>
                      <a:pt x="2751" y="954"/>
                      <a:pt x="2752" y="922"/>
                    </a:cubicBezTo>
                    <a:cubicBezTo>
                      <a:pt x="2752" y="879"/>
                      <a:pt x="2722" y="848"/>
                      <a:pt x="2679" y="848"/>
                    </a:cubicBezTo>
                    <a:moveTo>
                      <a:pt x="590" y="1968"/>
                    </a:moveTo>
                    <a:cubicBezTo>
                      <a:pt x="567" y="1953"/>
                      <a:pt x="545" y="1932"/>
                      <a:pt x="519" y="1924"/>
                    </a:cubicBezTo>
                    <a:cubicBezTo>
                      <a:pt x="498" y="1918"/>
                      <a:pt x="468" y="1922"/>
                      <a:pt x="450" y="1933"/>
                    </a:cubicBezTo>
                    <a:cubicBezTo>
                      <a:pt x="421" y="1953"/>
                      <a:pt x="423" y="1991"/>
                      <a:pt x="434" y="2020"/>
                    </a:cubicBezTo>
                    <a:cubicBezTo>
                      <a:pt x="441" y="2039"/>
                      <a:pt x="461" y="2060"/>
                      <a:pt x="480" y="2067"/>
                    </a:cubicBezTo>
                    <a:cubicBezTo>
                      <a:pt x="511" y="2078"/>
                      <a:pt x="533" y="2055"/>
                      <a:pt x="550" y="2031"/>
                    </a:cubicBezTo>
                    <a:cubicBezTo>
                      <a:pt x="563" y="2013"/>
                      <a:pt x="574" y="1994"/>
                      <a:pt x="590" y="1968"/>
                    </a:cubicBezTo>
                    <a:moveTo>
                      <a:pt x="2214" y="912"/>
                    </a:moveTo>
                    <a:cubicBezTo>
                      <a:pt x="2232" y="907"/>
                      <a:pt x="2253" y="903"/>
                      <a:pt x="2271" y="895"/>
                    </a:cubicBezTo>
                    <a:cubicBezTo>
                      <a:pt x="2316" y="876"/>
                      <a:pt x="2320" y="846"/>
                      <a:pt x="2283" y="813"/>
                    </a:cubicBezTo>
                    <a:cubicBezTo>
                      <a:pt x="2262" y="793"/>
                      <a:pt x="2188" y="780"/>
                      <a:pt x="2164" y="798"/>
                    </a:cubicBezTo>
                    <a:cubicBezTo>
                      <a:pt x="2145" y="812"/>
                      <a:pt x="2126" y="834"/>
                      <a:pt x="2123" y="855"/>
                    </a:cubicBezTo>
                    <a:cubicBezTo>
                      <a:pt x="2121" y="867"/>
                      <a:pt x="2148" y="887"/>
                      <a:pt x="2165" y="899"/>
                    </a:cubicBezTo>
                    <a:cubicBezTo>
                      <a:pt x="2177" y="907"/>
                      <a:pt x="2195" y="907"/>
                      <a:pt x="2213" y="912"/>
                    </a:cubicBezTo>
                    <a:lnTo>
                      <a:pt x="2214" y="912"/>
                    </a:lnTo>
                    <a:moveTo>
                      <a:pt x="1131" y="3230"/>
                    </a:moveTo>
                    <a:cubicBezTo>
                      <a:pt x="1109" y="3236"/>
                      <a:pt x="1077" y="3244"/>
                      <a:pt x="1045" y="3254"/>
                    </a:cubicBezTo>
                    <a:cubicBezTo>
                      <a:pt x="1042" y="3255"/>
                      <a:pt x="1037" y="3261"/>
                      <a:pt x="1037" y="3263"/>
                    </a:cubicBezTo>
                    <a:cubicBezTo>
                      <a:pt x="1042" y="3289"/>
                      <a:pt x="1044" y="3315"/>
                      <a:pt x="1054" y="3339"/>
                    </a:cubicBezTo>
                    <a:cubicBezTo>
                      <a:pt x="1064" y="3362"/>
                      <a:pt x="1088" y="3376"/>
                      <a:pt x="1111" y="3365"/>
                    </a:cubicBezTo>
                    <a:cubicBezTo>
                      <a:pt x="1139" y="3352"/>
                      <a:pt x="1168" y="3334"/>
                      <a:pt x="1187" y="3310"/>
                    </a:cubicBezTo>
                    <a:cubicBezTo>
                      <a:pt x="1213" y="3279"/>
                      <a:pt x="1183" y="3230"/>
                      <a:pt x="1131" y="3229"/>
                    </a:cubicBezTo>
                    <a:lnTo>
                      <a:pt x="1131" y="3230"/>
                    </a:lnTo>
                    <a:moveTo>
                      <a:pt x="135" y="2183"/>
                    </a:moveTo>
                    <a:cubicBezTo>
                      <a:pt x="143" y="2241"/>
                      <a:pt x="158" y="2273"/>
                      <a:pt x="203" y="2273"/>
                    </a:cubicBezTo>
                    <a:cubicBezTo>
                      <a:pt x="241" y="2272"/>
                      <a:pt x="287" y="2242"/>
                      <a:pt x="286" y="2218"/>
                    </a:cubicBezTo>
                    <a:cubicBezTo>
                      <a:pt x="286" y="2165"/>
                      <a:pt x="246" y="2129"/>
                      <a:pt x="189" y="2128"/>
                    </a:cubicBezTo>
                    <a:cubicBezTo>
                      <a:pt x="157" y="2127"/>
                      <a:pt x="135" y="2149"/>
                      <a:pt x="135" y="2183"/>
                    </a:cubicBezTo>
                    <a:moveTo>
                      <a:pt x="1751" y="3123"/>
                    </a:moveTo>
                    <a:cubicBezTo>
                      <a:pt x="1705" y="3133"/>
                      <a:pt x="1693" y="3148"/>
                      <a:pt x="1697" y="3191"/>
                    </a:cubicBezTo>
                    <a:cubicBezTo>
                      <a:pt x="1702" y="3246"/>
                      <a:pt x="1747" y="3294"/>
                      <a:pt x="1794" y="3296"/>
                    </a:cubicBezTo>
                    <a:cubicBezTo>
                      <a:pt x="1824" y="3296"/>
                      <a:pt x="1852" y="3265"/>
                      <a:pt x="1859" y="3221"/>
                    </a:cubicBezTo>
                    <a:cubicBezTo>
                      <a:pt x="1805" y="3208"/>
                      <a:pt x="1775" y="3168"/>
                      <a:pt x="1751" y="3123"/>
                    </a:cubicBezTo>
                    <a:moveTo>
                      <a:pt x="2701" y="397"/>
                    </a:moveTo>
                    <a:cubicBezTo>
                      <a:pt x="2685" y="373"/>
                      <a:pt x="2671" y="347"/>
                      <a:pt x="2653" y="326"/>
                    </a:cubicBezTo>
                    <a:cubicBezTo>
                      <a:pt x="2640" y="310"/>
                      <a:pt x="2622" y="293"/>
                      <a:pt x="2597" y="307"/>
                    </a:cubicBezTo>
                    <a:cubicBezTo>
                      <a:pt x="2573" y="319"/>
                      <a:pt x="2564" y="340"/>
                      <a:pt x="2568" y="366"/>
                    </a:cubicBezTo>
                    <a:cubicBezTo>
                      <a:pt x="2571" y="388"/>
                      <a:pt x="2568" y="412"/>
                      <a:pt x="2577" y="430"/>
                    </a:cubicBezTo>
                    <a:cubicBezTo>
                      <a:pt x="2587" y="449"/>
                      <a:pt x="2605" y="469"/>
                      <a:pt x="2624" y="477"/>
                    </a:cubicBezTo>
                    <a:cubicBezTo>
                      <a:pt x="2636" y="482"/>
                      <a:pt x="2661" y="469"/>
                      <a:pt x="2672" y="456"/>
                    </a:cubicBezTo>
                    <a:cubicBezTo>
                      <a:pt x="2685" y="442"/>
                      <a:pt x="2690" y="421"/>
                      <a:pt x="2701" y="397"/>
                    </a:cubicBezTo>
                    <a:moveTo>
                      <a:pt x="763" y="989"/>
                    </a:moveTo>
                    <a:cubicBezTo>
                      <a:pt x="764" y="954"/>
                      <a:pt x="759" y="929"/>
                      <a:pt x="732" y="918"/>
                    </a:cubicBezTo>
                    <a:cubicBezTo>
                      <a:pt x="706" y="907"/>
                      <a:pt x="683" y="915"/>
                      <a:pt x="664" y="935"/>
                    </a:cubicBezTo>
                    <a:cubicBezTo>
                      <a:pt x="659" y="940"/>
                      <a:pt x="651" y="943"/>
                      <a:pt x="649" y="948"/>
                    </a:cubicBezTo>
                    <a:cubicBezTo>
                      <a:pt x="641" y="975"/>
                      <a:pt x="626" y="1005"/>
                      <a:pt x="631" y="1029"/>
                    </a:cubicBezTo>
                    <a:cubicBezTo>
                      <a:pt x="636" y="1047"/>
                      <a:pt x="667" y="1066"/>
                      <a:pt x="690" y="1071"/>
                    </a:cubicBezTo>
                    <a:cubicBezTo>
                      <a:pt x="720" y="1077"/>
                      <a:pt x="741" y="1052"/>
                      <a:pt x="753" y="1024"/>
                    </a:cubicBezTo>
                    <a:cubicBezTo>
                      <a:pt x="759" y="1011"/>
                      <a:pt x="762" y="996"/>
                      <a:pt x="763" y="989"/>
                    </a:cubicBezTo>
                    <a:moveTo>
                      <a:pt x="525" y="2877"/>
                    </a:moveTo>
                    <a:cubicBezTo>
                      <a:pt x="521" y="2878"/>
                      <a:pt x="518" y="2879"/>
                      <a:pt x="514" y="2881"/>
                    </a:cubicBezTo>
                    <a:cubicBezTo>
                      <a:pt x="511" y="2906"/>
                      <a:pt x="505" y="2932"/>
                      <a:pt x="508" y="2957"/>
                    </a:cubicBezTo>
                    <a:cubicBezTo>
                      <a:pt x="513" y="3013"/>
                      <a:pt x="568" y="3059"/>
                      <a:pt x="617" y="3047"/>
                    </a:cubicBezTo>
                    <a:cubicBezTo>
                      <a:pt x="636" y="3043"/>
                      <a:pt x="655" y="3025"/>
                      <a:pt x="665" y="3009"/>
                    </a:cubicBezTo>
                    <a:cubicBezTo>
                      <a:pt x="669" y="3001"/>
                      <a:pt x="655" y="2977"/>
                      <a:pt x="644" y="2967"/>
                    </a:cubicBezTo>
                    <a:cubicBezTo>
                      <a:pt x="606" y="2935"/>
                      <a:pt x="565" y="2907"/>
                      <a:pt x="525" y="2877"/>
                    </a:cubicBezTo>
                    <a:moveTo>
                      <a:pt x="2749" y="501"/>
                    </a:moveTo>
                    <a:cubicBezTo>
                      <a:pt x="2740" y="511"/>
                      <a:pt x="2728" y="527"/>
                      <a:pt x="2712" y="538"/>
                    </a:cubicBezTo>
                    <a:cubicBezTo>
                      <a:pt x="2683" y="559"/>
                      <a:pt x="2692" y="573"/>
                      <a:pt x="2715" y="590"/>
                    </a:cubicBezTo>
                    <a:cubicBezTo>
                      <a:pt x="2733" y="603"/>
                      <a:pt x="2750" y="618"/>
                      <a:pt x="2767" y="632"/>
                    </a:cubicBezTo>
                    <a:cubicBezTo>
                      <a:pt x="2778" y="640"/>
                      <a:pt x="2791" y="659"/>
                      <a:pt x="2798" y="656"/>
                    </a:cubicBezTo>
                    <a:cubicBezTo>
                      <a:pt x="2817" y="649"/>
                      <a:pt x="2842" y="638"/>
                      <a:pt x="2848" y="622"/>
                    </a:cubicBezTo>
                    <a:cubicBezTo>
                      <a:pt x="2872" y="560"/>
                      <a:pt x="2837" y="510"/>
                      <a:pt x="2749" y="501"/>
                    </a:cubicBezTo>
                    <a:moveTo>
                      <a:pt x="1018" y="2711"/>
                    </a:moveTo>
                    <a:cubicBezTo>
                      <a:pt x="1020" y="2678"/>
                      <a:pt x="1003" y="2665"/>
                      <a:pt x="971" y="2676"/>
                    </a:cubicBezTo>
                    <a:cubicBezTo>
                      <a:pt x="961" y="2679"/>
                      <a:pt x="952" y="2684"/>
                      <a:pt x="942" y="2690"/>
                    </a:cubicBezTo>
                    <a:cubicBezTo>
                      <a:pt x="898" y="2713"/>
                      <a:pt x="890" y="2762"/>
                      <a:pt x="870" y="2802"/>
                    </a:cubicBezTo>
                    <a:cubicBezTo>
                      <a:pt x="857" y="2828"/>
                      <a:pt x="889" y="2857"/>
                      <a:pt x="915" y="2847"/>
                    </a:cubicBezTo>
                    <a:cubicBezTo>
                      <a:pt x="965" y="2830"/>
                      <a:pt x="1015" y="2764"/>
                      <a:pt x="1018" y="2711"/>
                    </a:cubicBezTo>
                    <a:moveTo>
                      <a:pt x="430" y="607"/>
                    </a:moveTo>
                    <a:cubicBezTo>
                      <a:pt x="381" y="607"/>
                      <a:pt x="359" y="627"/>
                      <a:pt x="359" y="672"/>
                    </a:cubicBezTo>
                    <a:cubicBezTo>
                      <a:pt x="359" y="697"/>
                      <a:pt x="413" y="757"/>
                      <a:pt x="435" y="756"/>
                    </a:cubicBezTo>
                    <a:cubicBezTo>
                      <a:pt x="470" y="754"/>
                      <a:pt x="507" y="709"/>
                      <a:pt x="507" y="670"/>
                    </a:cubicBezTo>
                    <a:cubicBezTo>
                      <a:pt x="507" y="629"/>
                      <a:pt x="481" y="608"/>
                      <a:pt x="430" y="607"/>
                    </a:cubicBezTo>
                    <a:moveTo>
                      <a:pt x="2084" y="3435"/>
                    </a:moveTo>
                    <a:cubicBezTo>
                      <a:pt x="2122" y="3436"/>
                      <a:pt x="2148" y="3410"/>
                      <a:pt x="2151" y="3371"/>
                    </a:cubicBezTo>
                    <a:cubicBezTo>
                      <a:pt x="2153" y="3340"/>
                      <a:pt x="2109" y="3292"/>
                      <a:pt x="2078" y="3291"/>
                    </a:cubicBezTo>
                    <a:cubicBezTo>
                      <a:pt x="2042" y="3290"/>
                      <a:pt x="1997" y="3333"/>
                      <a:pt x="1996" y="3370"/>
                    </a:cubicBezTo>
                    <a:cubicBezTo>
                      <a:pt x="1994" y="3404"/>
                      <a:pt x="2036" y="3434"/>
                      <a:pt x="2084" y="3435"/>
                    </a:cubicBezTo>
                    <a:moveTo>
                      <a:pt x="851" y="925"/>
                    </a:moveTo>
                    <a:cubicBezTo>
                      <a:pt x="867" y="922"/>
                      <a:pt x="879" y="920"/>
                      <a:pt x="890" y="917"/>
                    </a:cubicBezTo>
                    <a:cubicBezTo>
                      <a:pt x="932" y="904"/>
                      <a:pt x="949" y="885"/>
                      <a:pt x="946" y="856"/>
                    </a:cubicBezTo>
                    <a:cubicBezTo>
                      <a:pt x="942" y="822"/>
                      <a:pt x="915" y="798"/>
                      <a:pt x="879" y="790"/>
                    </a:cubicBezTo>
                    <a:cubicBezTo>
                      <a:pt x="836" y="781"/>
                      <a:pt x="818" y="811"/>
                      <a:pt x="797" y="836"/>
                    </a:cubicBezTo>
                    <a:cubicBezTo>
                      <a:pt x="775" y="861"/>
                      <a:pt x="780" y="895"/>
                      <a:pt x="809" y="911"/>
                    </a:cubicBezTo>
                    <a:cubicBezTo>
                      <a:pt x="822" y="918"/>
                      <a:pt x="839" y="921"/>
                      <a:pt x="851" y="925"/>
                    </a:cubicBezTo>
                    <a:moveTo>
                      <a:pt x="1542" y="1142"/>
                    </a:moveTo>
                    <a:cubicBezTo>
                      <a:pt x="1576" y="1135"/>
                      <a:pt x="1613" y="1120"/>
                      <a:pt x="1637" y="1085"/>
                    </a:cubicBezTo>
                    <a:cubicBezTo>
                      <a:pt x="1642" y="1078"/>
                      <a:pt x="1639" y="1057"/>
                      <a:pt x="1632" y="1052"/>
                    </a:cubicBezTo>
                    <a:cubicBezTo>
                      <a:pt x="1605" y="1035"/>
                      <a:pt x="1577" y="1017"/>
                      <a:pt x="1547" y="1008"/>
                    </a:cubicBezTo>
                    <a:cubicBezTo>
                      <a:pt x="1516" y="999"/>
                      <a:pt x="1478" y="1034"/>
                      <a:pt x="1475" y="1068"/>
                    </a:cubicBezTo>
                    <a:cubicBezTo>
                      <a:pt x="1471" y="1104"/>
                      <a:pt x="1503" y="1142"/>
                      <a:pt x="1542" y="1142"/>
                    </a:cubicBezTo>
                    <a:moveTo>
                      <a:pt x="2804" y="2521"/>
                    </a:moveTo>
                    <a:cubicBezTo>
                      <a:pt x="2805" y="2483"/>
                      <a:pt x="2774" y="2448"/>
                      <a:pt x="2741" y="2447"/>
                    </a:cubicBezTo>
                    <a:cubicBezTo>
                      <a:pt x="2704" y="2446"/>
                      <a:pt x="2666" y="2484"/>
                      <a:pt x="2666" y="2522"/>
                    </a:cubicBezTo>
                    <a:cubicBezTo>
                      <a:pt x="2666" y="2565"/>
                      <a:pt x="2699" y="2600"/>
                      <a:pt x="2741" y="2601"/>
                    </a:cubicBezTo>
                    <a:cubicBezTo>
                      <a:pt x="2775" y="2603"/>
                      <a:pt x="2804" y="2566"/>
                      <a:pt x="2804" y="2521"/>
                    </a:cubicBezTo>
                    <a:moveTo>
                      <a:pt x="2103" y="1438"/>
                    </a:moveTo>
                    <a:cubicBezTo>
                      <a:pt x="2117" y="1420"/>
                      <a:pt x="2135" y="1397"/>
                      <a:pt x="2151" y="1373"/>
                    </a:cubicBezTo>
                    <a:cubicBezTo>
                      <a:pt x="2162" y="1356"/>
                      <a:pt x="2160" y="1338"/>
                      <a:pt x="2142" y="1325"/>
                    </a:cubicBezTo>
                    <a:cubicBezTo>
                      <a:pt x="2107" y="1300"/>
                      <a:pt x="2067" y="1287"/>
                      <a:pt x="2026" y="1293"/>
                    </a:cubicBezTo>
                    <a:cubicBezTo>
                      <a:pt x="2010" y="1295"/>
                      <a:pt x="1995" y="1321"/>
                      <a:pt x="1984" y="1339"/>
                    </a:cubicBezTo>
                    <a:cubicBezTo>
                      <a:pt x="1981" y="1344"/>
                      <a:pt x="1990" y="1362"/>
                      <a:pt x="1998" y="1368"/>
                    </a:cubicBezTo>
                    <a:cubicBezTo>
                      <a:pt x="2030" y="1391"/>
                      <a:pt x="2063" y="1412"/>
                      <a:pt x="2103" y="1438"/>
                    </a:cubicBezTo>
                    <a:moveTo>
                      <a:pt x="1700" y="3340"/>
                    </a:moveTo>
                    <a:cubicBezTo>
                      <a:pt x="1670" y="3362"/>
                      <a:pt x="1646" y="3384"/>
                      <a:pt x="1619" y="3400"/>
                    </a:cubicBezTo>
                    <a:cubicBezTo>
                      <a:pt x="1596" y="3413"/>
                      <a:pt x="1587" y="3436"/>
                      <a:pt x="1610" y="3450"/>
                    </a:cubicBezTo>
                    <a:cubicBezTo>
                      <a:pt x="1635" y="3466"/>
                      <a:pt x="1664" y="3478"/>
                      <a:pt x="1693" y="3483"/>
                    </a:cubicBezTo>
                    <a:cubicBezTo>
                      <a:pt x="1721" y="3489"/>
                      <a:pt x="1758" y="3462"/>
                      <a:pt x="1766" y="3438"/>
                    </a:cubicBezTo>
                    <a:cubicBezTo>
                      <a:pt x="1775" y="3411"/>
                      <a:pt x="1764" y="3381"/>
                      <a:pt x="1734" y="3360"/>
                    </a:cubicBezTo>
                    <a:cubicBezTo>
                      <a:pt x="1722" y="3351"/>
                      <a:pt x="1708" y="3344"/>
                      <a:pt x="1701" y="3339"/>
                    </a:cubicBezTo>
                    <a:lnTo>
                      <a:pt x="1700" y="3340"/>
                    </a:lnTo>
                    <a:moveTo>
                      <a:pt x="918" y="754"/>
                    </a:moveTo>
                    <a:cubicBezTo>
                      <a:pt x="910" y="732"/>
                      <a:pt x="894" y="708"/>
                      <a:pt x="896" y="686"/>
                    </a:cubicBezTo>
                    <a:cubicBezTo>
                      <a:pt x="900" y="653"/>
                      <a:pt x="893" y="632"/>
                      <a:pt x="873" y="606"/>
                    </a:cubicBezTo>
                    <a:cubicBezTo>
                      <a:pt x="850" y="578"/>
                      <a:pt x="840" y="540"/>
                      <a:pt x="822" y="502"/>
                    </a:cubicBezTo>
                    <a:cubicBezTo>
                      <a:pt x="808" y="502"/>
                      <a:pt x="788" y="498"/>
                      <a:pt x="770" y="504"/>
                    </a:cubicBezTo>
                    <a:cubicBezTo>
                      <a:pt x="755" y="508"/>
                      <a:pt x="737" y="521"/>
                      <a:pt x="730" y="535"/>
                    </a:cubicBezTo>
                    <a:cubicBezTo>
                      <a:pt x="724" y="550"/>
                      <a:pt x="729" y="570"/>
                      <a:pt x="729" y="591"/>
                    </a:cubicBezTo>
                    <a:cubicBezTo>
                      <a:pt x="828" y="556"/>
                      <a:pt x="889" y="653"/>
                      <a:pt x="843" y="742"/>
                    </a:cubicBezTo>
                    <a:cubicBezTo>
                      <a:pt x="869" y="746"/>
                      <a:pt x="895" y="751"/>
                      <a:pt x="918" y="754"/>
                    </a:cubicBezTo>
                    <a:moveTo>
                      <a:pt x="1370" y="2320"/>
                    </a:moveTo>
                    <a:lnTo>
                      <a:pt x="1362" y="2315"/>
                    </a:lnTo>
                    <a:cubicBezTo>
                      <a:pt x="1352" y="2334"/>
                      <a:pt x="1354" y="2349"/>
                      <a:pt x="1374" y="2361"/>
                    </a:cubicBezTo>
                    <a:cubicBezTo>
                      <a:pt x="1385" y="2367"/>
                      <a:pt x="1395" y="2377"/>
                      <a:pt x="1403" y="2387"/>
                    </a:cubicBezTo>
                    <a:cubicBezTo>
                      <a:pt x="1431" y="2422"/>
                      <a:pt x="1449" y="2426"/>
                      <a:pt x="1487" y="2405"/>
                    </a:cubicBezTo>
                    <a:cubicBezTo>
                      <a:pt x="1519" y="2387"/>
                      <a:pt x="1533" y="2359"/>
                      <a:pt x="1522" y="2334"/>
                    </a:cubicBezTo>
                    <a:cubicBezTo>
                      <a:pt x="1505" y="2296"/>
                      <a:pt x="1459" y="2269"/>
                      <a:pt x="1428" y="2280"/>
                    </a:cubicBezTo>
                    <a:cubicBezTo>
                      <a:pt x="1420" y="2283"/>
                      <a:pt x="1412" y="2291"/>
                      <a:pt x="1405" y="2296"/>
                    </a:cubicBezTo>
                    <a:cubicBezTo>
                      <a:pt x="1393" y="2304"/>
                      <a:pt x="1381" y="2312"/>
                      <a:pt x="1370" y="2320"/>
                    </a:cubicBezTo>
                    <a:moveTo>
                      <a:pt x="2752" y="2774"/>
                    </a:moveTo>
                    <a:cubicBezTo>
                      <a:pt x="2752" y="2810"/>
                      <a:pt x="2752" y="2839"/>
                      <a:pt x="2783" y="2850"/>
                    </a:cubicBezTo>
                    <a:cubicBezTo>
                      <a:pt x="2815" y="2861"/>
                      <a:pt x="2842" y="2843"/>
                      <a:pt x="2854" y="2818"/>
                    </a:cubicBezTo>
                    <a:cubicBezTo>
                      <a:pt x="2867" y="2791"/>
                      <a:pt x="2875" y="2759"/>
                      <a:pt x="2873" y="2730"/>
                    </a:cubicBezTo>
                    <a:cubicBezTo>
                      <a:pt x="2870" y="2692"/>
                      <a:pt x="2815" y="2678"/>
                      <a:pt x="2786" y="2703"/>
                    </a:cubicBezTo>
                    <a:cubicBezTo>
                      <a:pt x="2761" y="2724"/>
                      <a:pt x="2749" y="2750"/>
                      <a:pt x="2752" y="2774"/>
                    </a:cubicBezTo>
                    <a:moveTo>
                      <a:pt x="2690" y="629"/>
                    </a:moveTo>
                    <a:cubicBezTo>
                      <a:pt x="2670" y="638"/>
                      <a:pt x="2654" y="642"/>
                      <a:pt x="2642" y="651"/>
                    </a:cubicBezTo>
                    <a:cubicBezTo>
                      <a:pt x="2628" y="661"/>
                      <a:pt x="2616" y="674"/>
                      <a:pt x="2608" y="688"/>
                    </a:cubicBezTo>
                    <a:cubicBezTo>
                      <a:pt x="2598" y="704"/>
                      <a:pt x="2586" y="726"/>
                      <a:pt x="2590" y="739"/>
                    </a:cubicBezTo>
                    <a:cubicBezTo>
                      <a:pt x="2597" y="760"/>
                      <a:pt x="2615" y="780"/>
                      <a:pt x="2644" y="778"/>
                    </a:cubicBezTo>
                    <a:cubicBezTo>
                      <a:pt x="2682" y="775"/>
                      <a:pt x="2715" y="759"/>
                      <a:pt x="2732" y="725"/>
                    </a:cubicBezTo>
                    <a:cubicBezTo>
                      <a:pt x="2741" y="707"/>
                      <a:pt x="2738" y="679"/>
                      <a:pt x="2731" y="658"/>
                    </a:cubicBezTo>
                    <a:cubicBezTo>
                      <a:pt x="2726" y="645"/>
                      <a:pt x="2704" y="639"/>
                      <a:pt x="2690" y="629"/>
                    </a:cubicBezTo>
                    <a:moveTo>
                      <a:pt x="2432" y="281"/>
                    </a:moveTo>
                    <a:cubicBezTo>
                      <a:pt x="2389" y="281"/>
                      <a:pt x="2372" y="299"/>
                      <a:pt x="2382" y="340"/>
                    </a:cubicBezTo>
                    <a:cubicBezTo>
                      <a:pt x="2389" y="367"/>
                      <a:pt x="2403" y="394"/>
                      <a:pt x="2417" y="419"/>
                    </a:cubicBezTo>
                    <a:cubicBezTo>
                      <a:pt x="2431" y="443"/>
                      <a:pt x="2489" y="444"/>
                      <a:pt x="2501" y="419"/>
                    </a:cubicBezTo>
                    <a:cubicBezTo>
                      <a:pt x="2515" y="389"/>
                      <a:pt x="2517" y="356"/>
                      <a:pt x="2499" y="325"/>
                    </a:cubicBezTo>
                    <a:cubicBezTo>
                      <a:pt x="2484" y="299"/>
                      <a:pt x="2466" y="277"/>
                      <a:pt x="2433" y="281"/>
                    </a:cubicBezTo>
                    <a:lnTo>
                      <a:pt x="2432" y="281"/>
                    </a:lnTo>
                    <a:moveTo>
                      <a:pt x="623" y="636"/>
                    </a:moveTo>
                    <a:cubicBezTo>
                      <a:pt x="628" y="633"/>
                      <a:pt x="637" y="630"/>
                      <a:pt x="645" y="625"/>
                    </a:cubicBezTo>
                    <a:cubicBezTo>
                      <a:pt x="689" y="601"/>
                      <a:pt x="685" y="554"/>
                      <a:pt x="688" y="516"/>
                    </a:cubicBezTo>
                    <a:cubicBezTo>
                      <a:pt x="692" y="476"/>
                      <a:pt x="646" y="456"/>
                      <a:pt x="610" y="478"/>
                    </a:cubicBezTo>
                    <a:cubicBezTo>
                      <a:pt x="579" y="496"/>
                      <a:pt x="556" y="547"/>
                      <a:pt x="562" y="582"/>
                    </a:cubicBezTo>
                    <a:cubicBezTo>
                      <a:pt x="566" y="610"/>
                      <a:pt x="594" y="637"/>
                      <a:pt x="623" y="636"/>
                    </a:cubicBezTo>
                    <a:moveTo>
                      <a:pt x="2257" y="377"/>
                    </a:moveTo>
                    <a:cubicBezTo>
                      <a:pt x="2290" y="371"/>
                      <a:pt x="2317" y="355"/>
                      <a:pt x="2326" y="319"/>
                    </a:cubicBezTo>
                    <a:cubicBezTo>
                      <a:pt x="2333" y="290"/>
                      <a:pt x="2324" y="262"/>
                      <a:pt x="2300" y="247"/>
                    </a:cubicBezTo>
                    <a:cubicBezTo>
                      <a:pt x="2278" y="232"/>
                      <a:pt x="2251" y="224"/>
                      <a:pt x="2226" y="217"/>
                    </a:cubicBezTo>
                    <a:cubicBezTo>
                      <a:pt x="2205" y="212"/>
                      <a:pt x="2188" y="226"/>
                      <a:pt x="2191" y="245"/>
                    </a:cubicBezTo>
                    <a:cubicBezTo>
                      <a:pt x="2195" y="274"/>
                      <a:pt x="2204" y="303"/>
                      <a:pt x="2216" y="330"/>
                    </a:cubicBezTo>
                    <a:cubicBezTo>
                      <a:pt x="2225" y="347"/>
                      <a:pt x="2243" y="360"/>
                      <a:pt x="2257" y="377"/>
                    </a:cubicBezTo>
                    <a:moveTo>
                      <a:pt x="1320" y="2070"/>
                    </a:moveTo>
                    <a:cubicBezTo>
                      <a:pt x="1300" y="2113"/>
                      <a:pt x="1307" y="2155"/>
                      <a:pt x="1336" y="2176"/>
                    </a:cubicBezTo>
                    <a:cubicBezTo>
                      <a:pt x="1365" y="2197"/>
                      <a:pt x="1398" y="2190"/>
                      <a:pt x="1430" y="2154"/>
                    </a:cubicBezTo>
                    <a:cubicBezTo>
                      <a:pt x="1443" y="2141"/>
                      <a:pt x="1457" y="2126"/>
                      <a:pt x="1461" y="2110"/>
                    </a:cubicBezTo>
                    <a:cubicBezTo>
                      <a:pt x="1465" y="2096"/>
                      <a:pt x="1461" y="2075"/>
                      <a:pt x="1451" y="2065"/>
                    </a:cubicBezTo>
                    <a:cubicBezTo>
                      <a:pt x="1432" y="2043"/>
                      <a:pt x="1389" y="2045"/>
                      <a:pt x="1369" y="2066"/>
                    </a:cubicBezTo>
                    <a:cubicBezTo>
                      <a:pt x="1353" y="2084"/>
                      <a:pt x="1339" y="2089"/>
                      <a:pt x="1320" y="2070"/>
                    </a:cubicBezTo>
                    <a:moveTo>
                      <a:pt x="1616" y="2259"/>
                    </a:moveTo>
                    <a:cubicBezTo>
                      <a:pt x="1574" y="2309"/>
                      <a:pt x="1582" y="2373"/>
                      <a:pt x="1630" y="2404"/>
                    </a:cubicBezTo>
                    <a:cubicBezTo>
                      <a:pt x="1659" y="2423"/>
                      <a:pt x="1686" y="2418"/>
                      <a:pt x="1712" y="2398"/>
                    </a:cubicBezTo>
                    <a:cubicBezTo>
                      <a:pt x="1734" y="2382"/>
                      <a:pt x="1745" y="2358"/>
                      <a:pt x="1729" y="2336"/>
                    </a:cubicBezTo>
                    <a:cubicBezTo>
                      <a:pt x="1712" y="2313"/>
                      <a:pt x="1688" y="2288"/>
                      <a:pt x="1662" y="2282"/>
                    </a:cubicBezTo>
                    <a:cubicBezTo>
                      <a:pt x="1644" y="2278"/>
                      <a:pt x="1626" y="2284"/>
                      <a:pt x="1616" y="2259"/>
                    </a:cubicBezTo>
                    <a:moveTo>
                      <a:pt x="1955" y="1240"/>
                    </a:moveTo>
                    <a:cubicBezTo>
                      <a:pt x="1952" y="1242"/>
                      <a:pt x="1949" y="1243"/>
                      <a:pt x="1946" y="1245"/>
                    </a:cubicBezTo>
                    <a:cubicBezTo>
                      <a:pt x="1929" y="1231"/>
                      <a:pt x="1911" y="1216"/>
                      <a:pt x="1894" y="1202"/>
                    </a:cubicBezTo>
                    <a:cubicBezTo>
                      <a:pt x="1890" y="1198"/>
                      <a:pt x="1884" y="1189"/>
                      <a:pt x="1881" y="1190"/>
                    </a:cubicBezTo>
                    <a:cubicBezTo>
                      <a:pt x="1858" y="1198"/>
                      <a:pt x="1833" y="1204"/>
                      <a:pt x="1816" y="1218"/>
                    </a:cubicBezTo>
                    <a:cubicBezTo>
                      <a:pt x="1803" y="1228"/>
                      <a:pt x="1794" y="1252"/>
                      <a:pt x="1796" y="1268"/>
                    </a:cubicBezTo>
                    <a:cubicBezTo>
                      <a:pt x="1801" y="1307"/>
                      <a:pt x="1836" y="1330"/>
                      <a:pt x="1873" y="1326"/>
                    </a:cubicBezTo>
                    <a:cubicBezTo>
                      <a:pt x="1910" y="1322"/>
                      <a:pt x="1956" y="1273"/>
                      <a:pt x="1955" y="1240"/>
                    </a:cubicBezTo>
                    <a:moveTo>
                      <a:pt x="1664" y="1820"/>
                    </a:moveTo>
                    <a:cubicBezTo>
                      <a:pt x="1653" y="1821"/>
                      <a:pt x="1641" y="1821"/>
                      <a:pt x="1630" y="1824"/>
                    </a:cubicBezTo>
                    <a:cubicBezTo>
                      <a:pt x="1598" y="1833"/>
                      <a:pt x="1573" y="1875"/>
                      <a:pt x="1581" y="1903"/>
                    </a:cubicBezTo>
                    <a:cubicBezTo>
                      <a:pt x="1589" y="1932"/>
                      <a:pt x="1626" y="1953"/>
                      <a:pt x="1657" y="1941"/>
                    </a:cubicBezTo>
                    <a:cubicBezTo>
                      <a:pt x="1680" y="1932"/>
                      <a:pt x="1704" y="1919"/>
                      <a:pt x="1722" y="1901"/>
                    </a:cubicBezTo>
                    <a:cubicBezTo>
                      <a:pt x="1753" y="1871"/>
                      <a:pt x="1740" y="1835"/>
                      <a:pt x="1697" y="1824"/>
                    </a:cubicBezTo>
                    <a:cubicBezTo>
                      <a:pt x="1687" y="1821"/>
                      <a:pt x="1676" y="1821"/>
                      <a:pt x="1664" y="1820"/>
                    </a:cubicBezTo>
                    <a:moveTo>
                      <a:pt x="2390" y="1333"/>
                    </a:moveTo>
                    <a:cubicBezTo>
                      <a:pt x="2351" y="1333"/>
                      <a:pt x="2323" y="1364"/>
                      <a:pt x="2323" y="1408"/>
                    </a:cubicBezTo>
                    <a:cubicBezTo>
                      <a:pt x="2323" y="1435"/>
                      <a:pt x="2353" y="1469"/>
                      <a:pt x="2377" y="1468"/>
                    </a:cubicBezTo>
                    <a:cubicBezTo>
                      <a:pt x="2417" y="1467"/>
                      <a:pt x="2470" y="1426"/>
                      <a:pt x="2471" y="1395"/>
                    </a:cubicBezTo>
                    <a:cubicBezTo>
                      <a:pt x="2472" y="1360"/>
                      <a:pt x="2437" y="1333"/>
                      <a:pt x="2390" y="1333"/>
                    </a:cubicBezTo>
                    <a:moveTo>
                      <a:pt x="2444" y="1676"/>
                    </a:moveTo>
                    <a:cubicBezTo>
                      <a:pt x="2462" y="1670"/>
                      <a:pt x="2479" y="1666"/>
                      <a:pt x="2493" y="1657"/>
                    </a:cubicBezTo>
                    <a:cubicBezTo>
                      <a:pt x="2534" y="1630"/>
                      <a:pt x="2532" y="1601"/>
                      <a:pt x="2493" y="1573"/>
                    </a:cubicBezTo>
                    <a:cubicBezTo>
                      <a:pt x="2457" y="1549"/>
                      <a:pt x="2421" y="1554"/>
                      <a:pt x="2385" y="1569"/>
                    </a:cubicBezTo>
                    <a:cubicBezTo>
                      <a:pt x="2350" y="1583"/>
                      <a:pt x="2343" y="1630"/>
                      <a:pt x="2374" y="1650"/>
                    </a:cubicBezTo>
                    <a:cubicBezTo>
                      <a:pt x="2395" y="1662"/>
                      <a:pt x="2420" y="1667"/>
                      <a:pt x="2444" y="1676"/>
                    </a:cubicBezTo>
                    <a:moveTo>
                      <a:pt x="182" y="2078"/>
                    </a:moveTo>
                    <a:cubicBezTo>
                      <a:pt x="170" y="2051"/>
                      <a:pt x="156" y="2019"/>
                      <a:pt x="142" y="1987"/>
                    </a:cubicBezTo>
                    <a:cubicBezTo>
                      <a:pt x="133" y="1965"/>
                      <a:pt x="81" y="1950"/>
                      <a:pt x="69" y="1970"/>
                    </a:cubicBezTo>
                    <a:cubicBezTo>
                      <a:pt x="54" y="1996"/>
                      <a:pt x="42" y="2026"/>
                      <a:pt x="40" y="2056"/>
                    </a:cubicBezTo>
                    <a:cubicBezTo>
                      <a:pt x="37" y="2088"/>
                      <a:pt x="94" y="2121"/>
                      <a:pt x="118" y="2108"/>
                    </a:cubicBezTo>
                    <a:cubicBezTo>
                      <a:pt x="140" y="2097"/>
                      <a:pt x="164" y="2087"/>
                      <a:pt x="182" y="2078"/>
                    </a:cubicBezTo>
                    <a:moveTo>
                      <a:pt x="2020" y="2088"/>
                    </a:moveTo>
                    <a:cubicBezTo>
                      <a:pt x="1991" y="2085"/>
                      <a:pt x="1963" y="2096"/>
                      <a:pt x="1956" y="2122"/>
                    </a:cubicBezTo>
                    <a:cubicBezTo>
                      <a:pt x="1951" y="2140"/>
                      <a:pt x="1963" y="2166"/>
                      <a:pt x="1974" y="2185"/>
                    </a:cubicBezTo>
                    <a:cubicBezTo>
                      <a:pt x="1989" y="2213"/>
                      <a:pt x="2022" y="2223"/>
                      <a:pt x="2050" y="2214"/>
                    </a:cubicBezTo>
                    <a:cubicBezTo>
                      <a:pt x="2074" y="2206"/>
                      <a:pt x="2110" y="2160"/>
                      <a:pt x="2105" y="2140"/>
                    </a:cubicBezTo>
                    <a:cubicBezTo>
                      <a:pt x="2097" y="2108"/>
                      <a:pt x="2070" y="2098"/>
                      <a:pt x="2042" y="2090"/>
                    </a:cubicBezTo>
                    <a:cubicBezTo>
                      <a:pt x="2035" y="2088"/>
                      <a:pt x="2027" y="2089"/>
                      <a:pt x="2020" y="2088"/>
                    </a:cubicBezTo>
                    <a:moveTo>
                      <a:pt x="2460" y="1065"/>
                    </a:moveTo>
                    <a:cubicBezTo>
                      <a:pt x="2459" y="1010"/>
                      <a:pt x="2408" y="970"/>
                      <a:pt x="2363" y="978"/>
                    </a:cubicBezTo>
                    <a:cubicBezTo>
                      <a:pt x="2303" y="988"/>
                      <a:pt x="2292" y="1018"/>
                      <a:pt x="2330" y="1064"/>
                    </a:cubicBezTo>
                    <a:cubicBezTo>
                      <a:pt x="2342" y="1078"/>
                      <a:pt x="2355" y="1095"/>
                      <a:pt x="2370" y="1100"/>
                    </a:cubicBezTo>
                    <a:cubicBezTo>
                      <a:pt x="2388" y="1106"/>
                      <a:pt x="2412" y="1104"/>
                      <a:pt x="2430" y="1097"/>
                    </a:cubicBezTo>
                    <a:cubicBezTo>
                      <a:pt x="2445" y="1091"/>
                      <a:pt x="2454" y="1072"/>
                      <a:pt x="2460" y="1065"/>
                    </a:cubicBezTo>
                    <a:moveTo>
                      <a:pt x="1918" y="2358"/>
                    </a:moveTo>
                    <a:cubicBezTo>
                      <a:pt x="1918" y="2410"/>
                      <a:pt x="1941" y="2434"/>
                      <a:pt x="1990" y="2430"/>
                    </a:cubicBezTo>
                    <a:cubicBezTo>
                      <a:pt x="2036" y="2427"/>
                      <a:pt x="2061" y="2399"/>
                      <a:pt x="2055" y="2356"/>
                    </a:cubicBezTo>
                    <a:cubicBezTo>
                      <a:pt x="2051" y="2323"/>
                      <a:pt x="2030" y="2309"/>
                      <a:pt x="1977" y="2303"/>
                    </a:cubicBezTo>
                    <a:cubicBezTo>
                      <a:pt x="1934" y="2299"/>
                      <a:pt x="1919" y="2313"/>
                      <a:pt x="1918" y="2357"/>
                    </a:cubicBezTo>
                    <a:lnTo>
                      <a:pt x="1918" y="2358"/>
                    </a:lnTo>
                    <a:moveTo>
                      <a:pt x="1166" y="2025"/>
                    </a:moveTo>
                    <a:cubicBezTo>
                      <a:pt x="1166" y="2069"/>
                      <a:pt x="1200" y="2094"/>
                      <a:pt x="1240" y="2075"/>
                    </a:cubicBezTo>
                    <a:cubicBezTo>
                      <a:pt x="1280" y="2056"/>
                      <a:pt x="1299" y="2021"/>
                      <a:pt x="1304" y="1980"/>
                    </a:cubicBezTo>
                    <a:cubicBezTo>
                      <a:pt x="1305" y="1968"/>
                      <a:pt x="1289" y="1947"/>
                      <a:pt x="1277" y="1943"/>
                    </a:cubicBezTo>
                    <a:cubicBezTo>
                      <a:pt x="1232" y="1926"/>
                      <a:pt x="1167" y="1977"/>
                      <a:pt x="1166" y="2025"/>
                    </a:cubicBezTo>
                    <a:moveTo>
                      <a:pt x="3136" y="1015"/>
                    </a:moveTo>
                    <a:cubicBezTo>
                      <a:pt x="3138" y="982"/>
                      <a:pt x="3114" y="946"/>
                      <a:pt x="3083" y="939"/>
                    </a:cubicBezTo>
                    <a:cubicBezTo>
                      <a:pt x="3047" y="932"/>
                      <a:pt x="3041" y="964"/>
                      <a:pt x="3030" y="985"/>
                    </a:cubicBezTo>
                    <a:cubicBezTo>
                      <a:pt x="3022" y="1001"/>
                      <a:pt x="3014" y="1019"/>
                      <a:pt x="3016" y="1034"/>
                    </a:cubicBezTo>
                    <a:cubicBezTo>
                      <a:pt x="3019" y="1053"/>
                      <a:pt x="3029" y="1073"/>
                      <a:pt x="3043" y="1085"/>
                    </a:cubicBezTo>
                    <a:cubicBezTo>
                      <a:pt x="3052" y="1094"/>
                      <a:pt x="3076" y="1098"/>
                      <a:pt x="3086" y="1093"/>
                    </a:cubicBezTo>
                    <a:cubicBezTo>
                      <a:pt x="3115" y="1076"/>
                      <a:pt x="3135" y="1051"/>
                      <a:pt x="3136" y="1015"/>
                    </a:cubicBezTo>
                    <a:moveTo>
                      <a:pt x="1325" y="2851"/>
                    </a:moveTo>
                    <a:cubicBezTo>
                      <a:pt x="1339" y="2875"/>
                      <a:pt x="1347" y="2906"/>
                      <a:pt x="1368" y="2921"/>
                    </a:cubicBezTo>
                    <a:cubicBezTo>
                      <a:pt x="1389" y="2937"/>
                      <a:pt x="1417" y="2921"/>
                      <a:pt x="1432" y="2899"/>
                    </a:cubicBezTo>
                    <a:cubicBezTo>
                      <a:pt x="1450" y="2874"/>
                      <a:pt x="1478" y="2849"/>
                      <a:pt x="1461" y="2813"/>
                    </a:cubicBezTo>
                    <a:cubicBezTo>
                      <a:pt x="1449" y="2785"/>
                      <a:pt x="1403" y="2780"/>
                      <a:pt x="1350" y="2802"/>
                    </a:cubicBezTo>
                    <a:cubicBezTo>
                      <a:pt x="1339" y="2807"/>
                      <a:pt x="1335" y="2830"/>
                      <a:pt x="1325" y="2851"/>
                    </a:cubicBezTo>
                    <a:moveTo>
                      <a:pt x="1510" y="307"/>
                    </a:moveTo>
                    <a:cubicBezTo>
                      <a:pt x="1513" y="321"/>
                      <a:pt x="1515" y="337"/>
                      <a:pt x="1520" y="351"/>
                    </a:cubicBezTo>
                    <a:cubicBezTo>
                      <a:pt x="1530" y="377"/>
                      <a:pt x="1554" y="386"/>
                      <a:pt x="1580" y="388"/>
                    </a:cubicBezTo>
                    <a:cubicBezTo>
                      <a:pt x="1605" y="389"/>
                      <a:pt x="1611" y="369"/>
                      <a:pt x="1617" y="350"/>
                    </a:cubicBezTo>
                    <a:cubicBezTo>
                      <a:pt x="1630" y="310"/>
                      <a:pt x="1617" y="273"/>
                      <a:pt x="1598" y="239"/>
                    </a:cubicBezTo>
                    <a:cubicBezTo>
                      <a:pt x="1588" y="221"/>
                      <a:pt x="1570" y="217"/>
                      <a:pt x="1551" y="232"/>
                    </a:cubicBezTo>
                    <a:cubicBezTo>
                      <a:pt x="1527" y="251"/>
                      <a:pt x="1510" y="273"/>
                      <a:pt x="1510" y="307"/>
                    </a:cubicBezTo>
                    <a:moveTo>
                      <a:pt x="1374" y="1928"/>
                    </a:moveTo>
                    <a:cubicBezTo>
                      <a:pt x="1407" y="1928"/>
                      <a:pt x="1444" y="1905"/>
                      <a:pt x="1457" y="1875"/>
                    </a:cubicBezTo>
                    <a:cubicBezTo>
                      <a:pt x="1471" y="1843"/>
                      <a:pt x="1453" y="1806"/>
                      <a:pt x="1418" y="1790"/>
                    </a:cubicBezTo>
                    <a:cubicBezTo>
                      <a:pt x="1389" y="1778"/>
                      <a:pt x="1361" y="1791"/>
                      <a:pt x="1348" y="1824"/>
                    </a:cubicBezTo>
                    <a:cubicBezTo>
                      <a:pt x="1341" y="1842"/>
                      <a:pt x="1336" y="1862"/>
                      <a:pt x="1333" y="1881"/>
                    </a:cubicBezTo>
                    <a:cubicBezTo>
                      <a:pt x="1327" y="1918"/>
                      <a:pt x="1337" y="1927"/>
                      <a:pt x="1374" y="1928"/>
                    </a:cubicBezTo>
                    <a:moveTo>
                      <a:pt x="1763" y="1711"/>
                    </a:moveTo>
                    <a:cubicBezTo>
                      <a:pt x="1764" y="1664"/>
                      <a:pt x="1733" y="1633"/>
                      <a:pt x="1687" y="1633"/>
                    </a:cubicBezTo>
                    <a:cubicBezTo>
                      <a:pt x="1660" y="1633"/>
                      <a:pt x="1632" y="1673"/>
                      <a:pt x="1631" y="1714"/>
                    </a:cubicBezTo>
                    <a:cubicBezTo>
                      <a:pt x="1631" y="1743"/>
                      <a:pt x="1671" y="1769"/>
                      <a:pt x="1715" y="1769"/>
                    </a:cubicBezTo>
                    <a:cubicBezTo>
                      <a:pt x="1743" y="1769"/>
                      <a:pt x="1763" y="1745"/>
                      <a:pt x="1763" y="1711"/>
                    </a:cubicBezTo>
                    <a:moveTo>
                      <a:pt x="169" y="1404"/>
                    </a:moveTo>
                    <a:cubicBezTo>
                      <a:pt x="171" y="1408"/>
                      <a:pt x="175" y="1421"/>
                      <a:pt x="184" y="1429"/>
                    </a:cubicBezTo>
                    <a:cubicBezTo>
                      <a:pt x="198" y="1441"/>
                      <a:pt x="210" y="1430"/>
                      <a:pt x="223" y="1420"/>
                    </a:cubicBezTo>
                    <a:cubicBezTo>
                      <a:pt x="243" y="1404"/>
                      <a:pt x="265" y="1390"/>
                      <a:pt x="288" y="1379"/>
                    </a:cubicBezTo>
                    <a:cubicBezTo>
                      <a:pt x="317" y="1364"/>
                      <a:pt x="312" y="1342"/>
                      <a:pt x="308" y="1318"/>
                    </a:cubicBezTo>
                    <a:cubicBezTo>
                      <a:pt x="304" y="1296"/>
                      <a:pt x="294" y="1284"/>
                      <a:pt x="269" y="1285"/>
                    </a:cubicBezTo>
                    <a:cubicBezTo>
                      <a:pt x="214" y="1289"/>
                      <a:pt x="172" y="1334"/>
                      <a:pt x="169" y="1404"/>
                    </a:cubicBezTo>
                    <a:moveTo>
                      <a:pt x="2736" y="2330"/>
                    </a:moveTo>
                    <a:cubicBezTo>
                      <a:pt x="2737" y="2300"/>
                      <a:pt x="2711" y="2282"/>
                      <a:pt x="2679" y="2293"/>
                    </a:cubicBezTo>
                    <a:cubicBezTo>
                      <a:pt x="2655" y="2301"/>
                      <a:pt x="2629" y="2312"/>
                      <a:pt x="2611" y="2329"/>
                    </a:cubicBezTo>
                    <a:cubicBezTo>
                      <a:pt x="2599" y="2340"/>
                      <a:pt x="2592" y="2364"/>
                      <a:pt x="2594" y="2381"/>
                    </a:cubicBezTo>
                    <a:cubicBezTo>
                      <a:pt x="2594" y="2393"/>
                      <a:pt x="2610" y="2409"/>
                      <a:pt x="2623" y="2414"/>
                    </a:cubicBezTo>
                    <a:cubicBezTo>
                      <a:pt x="2670" y="2434"/>
                      <a:pt x="2736" y="2384"/>
                      <a:pt x="2736" y="2330"/>
                    </a:cubicBezTo>
                    <a:moveTo>
                      <a:pt x="2158" y="3087"/>
                    </a:moveTo>
                    <a:cubicBezTo>
                      <a:pt x="2153" y="3084"/>
                      <a:pt x="2150" y="3082"/>
                      <a:pt x="2149" y="3083"/>
                    </a:cubicBezTo>
                    <a:cubicBezTo>
                      <a:pt x="2098" y="3114"/>
                      <a:pt x="2048" y="3145"/>
                      <a:pt x="1998" y="3177"/>
                    </a:cubicBezTo>
                    <a:cubicBezTo>
                      <a:pt x="1993" y="3181"/>
                      <a:pt x="1991" y="3193"/>
                      <a:pt x="1992" y="3200"/>
                    </a:cubicBezTo>
                    <a:cubicBezTo>
                      <a:pt x="1998" y="3240"/>
                      <a:pt x="2036" y="3259"/>
                      <a:pt x="2066" y="3231"/>
                    </a:cubicBezTo>
                    <a:cubicBezTo>
                      <a:pt x="2099" y="3200"/>
                      <a:pt x="2123" y="3160"/>
                      <a:pt x="2150" y="3122"/>
                    </a:cubicBezTo>
                    <a:cubicBezTo>
                      <a:pt x="2157" y="3113"/>
                      <a:pt x="2156" y="3098"/>
                      <a:pt x="2158" y="3087"/>
                    </a:cubicBezTo>
                    <a:moveTo>
                      <a:pt x="2400" y="2347"/>
                    </a:moveTo>
                    <a:cubicBezTo>
                      <a:pt x="2401" y="2315"/>
                      <a:pt x="2382" y="2286"/>
                      <a:pt x="2358" y="2283"/>
                    </a:cubicBezTo>
                    <a:cubicBezTo>
                      <a:pt x="2329" y="2279"/>
                      <a:pt x="2313" y="2299"/>
                      <a:pt x="2306" y="2321"/>
                    </a:cubicBezTo>
                    <a:cubicBezTo>
                      <a:pt x="2296" y="2350"/>
                      <a:pt x="2289" y="2379"/>
                      <a:pt x="2286" y="2409"/>
                    </a:cubicBezTo>
                    <a:cubicBezTo>
                      <a:pt x="2282" y="2439"/>
                      <a:pt x="2311" y="2455"/>
                      <a:pt x="2338" y="2441"/>
                    </a:cubicBezTo>
                    <a:cubicBezTo>
                      <a:pt x="2377" y="2421"/>
                      <a:pt x="2397" y="2388"/>
                      <a:pt x="2400" y="2347"/>
                    </a:cubicBezTo>
                    <a:moveTo>
                      <a:pt x="1151" y="3115"/>
                    </a:moveTo>
                    <a:cubicBezTo>
                      <a:pt x="1150" y="3085"/>
                      <a:pt x="1115" y="3053"/>
                      <a:pt x="1082" y="3053"/>
                    </a:cubicBezTo>
                    <a:cubicBezTo>
                      <a:pt x="1055" y="3053"/>
                      <a:pt x="1011" y="3101"/>
                      <a:pt x="1011" y="3131"/>
                    </a:cubicBezTo>
                    <a:cubicBezTo>
                      <a:pt x="1010" y="3151"/>
                      <a:pt x="1045" y="3191"/>
                      <a:pt x="1064" y="3190"/>
                    </a:cubicBezTo>
                    <a:cubicBezTo>
                      <a:pt x="1099" y="3189"/>
                      <a:pt x="1152" y="3144"/>
                      <a:pt x="1151" y="3115"/>
                    </a:cubicBezTo>
                    <a:moveTo>
                      <a:pt x="1231" y="900"/>
                    </a:moveTo>
                    <a:cubicBezTo>
                      <a:pt x="1236" y="912"/>
                      <a:pt x="1238" y="934"/>
                      <a:pt x="1247" y="936"/>
                    </a:cubicBezTo>
                    <a:cubicBezTo>
                      <a:pt x="1259" y="940"/>
                      <a:pt x="1277" y="932"/>
                      <a:pt x="1291" y="924"/>
                    </a:cubicBezTo>
                    <a:cubicBezTo>
                      <a:pt x="1332" y="902"/>
                      <a:pt x="1333" y="859"/>
                      <a:pt x="1341" y="821"/>
                    </a:cubicBezTo>
                    <a:cubicBezTo>
                      <a:pt x="1345" y="800"/>
                      <a:pt x="1314" y="770"/>
                      <a:pt x="1291" y="767"/>
                    </a:cubicBezTo>
                    <a:cubicBezTo>
                      <a:pt x="1264" y="764"/>
                      <a:pt x="1255" y="785"/>
                      <a:pt x="1249" y="804"/>
                    </a:cubicBezTo>
                    <a:cubicBezTo>
                      <a:pt x="1241" y="834"/>
                      <a:pt x="1237" y="866"/>
                      <a:pt x="1231" y="900"/>
                    </a:cubicBezTo>
                    <a:moveTo>
                      <a:pt x="2423" y="3308"/>
                    </a:moveTo>
                    <a:cubicBezTo>
                      <a:pt x="2407" y="3295"/>
                      <a:pt x="2394" y="3285"/>
                      <a:pt x="2383" y="3275"/>
                    </a:cubicBezTo>
                    <a:cubicBezTo>
                      <a:pt x="2378" y="3270"/>
                      <a:pt x="2376" y="3262"/>
                      <a:pt x="2371" y="3256"/>
                    </a:cubicBezTo>
                    <a:cubicBezTo>
                      <a:pt x="2352" y="3233"/>
                      <a:pt x="2344" y="3235"/>
                      <a:pt x="2328" y="3260"/>
                    </a:cubicBezTo>
                    <a:cubicBezTo>
                      <a:pt x="2318" y="3277"/>
                      <a:pt x="2306" y="3294"/>
                      <a:pt x="2291" y="3307"/>
                    </a:cubicBezTo>
                    <a:cubicBezTo>
                      <a:pt x="2260" y="3333"/>
                      <a:pt x="2262" y="3358"/>
                      <a:pt x="2299" y="3375"/>
                    </a:cubicBezTo>
                    <a:cubicBezTo>
                      <a:pt x="2355" y="3399"/>
                      <a:pt x="2413" y="3363"/>
                      <a:pt x="2423" y="3308"/>
                    </a:cubicBezTo>
                    <a:moveTo>
                      <a:pt x="3118" y="1379"/>
                    </a:moveTo>
                    <a:cubicBezTo>
                      <a:pt x="3118" y="1381"/>
                      <a:pt x="3118" y="1383"/>
                      <a:pt x="3117" y="1384"/>
                    </a:cubicBezTo>
                    <a:cubicBezTo>
                      <a:pt x="3106" y="1384"/>
                      <a:pt x="3095" y="1386"/>
                      <a:pt x="3085" y="1384"/>
                    </a:cubicBezTo>
                    <a:cubicBezTo>
                      <a:pt x="3061" y="1381"/>
                      <a:pt x="3056" y="1397"/>
                      <a:pt x="3062" y="1411"/>
                    </a:cubicBezTo>
                    <a:cubicBezTo>
                      <a:pt x="3075" y="1441"/>
                      <a:pt x="3087" y="1478"/>
                      <a:pt x="3111" y="1494"/>
                    </a:cubicBezTo>
                    <a:cubicBezTo>
                      <a:pt x="3138" y="1512"/>
                      <a:pt x="3165" y="1479"/>
                      <a:pt x="3189" y="1462"/>
                    </a:cubicBezTo>
                    <a:cubicBezTo>
                      <a:pt x="3194" y="1458"/>
                      <a:pt x="3199" y="1453"/>
                      <a:pt x="3203" y="1448"/>
                    </a:cubicBezTo>
                    <a:cubicBezTo>
                      <a:pt x="3220" y="1426"/>
                      <a:pt x="3216" y="1402"/>
                      <a:pt x="3190" y="1393"/>
                    </a:cubicBezTo>
                    <a:cubicBezTo>
                      <a:pt x="3168" y="1384"/>
                      <a:pt x="3142" y="1383"/>
                      <a:pt x="3118" y="1379"/>
                    </a:cubicBezTo>
                    <a:moveTo>
                      <a:pt x="3164" y="1835"/>
                    </a:moveTo>
                    <a:cubicBezTo>
                      <a:pt x="3154" y="1813"/>
                      <a:pt x="3147" y="1791"/>
                      <a:pt x="3135" y="1774"/>
                    </a:cubicBezTo>
                    <a:cubicBezTo>
                      <a:pt x="3116" y="1748"/>
                      <a:pt x="3089" y="1749"/>
                      <a:pt x="3080" y="1779"/>
                    </a:cubicBezTo>
                    <a:cubicBezTo>
                      <a:pt x="3069" y="1818"/>
                      <a:pt x="3068" y="1861"/>
                      <a:pt x="3068" y="1902"/>
                    </a:cubicBezTo>
                    <a:cubicBezTo>
                      <a:pt x="3068" y="1911"/>
                      <a:pt x="3086" y="1926"/>
                      <a:pt x="3099" y="1929"/>
                    </a:cubicBezTo>
                    <a:cubicBezTo>
                      <a:pt x="3109" y="1931"/>
                      <a:pt x="3128" y="1922"/>
                      <a:pt x="3133" y="1912"/>
                    </a:cubicBezTo>
                    <a:cubicBezTo>
                      <a:pt x="3146" y="1889"/>
                      <a:pt x="3153" y="1863"/>
                      <a:pt x="3164" y="1835"/>
                    </a:cubicBezTo>
                    <a:moveTo>
                      <a:pt x="1577" y="2120"/>
                    </a:moveTo>
                    <a:cubicBezTo>
                      <a:pt x="1582" y="2125"/>
                      <a:pt x="1591" y="2144"/>
                      <a:pt x="1604" y="2147"/>
                    </a:cubicBezTo>
                    <a:cubicBezTo>
                      <a:pt x="1641" y="2158"/>
                      <a:pt x="1693" y="2124"/>
                      <a:pt x="1705" y="2087"/>
                    </a:cubicBezTo>
                    <a:cubicBezTo>
                      <a:pt x="1716" y="2052"/>
                      <a:pt x="1692" y="2013"/>
                      <a:pt x="1662" y="2016"/>
                    </a:cubicBezTo>
                    <a:cubicBezTo>
                      <a:pt x="1613" y="2021"/>
                      <a:pt x="1578" y="2059"/>
                      <a:pt x="1577" y="2120"/>
                    </a:cubicBezTo>
                    <a:moveTo>
                      <a:pt x="2983" y="813"/>
                    </a:moveTo>
                    <a:cubicBezTo>
                      <a:pt x="2980" y="815"/>
                      <a:pt x="2977" y="816"/>
                      <a:pt x="2975" y="818"/>
                    </a:cubicBezTo>
                    <a:cubicBezTo>
                      <a:pt x="2988" y="836"/>
                      <a:pt x="2997" y="863"/>
                      <a:pt x="3015" y="869"/>
                    </a:cubicBezTo>
                    <a:cubicBezTo>
                      <a:pt x="3030" y="875"/>
                      <a:pt x="3056" y="860"/>
                      <a:pt x="3073" y="848"/>
                    </a:cubicBezTo>
                    <a:cubicBezTo>
                      <a:pt x="3085" y="838"/>
                      <a:pt x="3092" y="819"/>
                      <a:pt x="3097" y="803"/>
                    </a:cubicBezTo>
                    <a:cubicBezTo>
                      <a:pt x="3103" y="784"/>
                      <a:pt x="3104" y="761"/>
                      <a:pt x="3083" y="752"/>
                    </a:cubicBezTo>
                    <a:cubicBezTo>
                      <a:pt x="3060" y="742"/>
                      <a:pt x="3034" y="739"/>
                      <a:pt x="3010" y="734"/>
                    </a:cubicBezTo>
                    <a:cubicBezTo>
                      <a:pt x="3007" y="734"/>
                      <a:pt x="3001" y="739"/>
                      <a:pt x="3000" y="742"/>
                    </a:cubicBezTo>
                    <a:cubicBezTo>
                      <a:pt x="2994" y="765"/>
                      <a:pt x="2989" y="789"/>
                      <a:pt x="2983" y="813"/>
                    </a:cubicBezTo>
                    <a:moveTo>
                      <a:pt x="1506" y="2741"/>
                    </a:moveTo>
                    <a:cubicBezTo>
                      <a:pt x="1541" y="2740"/>
                      <a:pt x="1568" y="2710"/>
                      <a:pt x="1592" y="2675"/>
                    </a:cubicBezTo>
                    <a:cubicBezTo>
                      <a:pt x="1609" y="2653"/>
                      <a:pt x="1599" y="2640"/>
                      <a:pt x="1577" y="2631"/>
                    </a:cubicBezTo>
                    <a:cubicBezTo>
                      <a:pt x="1548" y="2619"/>
                      <a:pt x="1458" y="2651"/>
                      <a:pt x="1443" y="2678"/>
                    </a:cubicBezTo>
                    <a:cubicBezTo>
                      <a:pt x="1441" y="2682"/>
                      <a:pt x="1441" y="2687"/>
                      <a:pt x="1441" y="2691"/>
                    </a:cubicBezTo>
                    <a:cubicBezTo>
                      <a:pt x="1438" y="2721"/>
                      <a:pt x="1459" y="2741"/>
                      <a:pt x="1506" y="2741"/>
                    </a:cubicBezTo>
                    <a:moveTo>
                      <a:pt x="631" y="2526"/>
                    </a:moveTo>
                    <a:cubicBezTo>
                      <a:pt x="630" y="2483"/>
                      <a:pt x="559" y="2415"/>
                      <a:pt x="528" y="2418"/>
                    </a:cubicBezTo>
                    <a:cubicBezTo>
                      <a:pt x="511" y="2420"/>
                      <a:pt x="501" y="2442"/>
                      <a:pt x="509" y="2458"/>
                    </a:cubicBezTo>
                    <a:cubicBezTo>
                      <a:pt x="514" y="2468"/>
                      <a:pt x="522" y="2480"/>
                      <a:pt x="519" y="2489"/>
                    </a:cubicBezTo>
                    <a:cubicBezTo>
                      <a:pt x="511" y="2522"/>
                      <a:pt x="529" y="2542"/>
                      <a:pt x="552" y="2557"/>
                    </a:cubicBezTo>
                    <a:cubicBezTo>
                      <a:pt x="564" y="2565"/>
                      <a:pt x="588" y="2573"/>
                      <a:pt x="598" y="2567"/>
                    </a:cubicBezTo>
                    <a:cubicBezTo>
                      <a:pt x="614" y="2557"/>
                      <a:pt x="624" y="2536"/>
                      <a:pt x="631" y="2526"/>
                    </a:cubicBezTo>
                    <a:moveTo>
                      <a:pt x="2545" y="3160"/>
                    </a:moveTo>
                    <a:cubicBezTo>
                      <a:pt x="2545" y="3138"/>
                      <a:pt x="2515" y="3102"/>
                      <a:pt x="2496" y="3102"/>
                    </a:cubicBezTo>
                    <a:cubicBezTo>
                      <a:pt x="2469" y="3101"/>
                      <a:pt x="2418" y="3154"/>
                      <a:pt x="2418" y="3183"/>
                    </a:cubicBezTo>
                    <a:cubicBezTo>
                      <a:pt x="2419" y="3215"/>
                      <a:pt x="2440" y="3237"/>
                      <a:pt x="2471" y="3237"/>
                    </a:cubicBezTo>
                    <a:cubicBezTo>
                      <a:pt x="2508" y="3237"/>
                      <a:pt x="2546" y="3198"/>
                      <a:pt x="2545" y="3160"/>
                    </a:cubicBezTo>
                    <a:moveTo>
                      <a:pt x="1031" y="2218"/>
                    </a:moveTo>
                    <a:cubicBezTo>
                      <a:pt x="1007" y="2214"/>
                      <a:pt x="985" y="2214"/>
                      <a:pt x="966" y="2205"/>
                    </a:cubicBezTo>
                    <a:cubicBezTo>
                      <a:pt x="946" y="2196"/>
                      <a:pt x="931" y="2179"/>
                      <a:pt x="921" y="2171"/>
                    </a:cubicBezTo>
                    <a:cubicBezTo>
                      <a:pt x="880" y="2175"/>
                      <a:pt x="847" y="2178"/>
                      <a:pt x="810" y="2181"/>
                    </a:cubicBezTo>
                    <a:cubicBezTo>
                      <a:pt x="804" y="2193"/>
                      <a:pt x="794" y="2211"/>
                      <a:pt x="785" y="2229"/>
                    </a:cubicBezTo>
                    <a:cubicBezTo>
                      <a:pt x="809" y="2254"/>
                      <a:pt x="831" y="2260"/>
                      <a:pt x="859" y="2230"/>
                    </a:cubicBezTo>
                    <a:cubicBezTo>
                      <a:pt x="870" y="2218"/>
                      <a:pt x="895" y="2213"/>
                      <a:pt x="913" y="2214"/>
                    </a:cubicBezTo>
                    <a:cubicBezTo>
                      <a:pt x="957" y="2216"/>
                      <a:pt x="982" y="2246"/>
                      <a:pt x="993" y="2287"/>
                    </a:cubicBezTo>
                    <a:cubicBezTo>
                      <a:pt x="999" y="2307"/>
                      <a:pt x="1007" y="2313"/>
                      <a:pt x="1024" y="2304"/>
                    </a:cubicBezTo>
                    <a:cubicBezTo>
                      <a:pt x="1026" y="2272"/>
                      <a:pt x="1029" y="2243"/>
                      <a:pt x="1031" y="2218"/>
                    </a:cubicBezTo>
                    <a:moveTo>
                      <a:pt x="2178" y="3209"/>
                    </a:moveTo>
                    <a:cubicBezTo>
                      <a:pt x="2179" y="3254"/>
                      <a:pt x="2200" y="3285"/>
                      <a:pt x="2231" y="3285"/>
                    </a:cubicBezTo>
                    <a:cubicBezTo>
                      <a:pt x="2267" y="3285"/>
                      <a:pt x="2298" y="3249"/>
                      <a:pt x="2298" y="3211"/>
                    </a:cubicBezTo>
                    <a:cubicBezTo>
                      <a:pt x="2297" y="3181"/>
                      <a:pt x="2269" y="3153"/>
                      <a:pt x="2238" y="3154"/>
                    </a:cubicBezTo>
                    <a:cubicBezTo>
                      <a:pt x="2196" y="3154"/>
                      <a:pt x="2178" y="3171"/>
                      <a:pt x="2178" y="3209"/>
                    </a:cubicBezTo>
                    <a:moveTo>
                      <a:pt x="2833" y="832"/>
                    </a:moveTo>
                    <a:cubicBezTo>
                      <a:pt x="2879" y="831"/>
                      <a:pt x="2918" y="802"/>
                      <a:pt x="2917" y="767"/>
                    </a:cubicBezTo>
                    <a:cubicBezTo>
                      <a:pt x="2917" y="739"/>
                      <a:pt x="2894" y="716"/>
                      <a:pt x="2865" y="717"/>
                    </a:cubicBezTo>
                    <a:cubicBezTo>
                      <a:pt x="2818" y="718"/>
                      <a:pt x="2778" y="749"/>
                      <a:pt x="2779" y="783"/>
                    </a:cubicBezTo>
                    <a:cubicBezTo>
                      <a:pt x="2780" y="818"/>
                      <a:pt x="2795" y="832"/>
                      <a:pt x="2833" y="832"/>
                    </a:cubicBezTo>
                    <a:moveTo>
                      <a:pt x="2530" y="1026"/>
                    </a:moveTo>
                    <a:cubicBezTo>
                      <a:pt x="2530" y="1075"/>
                      <a:pt x="2551" y="1105"/>
                      <a:pt x="2597" y="1129"/>
                    </a:cubicBezTo>
                    <a:cubicBezTo>
                      <a:pt x="2611" y="1137"/>
                      <a:pt x="2628" y="1153"/>
                      <a:pt x="2645" y="1130"/>
                    </a:cubicBezTo>
                    <a:cubicBezTo>
                      <a:pt x="2661" y="1109"/>
                      <a:pt x="2664" y="1070"/>
                      <a:pt x="2648" y="1056"/>
                    </a:cubicBezTo>
                    <a:cubicBezTo>
                      <a:pt x="2628" y="1039"/>
                      <a:pt x="2607" y="1021"/>
                      <a:pt x="2585" y="1006"/>
                    </a:cubicBezTo>
                    <a:cubicBezTo>
                      <a:pt x="2576" y="1000"/>
                      <a:pt x="2559" y="997"/>
                      <a:pt x="2551" y="1001"/>
                    </a:cubicBezTo>
                    <a:cubicBezTo>
                      <a:pt x="2540" y="1007"/>
                      <a:pt x="2534" y="1022"/>
                      <a:pt x="2531" y="1026"/>
                    </a:cubicBezTo>
                    <a:lnTo>
                      <a:pt x="2530" y="1026"/>
                    </a:lnTo>
                    <a:moveTo>
                      <a:pt x="3342" y="1468"/>
                    </a:moveTo>
                    <a:cubicBezTo>
                      <a:pt x="3300" y="1467"/>
                      <a:pt x="3275" y="1490"/>
                      <a:pt x="3276" y="1529"/>
                    </a:cubicBezTo>
                    <a:cubicBezTo>
                      <a:pt x="3276" y="1563"/>
                      <a:pt x="3302" y="1588"/>
                      <a:pt x="3336" y="1587"/>
                    </a:cubicBezTo>
                    <a:cubicBezTo>
                      <a:pt x="3373" y="1587"/>
                      <a:pt x="3405" y="1558"/>
                      <a:pt x="3405" y="1524"/>
                    </a:cubicBezTo>
                    <a:cubicBezTo>
                      <a:pt x="3404" y="1491"/>
                      <a:pt x="3378" y="1468"/>
                      <a:pt x="3342" y="1468"/>
                    </a:cubicBezTo>
                    <a:moveTo>
                      <a:pt x="403" y="1529"/>
                    </a:moveTo>
                    <a:cubicBezTo>
                      <a:pt x="365" y="1529"/>
                      <a:pt x="325" y="1562"/>
                      <a:pt x="326" y="1593"/>
                    </a:cubicBezTo>
                    <a:cubicBezTo>
                      <a:pt x="326" y="1620"/>
                      <a:pt x="365" y="1653"/>
                      <a:pt x="397" y="1653"/>
                    </a:cubicBezTo>
                    <a:cubicBezTo>
                      <a:pt x="421" y="1654"/>
                      <a:pt x="458" y="1609"/>
                      <a:pt x="458" y="1579"/>
                    </a:cubicBezTo>
                    <a:cubicBezTo>
                      <a:pt x="458" y="1555"/>
                      <a:pt x="429" y="1529"/>
                      <a:pt x="403" y="1529"/>
                    </a:cubicBezTo>
                    <a:moveTo>
                      <a:pt x="2075" y="1920"/>
                    </a:moveTo>
                    <a:cubicBezTo>
                      <a:pt x="2059" y="1884"/>
                      <a:pt x="2031" y="1872"/>
                      <a:pt x="1991" y="1895"/>
                    </a:cubicBezTo>
                    <a:cubicBezTo>
                      <a:pt x="1967" y="1908"/>
                      <a:pt x="1946" y="1927"/>
                      <a:pt x="1916" y="1948"/>
                    </a:cubicBezTo>
                    <a:cubicBezTo>
                      <a:pt x="1938" y="1968"/>
                      <a:pt x="1957" y="1990"/>
                      <a:pt x="1981" y="2005"/>
                    </a:cubicBezTo>
                    <a:cubicBezTo>
                      <a:pt x="2001" y="2018"/>
                      <a:pt x="2023" y="2009"/>
                      <a:pt x="2037" y="1989"/>
                    </a:cubicBezTo>
                    <a:cubicBezTo>
                      <a:pt x="2050" y="1969"/>
                      <a:pt x="2060" y="1948"/>
                      <a:pt x="2075" y="1920"/>
                    </a:cubicBezTo>
                    <a:moveTo>
                      <a:pt x="1680" y="147"/>
                    </a:moveTo>
                    <a:cubicBezTo>
                      <a:pt x="1697" y="142"/>
                      <a:pt x="1714" y="138"/>
                      <a:pt x="1730" y="132"/>
                    </a:cubicBezTo>
                    <a:cubicBezTo>
                      <a:pt x="1760" y="119"/>
                      <a:pt x="1765" y="98"/>
                      <a:pt x="1745" y="72"/>
                    </a:cubicBezTo>
                    <a:cubicBezTo>
                      <a:pt x="1728" y="48"/>
                      <a:pt x="1705" y="37"/>
                      <a:pt x="1675" y="41"/>
                    </a:cubicBezTo>
                    <a:cubicBezTo>
                      <a:pt x="1645" y="45"/>
                      <a:pt x="1620" y="57"/>
                      <a:pt x="1609" y="86"/>
                    </a:cubicBezTo>
                    <a:cubicBezTo>
                      <a:pt x="1606" y="95"/>
                      <a:pt x="1608" y="108"/>
                      <a:pt x="1612" y="118"/>
                    </a:cubicBezTo>
                    <a:cubicBezTo>
                      <a:pt x="1625" y="150"/>
                      <a:pt x="1658" y="133"/>
                      <a:pt x="1680" y="147"/>
                    </a:cubicBezTo>
                    <a:moveTo>
                      <a:pt x="1094" y="2077"/>
                    </a:moveTo>
                    <a:cubicBezTo>
                      <a:pt x="1094" y="2056"/>
                      <a:pt x="1087" y="2044"/>
                      <a:pt x="1064" y="2042"/>
                    </a:cubicBezTo>
                    <a:cubicBezTo>
                      <a:pt x="1016" y="2040"/>
                      <a:pt x="989" y="2072"/>
                      <a:pt x="963" y="2103"/>
                    </a:cubicBezTo>
                    <a:cubicBezTo>
                      <a:pt x="955" y="2112"/>
                      <a:pt x="949" y="2134"/>
                      <a:pt x="953" y="2137"/>
                    </a:cubicBezTo>
                    <a:cubicBezTo>
                      <a:pt x="970" y="2151"/>
                      <a:pt x="995" y="2173"/>
                      <a:pt x="1010" y="2169"/>
                    </a:cubicBezTo>
                    <a:cubicBezTo>
                      <a:pt x="1054" y="2156"/>
                      <a:pt x="1077" y="2117"/>
                      <a:pt x="1094" y="2077"/>
                    </a:cubicBezTo>
                    <a:moveTo>
                      <a:pt x="325" y="2383"/>
                    </a:moveTo>
                    <a:cubicBezTo>
                      <a:pt x="316" y="2371"/>
                      <a:pt x="305" y="2349"/>
                      <a:pt x="288" y="2332"/>
                    </a:cubicBezTo>
                    <a:cubicBezTo>
                      <a:pt x="256" y="2301"/>
                      <a:pt x="214" y="2314"/>
                      <a:pt x="203" y="2357"/>
                    </a:cubicBezTo>
                    <a:cubicBezTo>
                      <a:pt x="194" y="2391"/>
                      <a:pt x="232" y="2445"/>
                      <a:pt x="267" y="2447"/>
                    </a:cubicBezTo>
                    <a:cubicBezTo>
                      <a:pt x="296" y="2449"/>
                      <a:pt x="324" y="2423"/>
                      <a:pt x="325" y="2383"/>
                    </a:cubicBezTo>
                    <a:moveTo>
                      <a:pt x="2950" y="945"/>
                    </a:moveTo>
                    <a:cubicBezTo>
                      <a:pt x="2945" y="938"/>
                      <a:pt x="2937" y="924"/>
                      <a:pt x="2925" y="915"/>
                    </a:cubicBezTo>
                    <a:cubicBezTo>
                      <a:pt x="2894" y="895"/>
                      <a:pt x="2839" y="914"/>
                      <a:pt x="2827" y="949"/>
                    </a:cubicBezTo>
                    <a:cubicBezTo>
                      <a:pt x="2821" y="966"/>
                      <a:pt x="2797" y="983"/>
                      <a:pt x="2820" y="1004"/>
                    </a:cubicBezTo>
                    <a:cubicBezTo>
                      <a:pt x="2841" y="1023"/>
                      <a:pt x="2866" y="1029"/>
                      <a:pt x="2894" y="1019"/>
                    </a:cubicBezTo>
                    <a:cubicBezTo>
                      <a:pt x="2925" y="1007"/>
                      <a:pt x="2951" y="977"/>
                      <a:pt x="2950" y="945"/>
                    </a:cubicBezTo>
                    <a:moveTo>
                      <a:pt x="1455" y="2585"/>
                    </a:moveTo>
                    <a:cubicBezTo>
                      <a:pt x="1508" y="2574"/>
                      <a:pt x="1545" y="2546"/>
                      <a:pt x="1576" y="2511"/>
                    </a:cubicBezTo>
                    <a:cubicBezTo>
                      <a:pt x="1583" y="2502"/>
                      <a:pt x="1584" y="2488"/>
                      <a:pt x="1588" y="2477"/>
                    </a:cubicBezTo>
                    <a:cubicBezTo>
                      <a:pt x="1576" y="2473"/>
                      <a:pt x="1562" y="2462"/>
                      <a:pt x="1550" y="2464"/>
                    </a:cubicBezTo>
                    <a:cubicBezTo>
                      <a:pt x="1503" y="2472"/>
                      <a:pt x="1460" y="2491"/>
                      <a:pt x="1433" y="2533"/>
                    </a:cubicBezTo>
                    <a:cubicBezTo>
                      <a:pt x="1427" y="2541"/>
                      <a:pt x="1421" y="2557"/>
                      <a:pt x="1425" y="2564"/>
                    </a:cubicBezTo>
                    <a:cubicBezTo>
                      <a:pt x="1432" y="2574"/>
                      <a:pt x="1446" y="2580"/>
                      <a:pt x="1455" y="2585"/>
                    </a:cubicBezTo>
                    <a:moveTo>
                      <a:pt x="2951" y="678"/>
                    </a:moveTo>
                    <a:cubicBezTo>
                      <a:pt x="2998" y="678"/>
                      <a:pt x="3044" y="649"/>
                      <a:pt x="3045" y="622"/>
                    </a:cubicBezTo>
                    <a:cubicBezTo>
                      <a:pt x="3047" y="591"/>
                      <a:pt x="3012" y="559"/>
                      <a:pt x="2978" y="559"/>
                    </a:cubicBezTo>
                    <a:cubicBezTo>
                      <a:pt x="2936" y="559"/>
                      <a:pt x="2917" y="581"/>
                      <a:pt x="2918" y="633"/>
                    </a:cubicBezTo>
                    <a:cubicBezTo>
                      <a:pt x="2919" y="656"/>
                      <a:pt x="2928" y="675"/>
                      <a:pt x="2951" y="678"/>
                    </a:cubicBezTo>
                    <a:moveTo>
                      <a:pt x="549" y="1393"/>
                    </a:moveTo>
                    <a:cubicBezTo>
                      <a:pt x="586" y="1393"/>
                      <a:pt x="614" y="1376"/>
                      <a:pt x="617" y="1351"/>
                    </a:cubicBezTo>
                    <a:cubicBezTo>
                      <a:pt x="619" y="1329"/>
                      <a:pt x="593" y="1298"/>
                      <a:pt x="564" y="1289"/>
                    </a:cubicBezTo>
                    <a:cubicBezTo>
                      <a:pt x="550" y="1285"/>
                      <a:pt x="536" y="1283"/>
                      <a:pt x="522" y="1282"/>
                    </a:cubicBezTo>
                    <a:cubicBezTo>
                      <a:pt x="516" y="1281"/>
                      <a:pt x="505" y="1285"/>
                      <a:pt x="504" y="1290"/>
                    </a:cubicBezTo>
                    <a:cubicBezTo>
                      <a:pt x="497" y="1313"/>
                      <a:pt x="486" y="1337"/>
                      <a:pt x="489" y="1359"/>
                    </a:cubicBezTo>
                    <a:cubicBezTo>
                      <a:pt x="494" y="1387"/>
                      <a:pt x="522" y="1393"/>
                      <a:pt x="549" y="1393"/>
                    </a:cubicBezTo>
                    <a:moveTo>
                      <a:pt x="229" y="1471"/>
                    </a:moveTo>
                    <a:cubicBezTo>
                      <a:pt x="249" y="1494"/>
                      <a:pt x="265" y="1513"/>
                      <a:pt x="278" y="1529"/>
                    </a:cubicBezTo>
                    <a:cubicBezTo>
                      <a:pt x="311" y="1512"/>
                      <a:pt x="340" y="1498"/>
                      <a:pt x="367" y="1481"/>
                    </a:cubicBezTo>
                    <a:cubicBezTo>
                      <a:pt x="375" y="1476"/>
                      <a:pt x="383" y="1461"/>
                      <a:pt x="381" y="1452"/>
                    </a:cubicBezTo>
                    <a:cubicBezTo>
                      <a:pt x="378" y="1423"/>
                      <a:pt x="359" y="1408"/>
                      <a:pt x="329" y="1411"/>
                    </a:cubicBezTo>
                    <a:cubicBezTo>
                      <a:pt x="285" y="1415"/>
                      <a:pt x="254" y="1440"/>
                      <a:pt x="229" y="1471"/>
                    </a:cubicBezTo>
                    <a:moveTo>
                      <a:pt x="1807" y="2827"/>
                    </a:moveTo>
                    <a:cubicBezTo>
                      <a:pt x="1778" y="2826"/>
                      <a:pt x="1757" y="2849"/>
                      <a:pt x="1755" y="2883"/>
                    </a:cubicBezTo>
                    <a:cubicBezTo>
                      <a:pt x="1753" y="2914"/>
                      <a:pt x="1779" y="2935"/>
                      <a:pt x="1819" y="2937"/>
                    </a:cubicBezTo>
                    <a:cubicBezTo>
                      <a:pt x="1851" y="2938"/>
                      <a:pt x="1888" y="2906"/>
                      <a:pt x="1888" y="2877"/>
                    </a:cubicBezTo>
                    <a:cubicBezTo>
                      <a:pt x="1889" y="2852"/>
                      <a:pt x="1851" y="2829"/>
                      <a:pt x="1807" y="2827"/>
                    </a:cubicBezTo>
                    <a:moveTo>
                      <a:pt x="822" y="677"/>
                    </a:moveTo>
                    <a:cubicBezTo>
                      <a:pt x="811" y="661"/>
                      <a:pt x="803" y="638"/>
                      <a:pt x="788" y="631"/>
                    </a:cubicBezTo>
                    <a:cubicBezTo>
                      <a:pt x="775" y="626"/>
                      <a:pt x="754" y="639"/>
                      <a:pt x="737" y="646"/>
                    </a:cubicBezTo>
                    <a:cubicBezTo>
                      <a:pt x="728" y="650"/>
                      <a:pt x="720" y="659"/>
                      <a:pt x="713" y="667"/>
                    </a:cubicBezTo>
                    <a:cubicBezTo>
                      <a:pt x="682" y="702"/>
                      <a:pt x="685" y="736"/>
                      <a:pt x="720" y="748"/>
                    </a:cubicBezTo>
                    <a:cubicBezTo>
                      <a:pt x="758" y="762"/>
                      <a:pt x="816" y="721"/>
                      <a:pt x="822" y="677"/>
                    </a:cubicBezTo>
                    <a:moveTo>
                      <a:pt x="2924" y="2003"/>
                    </a:moveTo>
                    <a:cubicBezTo>
                      <a:pt x="2941" y="2042"/>
                      <a:pt x="2956" y="2080"/>
                      <a:pt x="2975" y="2115"/>
                    </a:cubicBezTo>
                    <a:cubicBezTo>
                      <a:pt x="2981" y="2127"/>
                      <a:pt x="3000" y="2142"/>
                      <a:pt x="3009" y="2140"/>
                    </a:cubicBezTo>
                    <a:cubicBezTo>
                      <a:pt x="3023" y="2136"/>
                      <a:pt x="3037" y="2121"/>
                      <a:pt x="3045" y="2108"/>
                    </a:cubicBezTo>
                    <a:cubicBezTo>
                      <a:pt x="3051" y="2096"/>
                      <a:pt x="3051" y="2078"/>
                      <a:pt x="3047" y="2064"/>
                    </a:cubicBezTo>
                    <a:cubicBezTo>
                      <a:pt x="3036" y="2022"/>
                      <a:pt x="2984" y="1995"/>
                      <a:pt x="2924" y="2003"/>
                    </a:cubicBezTo>
                    <a:moveTo>
                      <a:pt x="1909" y="2714"/>
                    </a:moveTo>
                    <a:cubicBezTo>
                      <a:pt x="1877" y="2713"/>
                      <a:pt x="1856" y="2746"/>
                      <a:pt x="1872" y="2771"/>
                    </a:cubicBezTo>
                    <a:cubicBezTo>
                      <a:pt x="1887" y="2794"/>
                      <a:pt x="1905" y="2815"/>
                      <a:pt x="1923" y="2834"/>
                    </a:cubicBezTo>
                    <a:cubicBezTo>
                      <a:pt x="1949" y="2861"/>
                      <a:pt x="1974" y="2862"/>
                      <a:pt x="1990" y="2840"/>
                    </a:cubicBezTo>
                    <a:cubicBezTo>
                      <a:pt x="2008" y="2816"/>
                      <a:pt x="1990" y="2798"/>
                      <a:pt x="1975" y="2781"/>
                    </a:cubicBezTo>
                    <a:cubicBezTo>
                      <a:pt x="1967" y="2771"/>
                      <a:pt x="1953" y="2762"/>
                      <a:pt x="1952" y="2751"/>
                    </a:cubicBezTo>
                    <a:cubicBezTo>
                      <a:pt x="1949" y="2721"/>
                      <a:pt x="1925" y="2721"/>
                      <a:pt x="1909" y="2714"/>
                    </a:cubicBezTo>
                    <a:moveTo>
                      <a:pt x="1353" y="3187"/>
                    </a:moveTo>
                    <a:cubicBezTo>
                      <a:pt x="1343" y="3156"/>
                      <a:pt x="1336" y="3126"/>
                      <a:pt x="1324" y="3099"/>
                    </a:cubicBezTo>
                    <a:cubicBezTo>
                      <a:pt x="1318" y="3085"/>
                      <a:pt x="1298" y="3063"/>
                      <a:pt x="1293" y="3066"/>
                    </a:cubicBezTo>
                    <a:cubicBezTo>
                      <a:pt x="1271" y="3075"/>
                      <a:pt x="1249" y="3089"/>
                      <a:pt x="1233" y="3108"/>
                    </a:cubicBezTo>
                    <a:cubicBezTo>
                      <a:pt x="1227" y="3116"/>
                      <a:pt x="1231" y="3145"/>
                      <a:pt x="1240" y="3152"/>
                    </a:cubicBezTo>
                    <a:cubicBezTo>
                      <a:pt x="1271" y="3178"/>
                      <a:pt x="1306" y="3202"/>
                      <a:pt x="1353" y="3187"/>
                    </a:cubicBezTo>
                    <a:moveTo>
                      <a:pt x="2003" y="953"/>
                    </a:moveTo>
                    <a:cubicBezTo>
                      <a:pt x="1974" y="953"/>
                      <a:pt x="1938" y="982"/>
                      <a:pt x="1938" y="1006"/>
                    </a:cubicBezTo>
                    <a:cubicBezTo>
                      <a:pt x="1938" y="1028"/>
                      <a:pt x="1978" y="1058"/>
                      <a:pt x="2009" y="1058"/>
                    </a:cubicBezTo>
                    <a:cubicBezTo>
                      <a:pt x="2043" y="1058"/>
                      <a:pt x="2075" y="1031"/>
                      <a:pt x="2074" y="1003"/>
                    </a:cubicBezTo>
                    <a:cubicBezTo>
                      <a:pt x="2073" y="976"/>
                      <a:pt x="2040" y="953"/>
                      <a:pt x="2003" y="953"/>
                    </a:cubicBezTo>
                    <a:moveTo>
                      <a:pt x="916" y="1484"/>
                    </a:moveTo>
                    <a:cubicBezTo>
                      <a:pt x="873" y="1514"/>
                      <a:pt x="837" y="1540"/>
                      <a:pt x="802" y="1564"/>
                    </a:cubicBezTo>
                    <a:cubicBezTo>
                      <a:pt x="814" y="1583"/>
                      <a:pt x="827" y="1603"/>
                      <a:pt x="839" y="1621"/>
                    </a:cubicBezTo>
                    <a:cubicBezTo>
                      <a:pt x="871" y="1613"/>
                      <a:pt x="904" y="1605"/>
                      <a:pt x="940" y="1595"/>
                    </a:cubicBezTo>
                    <a:cubicBezTo>
                      <a:pt x="932" y="1557"/>
                      <a:pt x="924" y="1520"/>
                      <a:pt x="916" y="1484"/>
                    </a:cubicBezTo>
                    <a:moveTo>
                      <a:pt x="570" y="1632"/>
                    </a:moveTo>
                    <a:cubicBezTo>
                      <a:pt x="580" y="1618"/>
                      <a:pt x="588" y="1605"/>
                      <a:pt x="598" y="1593"/>
                    </a:cubicBezTo>
                    <a:cubicBezTo>
                      <a:pt x="609" y="1582"/>
                      <a:pt x="621" y="1572"/>
                      <a:pt x="635" y="1559"/>
                    </a:cubicBezTo>
                    <a:cubicBezTo>
                      <a:pt x="620" y="1540"/>
                      <a:pt x="606" y="1521"/>
                      <a:pt x="590" y="1506"/>
                    </a:cubicBezTo>
                    <a:cubicBezTo>
                      <a:pt x="583" y="1500"/>
                      <a:pt x="567" y="1497"/>
                      <a:pt x="559" y="1501"/>
                    </a:cubicBezTo>
                    <a:cubicBezTo>
                      <a:pt x="531" y="1512"/>
                      <a:pt x="506" y="1561"/>
                      <a:pt x="508" y="1589"/>
                    </a:cubicBezTo>
                    <a:cubicBezTo>
                      <a:pt x="511" y="1629"/>
                      <a:pt x="544" y="1625"/>
                      <a:pt x="570" y="1633"/>
                    </a:cubicBezTo>
                    <a:lnTo>
                      <a:pt x="570" y="1632"/>
                    </a:lnTo>
                    <a:moveTo>
                      <a:pt x="1239" y="2753"/>
                    </a:moveTo>
                    <a:cubicBezTo>
                      <a:pt x="1226" y="2731"/>
                      <a:pt x="1212" y="2705"/>
                      <a:pt x="1194" y="2682"/>
                    </a:cubicBezTo>
                    <a:cubicBezTo>
                      <a:pt x="1178" y="2662"/>
                      <a:pt x="1161" y="2668"/>
                      <a:pt x="1151" y="2688"/>
                    </a:cubicBezTo>
                    <a:cubicBezTo>
                      <a:pt x="1133" y="2723"/>
                      <a:pt x="1139" y="2758"/>
                      <a:pt x="1154" y="2791"/>
                    </a:cubicBezTo>
                    <a:cubicBezTo>
                      <a:pt x="1160" y="2804"/>
                      <a:pt x="1176" y="2825"/>
                      <a:pt x="1183" y="2824"/>
                    </a:cubicBezTo>
                    <a:cubicBezTo>
                      <a:pt x="1198" y="2820"/>
                      <a:pt x="1213" y="2806"/>
                      <a:pt x="1225" y="2794"/>
                    </a:cubicBezTo>
                    <a:cubicBezTo>
                      <a:pt x="1232" y="2786"/>
                      <a:pt x="1233" y="2772"/>
                      <a:pt x="1239" y="2753"/>
                    </a:cubicBezTo>
                    <a:moveTo>
                      <a:pt x="1755" y="1964"/>
                    </a:moveTo>
                    <a:cubicBezTo>
                      <a:pt x="1751" y="1997"/>
                      <a:pt x="1748" y="2022"/>
                      <a:pt x="1773" y="2037"/>
                    </a:cubicBezTo>
                    <a:cubicBezTo>
                      <a:pt x="1800" y="2052"/>
                      <a:pt x="1832" y="2067"/>
                      <a:pt x="1861" y="2048"/>
                    </a:cubicBezTo>
                    <a:cubicBezTo>
                      <a:pt x="1877" y="2038"/>
                      <a:pt x="1888" y="2014"/>
                      <a:pt x="1890" y="1995"/>
                    </a:cubicBezTo>
                    <a:cubicBezTo>
                      <a:pt x="1891" y="1986"/>
                      <a:pt x="1867" y="1968"/>
                      <a:pt x="1852" y="1966"/>
                    </a:cubicBezTo>
                    <a:cubicBezTo>
                      <a:pt x="1821" y="1961"/>
                      <a:pt x="1789" y="1964"/>
                      <a:pt x="1755" y="1964"/>
                    </a:cubicBezTo>
                    <a:moveTo>
                      <a:pt x="2187" y="2450"/>
                    </a:moveTo>
                    <a:cubicBezTo>
                      <a:pt x="2197" y="2443"/>
                      <a:pt x="2219" y="2432"/>
                      <a:pt x="2233" y="2415"/>
                    </a:cubicBezTo>
                    <a:cubicBezTo>
                      <a:pt x="2243" y="2402"/>
                      <a:pt x="2251" y="2376"/>
                      <a:pt x="2244" y="2366"/>
                    </a:cubicBezTo>
                    <a:cubicBezTo>
                      <a:pt x="2235" y="2350"/>
                      <a:pt x="2213" y="2337"/>
                      <a:pt x="2194" y="2333"/>
                    </a:cubicBezTo>
                    <a:cubicBezTo>
                      <a:pt x="2159" y="2326"/>
                      <a:pt x="2148" y="2358"/>
                      <a:pt x="2135" y="2382"/>
                    </a:cubicBezTo>
                    <a:cubicBezTo>
                      <a:pt x="2117" y="2414"/>
                      <a:pt x="2138" y="2449"/>
                      <a:pt x="2187" y="2450"/>
                    </a:cubicBezTo>
                    <a:moveTo>
                      <a:pt x="1946" y="3195"/>
                    </a:moveTo>
                    <a:cubicBezTo>
                      <a:pt x="1924" y="3201"/>
                      <a:pt x="1914" y="3212"/>
                      <a:pt x="1910" y="3237"/>
                    </a:cubicBezTo>
                    <a:cubicBezTo>
                      <a:pt x="1906" y="3265"/>
                      <a:pt x="1890" y="3292"/>
                      <a:pt x="1881" y="3319"/>
                    </a:cubicBezTo>
                    <a:cubicBezTo>
                      <a:pt x="1877" y="3330"/>
                      <a:pt x="1873" y="3347"/>
                      <a:pt x="1878" y="3354"/>
                    </a:cubicBezTo>
                    <a:cubicBezTo>
                      <a:pt x="1886" y="3364"/>
                      <a:pt x="1903" y="3373"/>
                      <a:pt x="1915" y="3372"/>
                    </a:cubicBezTo>
                    <a:cubicBezTo>
                      <a:pt x="1928" y="3371"/>
                      <a:pt x="1944" y="3358"/>
                      <a:pt x="1949" y="3346"/>
                    </a:cubicBezTo>
                    <a:cubicBezTo>
                      <a:pt x="1960" y="3319"/>
                      <a:pt x="1965" y="3290"/>
                      <a:pt x="1973" y="3259"/>
                    </a:cubicBezTo>
                    <a:cubicBezTo>
                      <a:pt x="1966" y="3241"/>
                      <a:pt x="1957" y="3219"/>
                      <a:pt x="1946" y="3195"/>
                    </a:cubicBezTo>
                    <a:moveTo>
                      <a:pt x="3212" y="2117"/>
                    </a:moveTo>
                    <a:cubicBezTo>
                      <a:pt x="3203" y="2125"/>
                      <a:pt x="3177" y="2137"/>
                      <a:pt x="3172" y="2155"/>
                    </a:cubicBezTo>
                    <a:cubicBezTo>
                      <a:pt x="3164" y="2179"/>
                      <a:pt x="3170" y="2209"/>
                      <a:pt x="3174" y="2235"/>
                    </a:cubicBezTo>
                    <a:cubicBezTo>
                      <a:pt x="3179" y="2258"/>
                      <a:pt x="3197" y="2262"/>
                      <a:pt x="3212" y="2244"/>
                    </a:cubicBezTo>
                    <a:cubicBezTo>
                      <a:pt x="3231" y="2222"/>
                      <a:pt x="3249" y="2197"/>
                      <a:pt x="3263" y="2170"/>
                    </a:cubicBezTo>
                    <a:cubicBezTo>
                      <a:pt x="3280" y="2136"/>
                      <a:pt x="3264" y="2116"/>
                      <a:pt x="3212" y="2117"/>
                    </a:cubicBezTo>
                    <a:moveTo>
                      <a:pt x="697" y="2878"/>
                    </a:moveTo>
                    <a:cubicBezTo>
                      <a:pt x="696" y="2841"/>
                      <a:pt x="640" y="2777"/>
                      <a:pt x="612" y="2775"/>
                    </a:cubicBezTo>
                    <a:cubicBezTo>
                      <a:pt x="593" y="2774"/>
                      <a:pt x="575" y="2784"/>
                      <a:pt x="583" y="2803"/>
                    </a:cubicBezTo>
                    <a:cubicBezTo>
                      <a:pt x="596" y="2837"/>
                      <a:pt x="614" y="2869"/>
                      <a:pt x="633" y="2899"/>
                    </a:cubicBezTo>
                    <a:cubicBezTo>
                      <a:pt x="640" y="2909"/>
                      <a:pt x="664" y="2919"/>
                      <a:pt x="671" y="2915"/>
                    </a:cubicBezTo>
                    <a:cubicBezTo>
                      <a:pt x="684" y="2905"/>
                      <a:pt x="691" y="2887"/>
                      <a:pt x="697" y="2878"/>
                    </a:cubicBezTo>
                    <a:moveTo>
                      <a:pt x="1271" y="2723"/>
                    </a:moveTo>
                    <a:cubicBezTo>
                      <a:pt x="1283" y="2761"/>
                      <a:pt x="1278" y="2794"/>
                      <a:pt x="1257" y="2824"/>
                    </a:cubicBezTo>
                    <a:cubicBezTo>
                      <a:pt x="1236" y="2854"/>
                      <a:pt x="1206" y="2868"/>
                      <a:pt x="1168" y="2868"/>
                    </a:cubicBezTo>
                    <a:cubicBezTo>
                      <a:pt x="1172" y="2885"/>
                      <a:pt x="1176" y="2898"/>
                      <a:pt x="1179" y="2911"/>
                    </a:cubicBezTo>
                    <a:cubicBezTo>
                      <a:pt x="1235" y="2885"/>
                      <a:pt x="1243" y="2885"/>
                      <a:pt x="1301" y="2908"/>
                    </a:cubicBezTo>
                    <a:cubicBezTo>
                      <a:pt x="1288" y="2848"/>
                      <a:pt x="1287" y="2792"/>
                      <a:pt x="1333" y="2748"/>
                    </a:cubicBezTo>
                    <a:cubicBezTo>
                      <a:pt x="1311" y="2739"/>
                      <a:pt x="1293" y="2732"/>
                      <a:pt x="1271" y="2723"/>
                    </a:cubicBezTo>
                    <a:moveTo>
                      <a:pt x="838" y="2847"/>
                    </a:moveTo>
                    <a:cubicBezTo>
                      <a:pt x="795" y="2755"/>
                      <a:pt x="862" y="2702"/>
                      <a:pt x="923" y="2647"/>
                    </a:cubicBezTo>
                    <a:lnTo>
                      <a:pt x="869" y="2647"/>
                    </a:lnTo>
                    <a:cubicBezTo>
                      <a:pt x="860" y="2660"/>
                      <a:pt x="851" y="2676"/>
                      <a:pt x="838" y="2687"/>
                    </a:cubicBezTo>
                    <a:cubicBezTo>
                      <a:pt x="826" y="2697"/>
                      <a:pt x="810" y="2702"/>
                      <a:pt x="794" y="2709"/>
                    </a:cubicBezTo>
                    <a:cubicBezTo>
                      <a:pt x="816" y="2733"/>
                      <a:pt x="829" y="2762"/>
                      <a:pt x="805" y="2787"/>
                    </a:cubicBezTo>
                    <a:cubicBezTo>
                      <a:pt x="787" y="2807"/>
                      <a:pt x="759" y="2817"/>
                      <a:pt x="732" y="2833"/>
                    </a:cubicBezTo>
                    <a:cubicBezTo>
                      <a:pt x="734" y="2840"/>
                      <a:pt x="737" y="2855"/>
                      <a:pt x="739" y="2865"/>
                    </a:cubicBezTo>
                    <a:cubicBezTo>
                      <a:pt x="771" y="2860"/>
                      <a:pt x="802" y="2854"/>
                      <a:pt x="838" y="2847"/>
                    </a:cubicBezTo>
                    <a:moveTo>
                      <a:pt x="1451" y="2946"/>
                    </a:moveTo>
                    <a:cubicBezTo>
                      <a:pt x="1496" y="2968"/>
                      <a:pt x="1540" y="2989"/>
                      <a:pt x="1584" y="3010"/>
                    </a:cubicBezTo>
                    <a:cubicBezTo>
                      <a:pt x="1593" y="2992"/>
                      <a:pt x="1604" y="2967"/>
                      <a:pt x="1612" y="2948"/>
                    </a:cubicBezTo>
                    <a:cubicBezTo>
                      <a:pt x="1572" y="2928"/>
                      <a:pt x="1533" y="2909"/>
                      <a:pt x="1493" y="2889"/>
                    </a:cubicBezTo>
                    <a:cubicBezTo>
                      <a:pt x="1481" y="2905"/>
                      <a:pt x="1466" y="2926"/>
                      <a:pt x="1451" y="2946"/>
                    </a:cubicBezTo>
                    <a:moveTo>
                      <a:pt x="1054" y="2818"/>
                    </a:moveTo>
                    <a:cubicBezTo>
                      <a:pt x="1040" y="2859"/>
                      <a:pt x="1037" y="2897"/>
                      <a:pt x="1056" y="2934"/>
                    </a:cubicBezTo>
                    <a:cubicBezTo>
                      <a:pt x="1068" y="2955"/>
                      <a:pt x="1085" y="2972"/>
                      <a:pt x="1111" y="2961"/>
                    </a:cubicBezTo>
                    <a:cubicBezTo>
                      <a:pt x="1136" y="2951"/>
                      <a:pt x="1140" y="2927"/>
                      <a:pt x="1133" y="2903"/>
                    </a:cubicBezTo>
                    <a:cubicBezTo>
                      <a:pt x="1123" y="2863"/>
                      <a:pt x="1097" y="2835"/>
                      <a:pt x="1054" y="2818"/>
                    </a:cubicBezTo>
                    <a:moveTo>
                      <a:pt x="1291" y="2584"/>
                    </a:moveTo>
                    <a:cubicBezTo>
                      <a:pt x="1294" y="2617"/>
                      <a:pt x="1294" y="2649"/>
                      <a:pt x="1302" y="2679"/>
                    </a:cubicBezTo>
                    <a:cubicBezTo>
                      <a:pt x="1308" y="2703"/>
                      <a:pt x="1333" y="2711"/>
                      <a:pt x="1346" y="2694"/>
                    </a:cubicBezTo>
                    <a:cubicBezTo>
                      <a:pt x="1363" y="2673"/>
                      <a:pt x="1379" y="2647"/>
                      <a:pt x="1384" y="2622"/>
                    </a:cubicBezTo>
                    <a:cubicBezTo>
                      <a:pt x="1388" y="2608"/>
                      <a:pt x="1371" y="2587"/>
                      <a:pt x="1359" y="2573"/>
                    </a:cubicBezTo>
                    <a:cubicBezTo>
                      <a:pt x="1356" y="2569"/>
                      <a:pt x="1339" y="2577"/>
                      <a:pt x="1327" y="2579"/>
                    </a:cubicBezTo>
                    <a:cubicBezTo>
                      <a:pt x="1319" y="2580"/>
                      <a:pt x="1311" y="2581"/>
                      <a:pt x="1291" y="2584"/>
                    </a:cubicBezTo>
                    <a:moveTo>
                      <a:pt x="1441" y="2006"/>
                    </a:moveTo>
                    <a:cubicBezTo>
                      <a:pt x="1466" y="1930"/>
                      <a:pt x="1483" y="1916"/>
                      <a:pt x="1537" y="1927"/>
                    </a:cubicBezTo>
                    <a:cubicBezTo>
                      <a:pt x="1541" y="1894"/>
                      <a:pt x="1546" y="1861"/>
                      <a:pt x="1551" y="1829"/>
                    </a:cubicBezTo>
                    <a:lnTo>
                      <a:pt x="1503" y="1829"/>
                    </a:lnTo>
                    <a:cubicBezTo>
                      <a:pt x="1512" y="1913"/>
                      <a:pt x="1452" y="1969"/>
                      <a:pt x="1352" y="1969"/>
                    </a:cubicBezTo>
                    <a:cubicBezTo>
                      <a:pt x="1351" y="1979"/>
                      <a:pt x="1350" y="1990"/>
                      <a:pt x="1348" y="2006"/>
                    </a:cubicBezTo>
                    <a:lnTo>
                      <a:pt x="1441" y="2006"/>
                    </a:lnTo>
                    <a:moveTo>
                      <a:pt x="3292" y="2214"/>
                    </a:moveTo>
                    <a:cubicBezTo>
                      <a:pt x="3335" y="2215"/>
                      <a:pt x="3361" y="2194"/>
                      <a:pt x="3381" y="2164"/>
                    </a:cubicBezTo>
                    <a:cubicBezTo>
                      <a:pt x="3401" y="2132"/>
                      <a:pt x="3398" y="2104"/>
                      <a:pt x="3373" y="2085"/>
                    </a:cubicBezTo>
                    <a:cubicBezTo>
                      <a:pt x="3349" y="2067"/>
                      <a:pt x="3323" y="2072"/>
                      <a:pt x="3297" y="2101"/>
                    </a:cubicBezTo>
                    <a:cubicBezTo>
                      <a:pt x="3328" y="2137"/>
                      <a:pt x="3306" y="2174"/>
                      <a:pt x="3292" y="2214"/>
                    </a:cubicBezTo>
                    <a:moveTo>
                      <a:pt x="3239" y="1901"/>
                    </a:moveTo>
                    <a:cubicBezTo>
                      <a:pt x="3244" y="1904"/>
                      <a:pt x="3249" y="1907"/>
                      <a:pt x="3254" y="1910"/>
                    </a:cubicBezTo>
                    <a:cubicBezTo>
                      <a:pt x="3253" y="1925"/>
                      <a:pt x="3252" y="1940"/>
                      <a:pt x="3252" y="1955"/>
                    </a:cubicBezTo>
                    <a:cubicBezTo>
                      <a:pt x="3252" y="1968"/>
                      <a:pt x="3250" y="1982"/>
                      <a:pt x="3253" y="1994"/>
                    </a:cubicBezTo>
                    <a:cubicBezTo>
                      <a:pt x="3259" y="2020"/>
                      <a:pt x="3278" y="2027"/>
                      <a:pt x="3294" y="2007"/>
                    </a:cubicBezTo>
                    <a:cubicBezTo>
                      <a:pt x="3311" y="1987"/>
                      <a:pt x="3325" y="1962"/>
                      <a:pt x="3333" y="1937"/>
                    </a:cubicBezTo>
                    <a:cubicBezTo>
                      <a:pt x="3341" y="1911"/>
                      <a:pt x="3313" y="1870"/>
                      <a:pt x="3289" y="1872"/>
                    </a:cubicBezTo>
                    <a:cubicBezTo>
                      <a:pt x="3272" y="1873"/>
                      <a:pt x="3256" y="1890"/>
                      <a:pt x="3239" y="1901"/>
                    </a:cubicBezTo>
                    <a:moveTo>
                      <a:pt x="630" y="2427"/>
                    </a:moveTo>
                    <a:cubicBezTo>
                      <a:pt x="628" y="2396"/>
                      <a:pt x="613" y="2353"/>
                      <a:pt x="628" y="2325"/>
                    </a:cubicBezTo>
                    <a:cubicBezTo>
                      <a:pt x="641" y="2299"/>
                      <a:pt x="686" y="2289"/>
                      <a:pt x="711" y="2276"/>
                    </a:cubicBezTo>
                    <a:cubicBezTo>
                      <a:pt x="674" y="2268"/>
                      <a:pt x="631" y="2258"/>
                      <a:pt x="589" y="2248"/>
                    </a:cubicBezTo>
                    <a:cubicBezTo>
                      <a:pt x="601" y="2294"/>
                      <a:pt x="593" y="2340"/>
                      <a:pt x="547" y="2374"/>
                    </a:cubicBezTo>
                    <a:cubicBezTo>
                      <a:pt x="577" y="2393"/>
                      <a:pt x="607" y="2413"/>
                      <a:pt x="630" y="2427"/>
                    </a:cubicBezTo>
                    <a:moveTo>
                      <a:pt x="2167" y="1922"/>
                    </a:moveTo>
                    <a:cubicBezTo>
                      <a:pt x="2183" y="1964"/>
                      <a:pt x="2216" y="1982"/>
                      <a:pt x="2255" y="1967"/>
                    </a:cubicBezTo>
                    <a:cubicBezTo>
                      <a:pt x="2277" y="1959"/>
                      <a:pt x="2297" y="1945"/>
                      <a:pt x="2316" y="1931"/>
                    </a:cubicBezTo>
                    <a:cubicBezTo>
                      <a:pt x="2323" y="1925"/>
                      <a:pt x="2331" y="1911"/>
                      <a:pt x="2329" y="1905"/>
                    </a:cubicBezTo>
                    <a:cubicBezTo>
                      <a:pt x="2326" y="1897"/>
                      <a:pt x="2312" y="1889"/>
                      <a:pt x="2303" y="1889"/>
                    </a:cubicBezTo>
                    <a:cubicBezTo>
                      <a:pt x="2256" y="1891"/>
                      <a:pt x="2210" y="1900"/>
                      <a:pt x="2167" y="1922"/>
                    </a:cubicBezTo>
                    <a:moveTo>
                      <a:pt x="2682" y="2116"/>
                    </a:moveTo>
                    <a:cubicBezTo>
                      <a:pt x="2679" y="2115"/>
                      <a:pt x="2676" y="2113"/>
                      <a:pt x="2673" y="2111"/>
                    </a:cubicBezTo>
                    <a:cubicBezTo>
                      <a:pt x="2673" y="2122"/>
                      <a:pt x="2674" y="2133"/>
                      <a:pt x="2675" y="2143"/>
                    </a:cubicBezTo>
                    <a:cubicBezTo>
                      <a:pt x="2677" y="2152"/>
                      <a:pt x="2679" y="2160"/>
                      <a:pt x="2681" y="2168"/>
                    </a:cubicBezTo>
                    <a:cubicBezTo>
                      <a:pt x="2691" y="2196"/>
                      <a:pt x="2705" y="2202"/>
                      <a:pt x="2731" y="2189"/>
                    </a:cubicBezTo>
                    <a:cubicBezTo>
                      <a:pt x="2776" y="2167"/>
                      <a:pt x="2787" y="2116"/>
                      <a:pt x="2756" y="2077"/>
                    </a:cubicBezTo>
                    <a:cubicBezTo>
                      <a:pt x="2740" y="2057"/>
                      <a:pt x="2723" y="2060"/>
                      <a:pt x="2711" y="2082"/>
                    </a:cubicBezTo>
                    <a:cubicBezTo>
                      <a:pt x="2704" y="2095"/>
                      <a:pt x="2692" y="2105"/>
                      <a:pt x="2682" y="2117"/>
                    </a:cubicBezTo>
                    <a:lnTo>
                      <a:pt x="2682" y="2116"/>
                    </a:lnTo>
                    <a:moveTo>
                      <a:pt x="634" y="1962"/>
                    </a:moveTo>
                    <a:cubicBezTo>
                      <a:pt x="675" y="1954"/>
                      <a:pt x="701" y="1935"/>
                      <a:pt x="713" y="1905"/>
                    </a:cubicBezTo>
                    <a:cubicBezTo>
                      <a:pt x="723" y="1877"/>
                      <a:pt x="707" y="1862"/>
                      <a:pt x="689" y="1848"/>
                    </a:cubicBezTo>
                    <a:cubicBezTo>
                      <a:pt x="669" y="1833"/>
                      <a:pt x="651" y="1838"/>
                      <a:pt x="638" y="1856"/>
                    </a:cubicBezTo>
                    <a:cubicBezTo>
                      <a:pt x="608" y="1895"/>
                      <a:pt x="598" y="1914"/>
                      <a:pt x="634" y="1962"/>
                    </a:cubicBezTo>
                    <a:moveTo>
                      <a:pt x="2631" y="3087"/>
                    </a:moveTo>
                    <a:cubicBezTo>
                      <a:pt x="2648" y="3077"/>
                      <a:pt x="2668" y="3070"/>
                      <a:pt x="2683" y="3057"/>
                    </a:cubicBezTo>
                    <a:cubicBezTo>
                      <a:pt x="2701" y="3040"/>
                      <a:pt x="2711" y="3017"/>
                      <a:pt x="2690" y="2994"/>
                    </a:cubicBezTo>
                    <a:cubicBezTo>
                      <a:pt x="2669" y="2971"/>
                      <a:pt x="2647" y="2976"/>
                      <a:pt x="2626" y="2992"/>
                    </a:cubicBezTo>
                    <a:cubicBezTo>
                      <a:pt x="2612" y="3003"/>
                      <a:pt x="2602" y="3020"/>
                      <a:pt x="2587" y="3030"/>
                    </a:cubicBezTo>
                    <a:cubicBezTo>
                      <a:pt x="2567" y="3044"/>
                      <a:pt x="2569" y="3056"/>
                      <a:pt x="2586" y="3067"/>
                    </a:cubicBezTo>
                    <a:cubicBezTo>
                      <a:pt x="2599" y="3075"/>
                      <a:pt x="2613" y="3079"/>
                      <a:pt x="2631" y="3087"/>
                    </a:cubicBezTo>
                    <a:moveTo>
                      <a:pt x="2455" y="1797"/>
                    </a:moveTo>
                    <a:cubicBezTo>
                      <a:pt x="2455" y="1774"/>
                      <a:pt x="2425" y="1740"/>
                      <a:pt x="2403" y="1739"/>
                    </a:cubicBezTo>
                    <a:cubicBezTo>
                      <a:pt x="2382" y="1739"/>
                      <a:pt x="2356" y="1768"/>
                      <a:pt x="2355" y="1793"/>
                    </a:cubicBezTo>
                    <a:cubicBezTo>
                      <a:pt x="2354" y="1825"/>
                      <a:pt x="2381" y="1862"/>
                      <a:pt x="2406" y="1862"/>
                    </a:cubicBezTo>
                    <a:cubicBezTo>
                      <a:pt x="2427" y="1863"/>
                      <a:pt x="2455" y="1826"/>
                      <a:pt x="2455" y="1797"/>
                    </a:cubicBezTo>
                    <a:moveTo>
                      <a:pt x="2029" y="3008"/>
                    </a:moveTo>
                    <a:cubicBezTo>
                      <a:pt x="2041" y="3027"/>
                      <a:pt x="2051" y="3055"/>
                      <a:pt x="2068" y="3061"/>
                    </a:cubicBezTo>
                    <a:cubicBezTo>
                      <a:pt x="2081" y="3066"/>
                      <a:pt x="2104" y="3042"/>
                      <a:pt x="2122" y="3030"/>
                    </a:cubicBezTo>
                    <a:cubicBezTo>
                      <a:pt x="2123" y="3029"/>
                      <a:pt x="2124" y="3027"/>
                      <a:pt x="2126" y="3025"/>
                    </a:cubicBezTo>
                    <a:cubicBezTo>
                      <a:pt x="2143" y="2999"/>
                      <a:pt x="2136" y="2974"/>
                      <a:pt x="2118" y="2954"/>
                    </a:cubicBezTo>
                    <a:cubicBezTo>
                      <a:pt x="2112" y="2946"/>
                      <a:pt x="2093" y="2943"/>
                      <a:pt x="2085" y="2947"/>
                    </a:cubicBezTo>
                    <a:cubicBezTo>
                      <a:pt x="2062" y="2959"/>
                      <a:pt x="2032" y="2968"/>
                      <a:pt x="2029" y="3008"/>
                    </a:cubicBezTo>
                    <a:moveTo>
                      <a:pt x="803" y="2893"/>
                    </a:moveTo>
                    <a:cubicBezTo>
                      <a:pt x="800" y="2893"/>
                      <a:pt x="795" y="2894"/>
                      <a:pt x="790" y="2896"/>
                    </a:cubicBezTo>
                    <a:cubicBezTo>
                      <a:pt x="767" y="2903"/>
                      <a:pt x="737" y="2945"/>
                      <a:pt x="737" y="2969"/>
                    </a:cubicBezTo>
                    <a:cubicBezTo>
                      <a:pt x="738" y="2999"/>
                      <a:pt x="759" y="3016"/>
                      <a:pt x="784" y="3002"/>
                    </a:cubicBezTo>
                    <a:cubicBezTo>
                      <a:pt x="806" y="2989"/>
                      <a:pt x="827" y="2970"/>
                      <a:pt x="841" y="2948"/>
                    </a:cubicBezTo>
                    <a:cubicBezTo>
                      <a:pt x="858" y="2922"/>
                      <a:pt x="836" y="2893"/>
                      <a:pt x="803" y="2893"/>
                    </a:cubicBezTo>
                    <a:moveTo>
                      <a:pt x="419" y="2166"/>
                    </a:moveTo>
                    <a:cubicBezTo>
                      <a:pt x="413" y="2153"/>
                      <a:pt x="410" y="2137"/>
                      <a:pt x="400" y="2127"/>
                    </a:cubicBezTo>
                    <a:cubicBezTo>
                      <a:pt x="390" y="2117"/>
                      <a:pt x="374" y="2113"/>
                      <a:pt x="360" y="2106"/>
                    </a:cubicBezTo>
                    <a:cubicBezTo>
                      <a:pt x="354" y="2122"/>
                      <a:pt x="346" y="2138"/>
                      <a:pt x="343" y="2154"/>
                    </a:cubicBezTo>
                    <a:cubicBezTo>
                      <a:pt x="339" y="2170"/>
                      <a:pt x="342" y="2188"/>
                      <a:pt x="339" y="2204"/>
                    </a:cubicBezTo>
                    <a:cubicBezTo>
                      <a:pt x="334" y="2226"/>
                      <a:pt x="343" y="2242"/>
                      <a:pt x="362" y="2247"/>
                    </a:cubicBezTo>
                    <a:cubicBezTo>
                      <a:pt x="373" y="2249"/>
                      <a:pt x="391" y="2239"/>
                      <a:pt x="397" y="2229"/>
                    </a:cubicBezTo>
                    <a:cubicBezTo>
                      <a:pt x="407" y="2211"/>
                      <a:pt x="412" y="2189"/>
                      <a:pt x="419" y="2166"/>
                    </a:cubicBezTo>
                    <a:moveTo>
                      <a:pt x="2216" y="2278"/>
                    </a:moveTo>
                    <a:cubicBezTo>
                      <a:pt x="2254" y="2279"/>
                      <a:pt x="2284" y="2251"/>
                      <a:pt x="2284" y="2216"/>
                    </a:cubicBezTo>
                    <a:cubicBezTo>
                      <a:pt x="2284" y="2195"/>
                      <a:pt x="2262" y="2170"/>
                      <a:pt x="2242" y="2169"/>
                    </a:cubicBezTo>
                    <a:cubicBezTo>
                      <a:pt x="2218" y="2168"/>
                      <a:pt x="2179" y="2209"/>
                      <a:pt x="2179" y="2238"/>
                    </a:cubicBezTo>
                    <a:cubicBezTo>
                      <a:pt x="2179" y="2265"/>
                      <a:pt x="2191" y="2279"/>
                      <a:pt x="2216" y="2278"/>
                    </a:cubicBezTo>
                    <a:moveTo>
                      <a:pt x="1625" y="3032"/>
                    </a:moveTo>
                    <a:cubicBezTo>
                      <a:pt x="1626" y="3051"/>
                      <a:pt x="1631" y="3072"/>
                      <a:pt x="1660" y="3072"/>
                    </a:cubicBezTo>
                    <a:cubicBezTo>
                      <a:pt x="1689" y="3073"/>
                      <a:pt x="1731" y="3033"/>
                      <a:pt x="1731" y="3003"/>
                    </a:cubicBezTo>
                    <a:cubicBezTo>
                      <a:pt x="1732" y="2975"/>
                      <a:pt x="1711" y="2966"/>
                      <a:pt x="1688" y="2965"/>
                    </a:cubicBezTo>
                    <a:cubicBezTo>
                      <a:pt x="1651" y="2963"/>
                      <a:pt x="1626" y="2989"/>
                      <a:pt x="1625" y="3032"/>
                    </a:cubicBezTo>
                    <a:moveTo>
                      <a:pt x="503" y="882"/>
                    </a:moveTo>
                    <a:cubicBezTo>
                      <a:pt x="470" y="888"/>
                      <a:pt x="436" y="919"/>
                      <a:pt x="435" y="942"/>
                    </a:cubicBezTo>
                    <a:cubicBezTo>
                      <a:pt x="434" y="968"/>
                      <a:pt x="461" y="1000"/>
                      <a:pt x="483" y="999"/>
                    </a:cubicBezTo>
                    <a:cubicBezTo>
                      <a:pt x="506" y="998"/>
                      <a:pt x="545" y="954"/>
                      <a:pt x="538" y="928"/>
                    </a:cubicBezTo>
                    <a:cubicBezTo>
                      <a:pt x="534" y="911"/>
                      <a:pt x="515" y="897"/>
                      <a:pt x="503" y="882"/>
                    </a:cubicBezTo>
                    <a:moveTo>
                      <a:pt x="2943" y="1431"/>
                    </a:moveTo>
                    <a:cubicBezTo>
                      <a:pt x="2937" y="1450"/>
                      <a:pt x="2934" y="1465"/>
                      <a:pt x="2927" y="1477"/>
                    </a:cubicBezTo>
                    <a:cubicBezTo>
                      <a:pt x="2916" y="1496"/>
                      <a:pt x="2919" y="1535"/>
                      <a:pt x="2936" y="1549"/>
                    </a:cubicBezTo>
                    <a:cubicBezTo>
                      <a:pt x="2952" y="1563"/>
                      <a:pt x="2981" y="1558"/>
                      <a:pt x="2994" y="1534"/>
                    </a:cubicBezTo>
                    <a:cubicBezTo>
                      <a:pt x="3004" y="1516"/>
                      <a:pt x="3013" y="1489"/>
                      <a:pt x="3007" y="1472"/>
                    </a:cubicBezTo>
                    <a:cubicBezTo>
                      <a:pt x="2997" y="1442"/>
                      <a:pt x="2967" y="1432"/>
                      <a:pt x="2943" y="1431"/>
                    </a:cubicBezTo>
                    <a:moveTo>
                      <a:pt x="738" y="2532"/>
                    </a:moveTo>
                    <a:cubicBezTo>
                      <a:pt x="714" y="2585"/>
                      <a:pt x="728" y="2623"/>
                      <a:pt x="773" y="2650"/>
                    </a:cubicBezTo>
                    <a:cubicBezTo>
                      <a:pt x="784" y="2656"/>
                      <a:pt x="807" y="2660"/>
                      <a:pt x="809" y="2657"/>
                    </a:cubicBezTo>
                    <a:cubicBezTo>
                      <a:pt x="817" y="2643"/>
                      <a:pt x="826" y="2622"/>
                      <a:pt x="822" y="2609"/>
                    </a:cubicBezTo>
                    <a:cubicBezTo>
                      <a:pt x="807" y="2570"/>
                      <a:pt x="777" y="2545"/>
                      <a:pt x="738" y="2532"/>
                    </a:cubicBezTo>
                    <a:moveTo>
                      <a:pt x="1366" y="1648"/>
                    </a:moveTo>
                    <a:cubicBezTo>
                      <a:pt x="1380" y="1672"/>
                      <a:pt x="1391" y="1691"/>
                      <a:pt x="1402" y="1709"/>
                    </a:cubicBezTo>
                    <a:cubicBezTo>
                      <a:pt x="1418" y="1698"/>
                      <a:pt x="1435" y="1688"/>
                      <a:pt x="1450" y="1675"/>
                    </a:cubicBezTo>
                    <a:cubicBezTo>
                      <a:pt x="1457" y="1669"/>
                      <a:pt x="1464" y="1657"/>
                      <a:pt x="1464" y="1647"/>
                    </a:cubicBezTo>
                    <a:cubicBezTo>
                      <a:pt x="1465" y="1633"/>
                      <a:pt x="1464" y="1612"/>
                      <a:pt x="1455" y="1605"/>
                    </a:cubicBezTo>
                    <a:cubicBezTo>
                      <a:pt x="1444" y="1596"/>
                      <a:pt x="1419" y="1591"/>
                      <a:pt x="1408" y="1597"/>
                    </a:cubicBezTo>
                    <a:cubicBezTo>
                      <a:pt x="1392" y="1607"/>
                      <a:pt x="1382" y="1628"/>
                      <a:pt x="1366" y="1648"/>
                    </a:cubicBezTo>
                    <a:moveTo>
                      <a:pt x="1048" y="2405"/>
                    </a:moveTo>
                    <a:cubicBezTo>
                      <a:pt x="1130" y="2419"/>
                      <a:pt x="1157" y="2465"/>
                      <a:pt x="1138" y="2559"/>
                    </a:cubicBezTo>
                    <a:cubicBezTo>
                      <a:pt x="1152" y="2551"/>
                      <a:pt x="1165" y="2544"/>
                      <a:pt x="1179" y="2536"/>
                    </a:cubicBezTo>
                    <a:cubicBezTo>
                      <a:pt x="1138" y="2479"/>
                      <a:pt x="1163" y="2427"/>
                      <a:pt x="1187" y="2373"/>
                    </a:cubicBezTo>
                    <a:cubicBezTo>
                      <a:pt x="1145" y="2397"/>
                      <a:pt x="1106" y="2389"/>
                      <a:pt x="1068" y="2370"/>
                    </a:cubicBezTo>
                    <a:cubicBezTo>
                      <a:pt x="1061" y="2383"/>
                      <a:pt x="1055" y="2394"/>
                      <a:pt x="1048" y="2405"/>
                    </a:cubicBezTo>
                    <a:moveTo>
                      <a:pt x="755" y="2407"/>
                    </a:moveTo>
                    <a:cubicBezTo>
                      <a:pt x="756" y="2370"/>
                      <a:pt x="727" y="2334"/>
                      <a:pt x="701" y="2331"/>
                    </a:cubicBezTo>
                    <a:cubicBezTo>
                      <a:pt x="694" y="2330"/>
                      <a:pt x="685" y="2332"/>
                      <a:pt x="681" y="2336"/>
                    </a:cubicBezTo>
                    <a:cubicBezTo>
                      <a:pt x="657" y="2364"/>
                      <a:pt x="656" y="2386"/>
                      <a:pt x="681" y="2417"/>
                    </a:cubicBezTo>
                    <a:cubicBezTo>
                      <a:pt x="692" y="2432"/>
                      <a:pt x="716" y="2449"/>
                      <a:pt x="728" y="2446"/>
                    </a:cubicBezTo>
                    <a:cubicBezTo>
                      <a:pt x="742" y="2442"/>
                      <a:pt x="750" y="2416"/>
                      <a:pt x="755" y="2407"/>
                    </a:cubicBezTo>
                    <a:moveTo>
                      <a:pt x="2745" y="2967"/>
                    </a:moveTo>
                    <a:cubicBezTo>
                      <a:pt x="2747" y="3016"/>
                      <a:pt x="2769" y="3028"/>
                      <a:pt x="2802" y="3012"/>
                    </a:cubicBezTo>
                    <a:cubicBezTo>
                      <a:pt x="2841" y="2992"/>
                      <a:pt x="2855" y="2972"/>
                      <a:pt x="2843" y="2946"/>
                    </a:cubicBezTo>
                    <a:cubicBezTo>
                      <a:pt x="2833" y="2924"/>
                      <a:pt x="2813" y="2903"/>
                      <a:pt x="2790" y="2916"/>
                    </a:cubicBezTo>
                    <a:cubicBezTo>
                      <a:pt x="2769" y="2927"/>
                      <a:pt x="2756" y="2954"/>
                      <a:pt x="2745" y="2967"/>
                    </a:cubicBezTo>
                    <a:moveTo>
                      <a:pt x="3335" y="1679"/>
                    </a:moveTo>
                    <a:cubicBezTo>
                      <a:pt x="3312" y="1703"/>
                      <a:pt x="3292" y="1723"/>
                      <a:pt x="3273" y="1743"/>
                    </a:cubicBezTo>
                    <a:cubicBezTo>
                      <a:pt x="3283" y="1755"/>
                      <a:pt x="3302" y="1777"/>
                      <a:pt x="3321" y="1800"/>
                    </a:cubicBezTo>
                    <a:cubicBezTo>
                      <a:pt x="3349" y="1793"/>
                      <a:pt x="3367" y="1773"/>
                      <a:pt x="3369" y="1746"/>
                    </a:cubicBezTo>
                    <a:cubicBezTo>
                      <a:pt x="3371" y="1715"/>
                      <a:pt x="3354" y="1690"/>
                      <a:pt x="3335" y="1679"/>
                    </a:cubicBezTo>
                    <a:moveTo>
                      <a:pt x="2214" y="1633"/>
                    </a:moveTo>
                    <a:cubicBezTo>
                      <a:pt x="2254" y="1665"/>
                      <a:pt x="2292" y="1697"/>
                      <a:pt x="2332" y="1730"/>
                    </a:cubicBezTo>
                    <a:cubicBezTo>
                      <a:pt x="2342" y="1723"/>
                      <a:pt x="2357" y="1712"/>
                      <a:pt x="2375" y="1699"/>
                    </a:cubicBezTo>
                    <a:cubicBezTo>
                      <a:pt x="2337" y="1679"/>
                      <a:pt x="2314" y="1651"/>
                      <a:pt x="2314" y="1611"/>
                    </a:cubicBezTo>
                    <a:cubicBezTo>
                      <a:pt x="2282" y="1618"/>
                      <a:pt x="2251" y="1625"/>
                      <a:pt x="2214" y="1633"/>
                    </a:cubicBezTo>
                    <a:moveTo>
                      <a:pt x="2923" y="2888"/>
                    </a:moveTo>
                    <a:cubicBezTo>
                      <a:pt x="2927" y="2895"/>
                      <a:pt x="2933" y="2914"/>
                      <a:pt x="2946" y="2921"/>
                    </a:cubicBezTo>
                    <a:cubicBezTo>
                      <a:pt x="2953" y="2925"/>
                      <a:pt x="2975" y="2915"/>
                      <a:pt x="2984" y="2905"/>
                    </a:cubicBezTo>
                    <a:cubicBezTo>
                      <a:pt x="2999" y="2886"/>
                      <a:pt x="3012" y="2864"/>
                      <a:pt x="3023" y="2842"/>
                    </a:cubicBezTo>
                    <a:cubicBezTo>
                      <a:pt x="3033" y="2820"/>
                      <a:pt x="3019" y="2809"/>
                      <a:pt x="2998" y="2807"/>
                    </a:cubicBezTo>
                    <a:cubicBezTo>
                      <a:pt x="2972" y="2805"/>
                      <a:pt x="2923" y="2851"/>
                      <a:pt x="2923" y="2888"/>
                    </a:cubicBezTo>
                    <a:moveTo>
                      <a:pt x="267" y="1987"/>
                    </a:moveTo>
                    <a:cubicBezTo>
                      <a:pt x="269" y="1985"/>
                      <a:pt x="271" y="1983"/>
                      <a:pt x="273" y="1981"/>
                    </a:cubicBezTo>
                    <a:cubicBezTo>
                      <a:pt x="256" y="1964"/>
                      <a:pt x="242" y="1944"/>
                      <a:pt x="223" y="1932"/>
                    </a:cubicBezTo>
                    <a:cubicBezTo>
                      <a:pt x="216" y="1927"/>
                      <a:pt x="195" y="1939"/>
                      <a:pt x="185" y="1947"/>
                    </a:cubicBezTo>
                    <a:cubicBezTo>
                      <a:pt x="160" y="1968"/>
                      <a:pt x="184" y="1989"/>
                      <a:pt x="192" y="2005"/>
                    </a:cubicBezTo>
                    <a:cubicBezTo>
                      <a:pt x="199" y="2023"/>
                      <a:pt x="219" y="2035"/>
                      <a:pt x="233" y="2049"/>
                    </a:cubicBezTo>
                    <a:cubicBezTo>
                      <a:pt x="244" y="2034"/>
                      <a:pt x="254" y="2019"/>
                      <a:pt x="264" y="2003"/>
                    </a:cubicBezTo>
                    <a:cubicBezTo>
                      <a:pt x="267" y="1999"/>
                      <a:pt x="266" y="1993"/>
                      <a:pt x="267" y="1988"/>
                    </a:cubicBezTo>
                    <a:lnTo>
                      <a:pt x="267" y="1987"/>
                    </a:lnTo>
                    <a:moveTo>
                      <a:pt x="1789" y="759"/>
                    </a:moveTo>
                    <a:cubicBezTo>
                      <a:pt x="1785" y="775"/>
                      <a:pt x="1780" y="788"/>
                      <a:pt x="1780" y="801"/>
                    </a:cubicBezTo>
                    <a:cubicBezTo>
                      <a:pt x="1781" y="816"/>
                      <a:pt x="1781" y="837"/>
                      <a:pt x="1791" y="845"/>
                    </a:cubicBezTo>
                    <a:cubicBezTo>
                      <a:pt x="1802" y="855"/>
                      <a:pt x="1825" y="859"/>
                      <a:pt x="1839" y="854"/>
                    </a:cubicBezTo>
                    <a:cubicBezTo>
                      <a:pt x="1862" y="846"/>
                      <a:pt x="1876" y="825"/>
                      <a:pt x="1867" y="797"/>
                    </a:cubicBezTo>
                    <a:cubicBezTo>
                      <a:pt x="1856" y="767"/>
                      <a:pt x="1822" y="751"/>
                      <a:pt x="1789" y="759"/>
                    </a:cubicBezTo>
                    <a:moveTo>
                      <a:pt x="2916" y="2671"/>
                    </a:moveTo>
                    <a:cubicBezTo>
                      <a:pt x="2917" y="2695"/>
                      <a:pt x="2938" y="2720"/>
                      <a:pt x="2959" y="2720"/>
                    </a:cubicBezTo>
                    <a:cubicBezTo>
                      <a:pt x="2980" y="2720"/>
                      <a:pt x="3021" y="2672"/>
                      <a:pt x="3020" y="2647"/>
                    </a:cubicBezTo>
                    <a:cubicBezTo>
                      <a:pt x="3019" y="2624"/>
                      <a:pt x="3004" y="2616"/>
                      <a:pt x="2983" y="2617"/>
                    </a:cubicBezTo>
                    <a:cubicBezTo>
                      <a:pt x="2953" y="2618"/>
                      <a:pt x="2915" y="2649"/>
                      <a:pt x="2916" y="2671"/>
                    </a:cubicBezTo>
                    <a:moveTo>
                      <a:pt x="2782" y="2206"/>
                    </a:moveTo>
                    <a:cubicBezTo>
                      <a:pt x="2687" y="2268"/>
                      <a:pt x="2655" y="2246"/>
                      <a:pt x="2629" y="2103"/>
                    </a:cubicBezTo>
                    <a:cubicBezTo>
                      <a:pt x="2618" y="2111"/>
                      <a:pt x="2607" y="2118"/>
                      <a:pt x="2596" y="2126"/>
                    </a:cubicBezTo>
                    <a:cubicBezTo>
                      <a:pt x="2600" y="2125"/>
                      <a:pt x="2603" y="2125"/>
                      <a:pt x="2606" y="2124"/>
                    </a:cubicBezTo>
                    <a:cubicBezTo>
                      <a:pt x="2620" y="2167"/>
                      <a:pt x="2635" y="2210"/>
                      <a:pt x="2650" y="2255"/>
                    </a:cubicBezTo>
                    <a:cubicBezTo>
                      <a:pt x="2653" y="2254"/>
                      <a:pt x="2664" y="2248"/>
                      <a:pt x="2673" y="2249"/>
                    </a:cubicBezTo>
                    <a:cubicBezTo>
                      <a:pt x="2699" y="2253"/>
                      <a:pt x="2725" y="2258"/>
                      <a:pt x="2750" y="2265"/>
                    </a:cubicBezTo>
                    <a:cubicBezTo>
                      <a:pt x="2771" y="2271"/>
                      <a:pt x="2790" y="2282"/>
                      <a:pt x="2813" y="2292"/>
                    </a:cubicBezTo>
                    <a:cubicBezTo>
                      <a:pt x="2800" y="2258"/>
                      <a:pt x="2791" y="2233"/>
                      <a:pt x="2782" y="2206"/>
                    </a:cubicBezTo>
                    <a:moveTo>
                      <a:pt x="967" y="2385"/>
                    </a:moveTo>
                    <a:cubicBezTo>
                      <a:pt x="938" y="2407"/>
                      <a:pt x="904" y="2413"/>
                      <a:pt x="875" y="2388"/>
                    </a:cubicBezTo>
                    <a:cubicBezTo>
                      <a:pt x="850" y="2367"/>
                      <a:pt x="831" y="2339"/>
                      <a:pt x="809" y="2313"/>
                    </a:cubicBezTo>
                    <a:cubicBezTo>
                      <a:pt x="801" y="2317"/>
                      <a:pt x="788" y="2323"/>
                      <a:pt x="776" y="2328"/>
                    </a:cubicBezTo>
                    <a:cubicBezTo>
                      <a:pt x="784" y="2347"/>
                      <a:pt x="792" y="2366"/>
                      <a:pt x="796" y="2376"/>
                    </a:cubicBezTo>
                    <a:cubicBezTo>
                      <a:pt x="822" y="2391"/>
                      <a:pt x="842" y="2403"/>
                      <a:pt x="861" y="2414"/>
                    </a:cubicBezTo>
                    <a:cubicBezTo>
                      <a:pt x="883" y="2414"/>
                      <a:pt x="908" y="2408"/>
                      <a:pt x="929" y="2416"/>
                    </a:cubicBezTo>
                    <a:cubicBezTo>
                      <a:pt x="948" y="2423"/>
                      <a:pt x="963" y="2443"/>
                      <a:pt x="979" y="2458"/>
                    </a:cubicBezTo>
                    <a:cubicBezTo>
                      <a:pt x="984" y="2444"/>
                      <a:pt x="990" y="2429"/>
                      <a:pt x="995" y="2416"/>
                    </a:cubicBezTo>
                    <a:cubicBezTo>
                      <a:pt x="985" y="2405"/>
                      <a:pt x="977" y="2396"/>
                      <a:pt x="967" y="2385"/>
                    </a:cubicBezTo>
                    <a:moveTo>
                      <a:pt x="2841" y="1540"/>
                    </a:moveTo>
                    <a:cubicBezTo>
                      <a:pt x="2826" y="1515"/>
                      <a:pt x="2815" y="1489"/>
                      <a:pt x="2798" y="1468"/>
                    </a:cubicBezTo>
                    <a:cubicBezTo>
                      <a:pt x="2792" y="1460"/>
                      <a:pt x="2768" y="1455"/>
                      <a:pt x="2761" y="1461"/>
                    </a:cubicBezTo>
                    <a:cubicBezTo>
                      <a:pt x="2752" y="1469"/>
                      <a:pt x="2745" y="1488"/>
                      <a:pt x="2747" y="1500"/>
                    </a:cubicBezTo>
                    <a:cubicBezTo>
                      <a:pt x="2751" y="1521"/>
                      <a:pt x="2760" y="1542"/>
                      <a:pt x="2773" y="1558"/>
                    </a:cubicBezTo>
                    <a:cubicBezTo>
                      <a:pt x="2781" y="1569"/>
                      <a:pt x="2801" y="1575"/>
                      <a:pt x="2814" y="1575"/>
                    </a:cubicBezTo>
                    <a:cubicBezTo>
                      <a:pt x="2822" y="1574"/>
                      <a:pt x="2829" y="1556"/>
                      <a:pt x="2841" y="1540"/>
                    </a:cubicBezTo>
                    <a:moveTo>
                      <a:pt x="1107" y="2508"/>
                    </a:moveTo>
                    <a:cubicBezTo>
                      <a:pt x="1109" y="2506"/>
                      <a:pt x="1111" y="2503"/>
                      <a:pt x="1114" y="2501"/>
                    </a:cubicBezTo>
                    <a:cubicBezTo>
                      <a:pt x="1097" y="2485"/>
                      <a:pt x="1083" y="2465"/>
                      <a:pt x="1063" y="2454"/>
                    </a:cubicBezTo>
                    <a:cubicBezTo>
                      <a:pt x="1056" y="2450"/>
                      <a:pt x="1031" y="2465"/>
                      <a:pt x="1024" y="2477"/>
                    </a:cubicBezTo>
                    <a:cubicBezTo>
                      <a:pt x="1018" y="2488"/>
                      <a:pt x="1022" y="2509"/>
                      <a:pt x="1028" y="2522"/>
                    </a:cubicBezTo>
                    <a:cubicBezTo>
                      <a:pt x="1036" y="2539"/>
                      <a:pt x="1051" y="2552"/>
                      <a:pt x="1064" y="2567"/>
                    </a:cubicBezTo>
                    <a:cubicBezTo>
                      <a:pt x="1077" y="2550"/>
                      <a:pt x="1091" y="2534"/>
                      <a:pt x="1104" y="2517"/>
                    </a:cubicBezTo>
                    <a:cubicBezTo>
                      <a:pt x="1106" y="2515"/>
                      <a:pt x="1106" y="2511"/>
                      <a:pt x="1107" y="2508"/>
                    </a:cubicBezTo>
                    <a:moveTo>
                      <a:pt x="3208" y="1831"/>
                    </a:moveTo>
                    <a:cubicBezTo>
                      <a:pt x="3191" y="1877"/>
                      <a:pt x="3175" y="1918"/>
                      <a:pt x="3159" y="1962"/>
                    </a:cubicBezTo>
                    <a:cubicBezTo>
                      <a:pt x="3217" y="1984"/>
                      <a:pt x="3210" y="2035"/>
                      <a:pt x="3193" y="2085"/>
                    </a:cubicBezTo>
                    <a:cubicBezTo>
                      <a:pt x="3221" y="2081"/>
                      <a:pt x="3247" y="2078"/>
                      <a:pt x="3278" y="2074"/>
                    </a:cubicBezTo>
                    <a:cubicBezTo>
                      <a:pt x="3272" y="2068"/>
                      <a:pt x="3268" y="2061"/>
                      <a:pt x="3262" y="2057"/>
                    </a:cubicBezTo>
                    <a:cubicBezTo>
                      <a:pt x="3252" y="2050"/>
                      <a:pt x="3235" y="2047"/>
                      <a:pt x="3230" y="2037"/>
                    </a:cubicBezTo>
                    <a:cubicBezTo>
                      <a:pt x="3208" y="1989"/>
                      <a:pt x="3183" y="1939"/>
                      <a:pt x="3207" y="1884"/>
                    </a:cubicBezTo>
                    <a:cubicBezTo>
                      <a:pt x="3214" y="1867"/>
                      <a:pt x="3227" y="1852"/>
                      <a:pt x="3238" y="1835"/>
                    </a:cubicBezTo>
                    <a:cubicBezTo>
                      <a:pt x="3225" y="1833"/>
                      <a:pt x="3214" y="1831"/>
                      <a:pt x="3208" y="1830"/>
                    </a:cubicBezTo>
                    <a:lnTo>
                      <a:pt x="3208" y="1831"/>
                    </a:lnTo>
                    <a:moveTo>
                      <a:pt x="2946" y="2379"/>
                    </a:moveTo>
                    <a:cubicBezTo>
                      <a:pt x="2952" y="2388"/>
                      <a:pt x="2962" y="2401"/>
                      <a:pt x="2970" y="2412"/>
                    </a:cubicBezTo>
                    <a:cubicBezTo>
                      <a:pt x="3002" y="2414"/>
                      <a:pt x="3033" y="2417"/>
                      <a:pt x="3063" y="2419"/>
                    </a:cubicBezTo>
                    <a:cubicBezTo>
                      <a:pt x="3068" y="2402"/>
                      <a:pt x="3074" y="2383"/>
                      <a:pt x="3079" y="2367"/>
                    </a:cubicBezTo>
                    <a:cubicBezTo>
                      <a:pt x="3062" y="2356"/>
                      <a:pt x="3045" y="2346"/>
                      <a:pt x="3036" y="2340"/>
                    </a:cubicBezTo>
                    <a:cubicBezTo>
                      <a:pt x="3004" y="2354"/>
                      <a:pt x="2976" y="2366"/>
                      <a:pt x="2947" y="2379"/>
                    </a:cubicBezTo>
                    <a:lnTo>
                      <a:pt x="2946" y="2379"/>
                    </a:lnTo>
                    <a:moveTo>
                      <a:pt x="966" y="2316"/>
                    </a:moveTo>
                    <a:cubicBezTo>
                      <a:pt x="950" y="2294"/>
                      <a:pt x="940" y="2273"/>
                      <a:pt x="924" y="2261"/>
                    </a:cubicBezTo>
                    <a:cubicBezTo>
                      <a:pt x="916" y="2255"/>
                      <a:pt x="888" y="2259"/>
                      <a:pt x="884" y="2266"/>
                    </a:cubicBezTo>
                    <a:cubicBezTo>
                      <a:pt x="874" y="2283"/>
                      <a:pt x="864" y="2310"/>
                      <a:pt x="871" y="2325"/>
                    </a:cubicBezTo>
                    <a:cubicBezTo>
                      <a:pt x="878" y="2342"/>
                      <a:pt x="904" y="2358"/>
                      <a:pt x="923" y="2359"/>
                    </a:cubicBezTo>
                    <a:cubicBezTo>
                      <a:pt x="935" y="2360"/>
                      <a:pt x="949" y="2333"/>
                      <a:pt x="966" y="2315"/>
                    </a:cubicBezTo>
                    <a:lnTo>
                      <a:pt x="966" y="2316"/>
                    </a:lnTo>
                    <a:moveTo>
                      <a:pt x="1897" y="2506"/>
                    </a:moveTo>
                    <a:cubicBezTo>
                      <a:pt x="1880" y="2513"/>
                      <a:pt x="1856" y="2515"/>
                      <a:pt x="1851" y="2526"/>
                    </a:cubicBezTo>
                    <a:cubicBezTo>
                      <a:pt x="1838" y="2553"/>
                      <a:pt x="1832" y="2585"/>
                      <a:pt x="1827" y="2615"/>
                    </a:cubicBezTo>
                    <a:cubicBezTo>
                      <a:pt x="1825" y="2623"/>
                      <a:pt x="1832" y="2636"/>
                      <a:pt x="1838" y="2639"/>
                    </a:cubicBezTo>
                    <a:cubicBezTo>
                      <a:pt x="1844" y="2642"/>
                      <a:pt x="1857" y="2636"/>
                      <a:pt x="1863" y="2630"/>
                    </a:cubicBezTo>
                    <a:cubicBezTo>
                      <a:pt x="1900" y="2597"/>
                      <a:pt x="1905" y="2555"/>
                      <a:pt x="1897" y="2506"/>
                    </a:cubicBezTo>
                    <a:moveTo>
                      <a:pt x="2822" y="2216"/>
                    </a:moveTo>
                    <a:cubicBezTo>
                      <a:pt x="2831" y="2229"/>
                      <a:pt x="2837" y="2246"/>
                      <a:pt x="2848" y="2250"/>
                    </a:cubicBezTo>
                    <a:cubicBezTo>
                      <a:pt x="2857" y="2254"/>
                      <a:pt x="2876" y="2245"/>
                      <a:pt x="2883" y="2235"/>
                    </a:cubicBezTo>
                    <a:cubicBezTo>
                      <a:pt x="2895" y="2220"/>
                      <a:pt x="2906" y="2200"/>
                      <a:pt x="2908" y="2181"/>
                    </a:cubicBezTo>
                    <a:cubicBezTo>
                      <a:pt x="2909" y="2169"/>
                      <a:pt x="2895" y="2154"/>
                      <a:pt x="2884" y="2144"/>
                    </a:cubicBezTo>
                    <a:cubicBezTo>
                      <a:pt x="2878" y="2139"/>
                      <a:pt x="2858" y="2139"/>
                      <a:pt x="2855" y="2144"/>
                    </a:cubicBezTo>
                    <a:cubicBezTo>
                      <a:pt x="2843" y="2165"/>
                      <a:pt x="2834" y="2189"/>
                      <a:pt x="2822" y="2216"/>
                    </a:cubicBezTo>
                    <a:moveTo>
                      <a:pt x="2729" y="3065"/>
                    </a:moveTo>
                    <a:cubicBezTo>
                      <a:pt x="2772" y="3107"/>
                      <a:pt x="2817" y="3127"/>
                      <a:pt x="2863" y="3075"/>
                    </a:cubicBezTo>
                    <a:cubicBezTo>
                      <a:pt x="2887" y="3049"/>
                      <a:pt x="2891" y="3028"/>
                      <a:pt x="2879" y="3005"/>
                    </a:cubicBezTo>
                    <a:cubicBezTo>
                      <a:pt x="2840" y="3038"/>
                      <a:pt x="2803" y="3075"/>
                      <a:pt x="2744" y="3056"/>
                    </a:cubicBezTo>
                    <a:cubicBezTo>
                      <a:pt x="2740" y="3054"/>
                      <a:pt x="2732" y="3063"/>
                      <a:pt x="2729" y="3065"/>
                    </a:cubicBezTo>
                    <a:moveTo>
                      <a:pt x="2267" y="3078"/>
                    </a:moveTo>
                    <a:cubicBezTo>
                      <a:pt x="2267" y="3082"/>
                      <a:pt x="2267" y="3085"/>
                      <a:pt x="2267" y="3089"/>
                    </a:cubicBezTo>
                    <a:cubicBezTo>
                      <a:pt x="2303" y="3095"/>
                      <a:pt x="2338" y="3102"/>
                      <a:pt x="2374" y="3104"/>
                    </a:cubicBezTo>
                    <a:cubicBezTo>
                      <a:pt x="2385" y="3105"/>
                      <a:pt x="2397" y="3088"/>
                      <a:pt x="2408" y="3079"/>
                    </a:cubicBezTo>
                    <a:cubicBezTo>
                      <a:pt x="2399" y="3069"/>
                      <a:pt x="2392" y="3054"/>
                      <a:pt x="2380" y="3049"/>
                    </a:cubicBezTo>
                    <a:cubicBezTo>
                      <a:pt x="2335" y="3029"/>
                      <a:pt x="2299" y="3049"/>
                      <a:pt x="2267" y="3078"/>
                    </a:cubicBezTo>
                    <a:moveTo>
                      <a:pt x="2236" y="2055"/>
                    </a:moveTo>
                    <a:cubicBezTo>
                      <a:pt x="2229" y="2047"/>
                      <a:pt x="2218" y="2027"/>
                      <a:pt x="2201" y="2021"/>
                    </a:cubicBezTo>
                    <a:cubicBezTo>
                      <a:pt x="2191" y="2017"/>
                      <a:pt x="2163" y="2030"/>
                      <a:pt x="2160" y="2041"/>
                    </a:cubicBezTo>
                    <a:cubicBezTo>
                      <a:pt x="2154" y="2065"/>
                      <a:pt x="2158" y="2091"/>
                      <a:pt x="2158" y="2117"/>
                    </a:cubicBezTo>
                    <a:cubicBezTo>
                      <a:pt x="2158" y="2119"/>
                      <a:pt x="2167" y="2123"/>
                      <a:pt x="2172" y="2123"/>
                    </a:cubicBezTo>
                    <a:cubicBezTo>
                      <a:pt x="2198" y="2127"/>
                      <a:pt x="2236" y="2093"/>
                      <a:pt x="2236" y="2055"/>
                    </a:cubicBezTo>
                    <a:moveTo>
                      <a:pt x="3369" y="1976"/>
                    </a:moveTo>
                    <a:cubicBezTo>
                      <a:pt x="3403" y="1973"/>
                      <a:pt x="3417" y="1956"/>
                      <a:pt x="3419" y="1926"/>
                    </a:cubicBezTo>
                    <a:cubicBezTo>
                      <a:pt x="3421" y="1891"/>
                      <a:pt x="3419" y="1857"/>
                      <a:pt x="3386" y="1837"/>
                    </a:cubicBezTo>
                    <a:cubicBezTo>
                      <a:pt x="3368" y="1825"/>
                      <a:pt x="3353" y="1836"/>
                      <a:pt x="3342" y="1854"/>
                    </a:cubicBezTo>
                    <a:cubicBezTo>
                      <a:pt x="3378" y="1890"/>
                      <a:pt x="3380" y="1930"/>
                      <a:pt x="3369" y="1976"/>
                    </a:cubicBezTo>
                    <a:moveTo>
                      <a:pt x="1205" y="704"/>
                    </a:moveTo>
                    <a:cubicBezTo>
                      <a:pt x="1209" y="708"/>
                      <a:pt x="1218" y="721"/>
                      <a:pt x="1229" y="724"/>
                    </a:cubicBezTo>
                    <a:cubicBezTo>
                      <a:pt x="1254" y="729"/>
                      <a:pt x="1285" y="697"/>
                      <a:pt x="1286" y="668"/>
                    </a:cubicBezTo>
                    <a:cubicBezTo>
                      <a:pt x="1286" y="646"/>
                      <a:pt x="1283" y="625"/>
                      <a:pt x="1255" y="623"/>
                    </a:cubicBezTo>
                    <a:cubicBezTo>
                      <a:pt x="1226" y="620"/>
                      <a:pt x="1207" y="649"/>
                      <a:pt x="1205" y="704"/>
                    </a:cubicBezTo>
                    <a:moveTo>
                      <a:pt x="1460" y="1419"/>
                    </a:moveTo>
                    <a:cubicBezTo>
                      <a:pt x="1440" y="1420"/>
                      <a:pt x="1418" y="1421"/>
                      <a:pt x="1402" y="1422"/>
                    </a:cubicBezTo>
                    <a:cubicBezTo>
                      <a:pt x="1411" y="1462"/>
                      <a:pt x="1419" y="1504"/>
                      <a:pt x="1429" y="1548"/>
                    </a:cubicBezTo>
                    <a:cubicBezTo>
                      <a:pt x="1441" y="1551"/>
                      <a:pt x="1458" y="1557"/>
                      <a:pt x="1468" y="1559"/>
                    </a:cubicBezTo>
                    <a:cubicBezTo>
                      <a:pt x="1465" y="1514"/>
                      <a:pt x="1463" y="1467"/>
                      <a:pt x="1460" y="1419"/>
                    </a:cubicBezTo>
                    <a:moveTo>
                      <a:pt x="1545" y="812"/>
                    </a:moveTo>
                    <a:cubicBezTo>
                      <a:pt x="1574" y="788"/>
                      <a:pt x="1602" y="766"/>
                      <a:pt x="1630" y="743"/>
                    </a:cubicBezTo>
                    <a:cubicBezTo>
                      <a:pt x="1608" y="710"/>
                      <a:pt x="1574" y="685"/>
                      <a:pt x="1522" y="672"/>
                    </a:cubicBezTo>
                    <a:cubicBezTo>
                      <a:pt x="1569" y="724"/>
                      <a:pt x="1570" y="744"/>
                      <a:pt x="1530" y="794"/>
                    </a:cubicBezTo>
                    <a:cubicBezTo>
                      <a:pt x="1536" y="801"/>
                      <a:pt x="1542" y="808"/>
                      <a:pt x="1545" y="812"/>
                    </a:cubicBezTo>
                    <a:moveTo>
                      <a:pt x="2861" y="2410"/>
                    </a:moveTo>
                    <a:cubicBezTo>
                      <a:pt x="2861" y="2433"/>
                      <a:pt x="2863" y="2448"/>
                      <a:pt x="2861" y="2462"/>
                    </a:cubicBezTo>
                    <a:cubicBezTo>
                      <a:pt x="2859" y="2486"/>
                      <a:pt x="2881" y="2516"/>
                      <a:pt x="2894" y="2505"/>
                    </a:cubicBezTo>
                    <a:cubicBezTo>
                      <a:pt x="2911" y="2492"/>
                      <a:pt x="2927" y="2472"/>
                      <a:pt x="2932" y="2452"/>
                    </a:cubicBezTo>
                    <a:cubicBezTo>
                      <a:pt x="2936" y="2440"/>
                      <a:pt x="2922" y="2415"/>
                      <a:pt x="2909" y="2408"/>
                    </a:cubicBezTo>
                    <a:cubicBezTo>
                      <a:pt x="2896" y="2401"/>
                      <a:pt x="2875" y="2409"/>
                      <a:pt x="2861" y="2410"/>
                    </a:cubicBezTo>
                    <a:moveTo>
                      <a:pt x="2459" y="865"/>
                    </a:moveTo>
                    <a:cubicBezTo>
                      <a:pt x="2450" y="837"/>
                      <a:pt x="2426" y="824"/>
                      <a:pt x="2399" y="825"/>
                    </a:cubicBezTo>
                    <a:cubicBezTo>
                      <a:pt x="2384" y="826"/>
                      <a:pt x="2366" y="843"/>
                      <a:pt x="2356" y="858"/>
                    </a:cubicBezTo>
                    <a:cubicBezTo>
                      <a:pt x="2344" y="877"/>
                      <a:pt x="2356" y="892"/>
                      <a:pt x="2379" y="895"/>
                    </a:cubicBezTo>
                    <a:cubicBezTo>
                      <a:pt x="2410" y="899"/>
                      <a:pt x="2436" y="892"/>
                      <a:pt x="2459" y="865"/>
                    </a:cubicBezTo>
                    <a:moveTo>
                      <a:pt x="988" y="1325"/>
                    </a:moveTo>
                    <a:cubicBezTo>
                      <a:pt x="948" y="1333"/>
                      <a:pt x="924" y="1353"/>
                      <a:pt x="914" y="1388"/>
                    </a:cubicBezTo>
                    <a:cubicBezTo>
                      <a:pt x="911" y="1399"/>
                      <a:pt x="911" y="1418"/>
                      <a:pt x="916" y="1421"/>
                    </a:cubicBezTo>
                    <a:cubicBezTo>
                      <a:pt x="926" y="1427"/>
                      <a:pt x="944" y="1428"/>
                      <a:pt x="953" y="1422"/>
                    </a:cubicBezTo>
                    <a:cubicBezTo>
                      <a:pt x="986" y="1400"/>
                      <a:pt x="995" y="1367"/>
                      <a:pt x="988" y="1325"/>
                    </a:cubicBezTo>
                    <a:moveTo>
                      <a:pt x="528" y="1465"/>
                    </a:moveTo>
                    <a:cubicBezTo>
                      <a:pt x="623" y="1426"/>
                      <a:pt x="641" y="1512"/>
                      <a:pt x="682" y="1552"/>
                    </a:cubicBezTo>
                    <a:cubicBezTo>
                      <a:pt x="667" y="1504"/>
                      <a:pt x="651" y="1454"/>
                      <a:pt x="637" y="1410"/>
                    </a:cubicBezTo>
                    <a:cubicBezTo>
                      <a:pt x="606" y="1420"/>
                      <a:pt x="569" y="1432"/>
                      <a:pt x="530" y="1444"/>
                    </a:cubicBezTo>
                    <a:cubicBezTo>
                      <a:pt x="529" y="1447"/>
                      <a:pt x="529" y="1454"/>
                      <a:pt x="528" y="1465"/>
                    </a:cubicBezTo>
                    <a:moveTo>
                      <a:pt x="2589" y="1598"/>
                    </a:moveTo>
                    <a:cubicBezTo>
                      <a:pt x="2590" y="1620"/>
                      <a:pt x="2592" y="1643"/>
                      <a:pt x="2620" y="1646"/>
                    </a:cubicBezTo>
                    <a:cubicBezTo>
                      <a:pt x="2640" y="1648"/>
                      <a:pt x="2672" y="1612"/>
                      <a:pt x="2671" y="1590"/>
                    </a:cubicBezTo>
                    <a:cubicBezTo>
                      <a:pt x="2669" y="1564"/>
                      <a:pt x="2649" y="1561"/>
                      <a:pt x="2629" y="1560"/>
                    </a:cubicBezTo>
                    <a:cubicBezTo>
                      <a:pt x="2603" y="1559"/>
                      <a:pt x="2587" y="1568"/>
                      <a:pt x="2589" y="1598"/>
                    </a:cubicBezTo>
                    <a:moveTo>
                      <a:pt x="973" y="3076"/>
                    </a:moveTo>
                    <a:cubicBezTo>
                      <a:pt x="1007" y="3050"/>
                      <a:pt x="1039" y="3026"/>
                      <a:pt x="1070" y="3002"/>
                    </a:cubicBezTo>
                    <a:cubicBezTo>
                      <a:pt x="1064" y="2998"/>
                      <a:pt x="1054" y="2993"/>
                      <a:pt x="1045" y="2985"/>
                    </a:cubicBezTo>
                    <a:cubicBezTo>
                      <a:pt x="1037" y="2977"/>
                      <a:pt x="1030" y="2968"/>
                      <a:pt x="1024" y="2960"/>
                    </a:cubicBezTo>
                    <a:cubicBezTo>
                      <a:pt x="1012" y="2980"/>
                      <a:pt x="1005" y="2999"/>
                      <a:pt x="991" y="3013"/>
                    </a:cubicBezTo>
                    <a:cubicBezTo>
                      <a:pt x="978" y="3026"/>
                      <a:pt x="958" y="3034"/>
                      <a:pt x="940" y="3045"/>
                    </a:cubicBezTo>
                    <a:cubicBezTo>
                      <a:pt x="951" y="3056"/>
                      <a:pt x="963" y="3066"/>
                      <a:pt x="973" y="3076"/>
                    </a:cubicBezTo>
                    <a:moveTo>
                      <a:pt x="1530" y="1802"/>
                    </a:moveTo>
                    <a:cubicBezTo>
                      <a:pt x="1551" y="1781"/>
                      <a:pt x="1570" y="1770"/>
                      <a:pt x="1579" y="1753"/>
                    </a:cubicBezTo>
                    <a:cubicBezTo>
                      <a:pt x="1585" y="1740"/>
                      <a:pt x="1543" y="1712"/>
                      <a:pt x="1519" y="1713"/>
                    </a:cubicBezTo>
                    <a:cubicBezTo>
                      <a:pt x="1492" y="1714"/>
                      <a:pt x="1485" y="1737"/>
                      <a:pt x="1489" y="1754"/>
                    </a:cubicBezTo>
                    <a:cubicBezTo>
                      <a:pt x="1493" y="1769"/>
                      <a:pt x="1512" y="1781"/>
                      <a:pt x="1530" y="1802"/>
                    </a:cubicBezTo>
                    <a:moveTo>
                      <a:pt x="1194" y="2985"/>
                    </a:moveTo>
                    <a:cubicBezTo>
                      <a:pt x="1206" y="2995"/>
                      <a:pt x="1217" y="3011"/>
                      <a:pt x="1231" y="3015"/>
                    </a:cubicBezTo>
                    <a:cubicBezTo>
                      <a:pt x="1250" y="3021"/>
                      <a:pt x="1291" y="2986"/>
                      <a:pt x="1284" y="2970"/>
                    </a:cubicBezTo>
                    <a:cubicBezTo>
                      <a:pt x="1278" y="2954"/>
                      <a:pt x="1261" y="2940"/>
                      <a:pt x="1245" y="2933"/>
                    </a:cubicBezTo>
                    <a:cubicBezTo>
                      <a:pt x="1229" y="2926"/>
                      <a:pt x="1200" y="2957"/>
                      <a:pt x="1194" y="2985"/>
                    </a:cubicBezTo>
                    <a:moveTo>
                      <a:pt x="1017" y="976"/>
                    </a:moveTo>
                    <a:cubicBezTo>
                      <a:pt x="1011" y="971"/>
                      <a:pt x="1001" y="956"/>
                      <a:pt x="988" y="953"/>
                    </a:cubicBezTo>
                    <a:cubicBezTo>
                      <a:pt x="966" y="949"/>
                      <a:pt x="935" y="976"/>
                      <a:pt x="934" y="995"/>
                    </a:cubicBezTo>
                    <a:cubicBezTo>
                      <a:pt x="933" y="1016"/>
                      <a:pt x="952" y="1033"/>
                      <a:pt x="977" y="1033"/>
                    </a:cubicBezTo>
                    <a:cubicBezTo>
                      <a:pt x="1001" y="1033"/>
                      <a:pt x="1017" y="1015"/>
                      <a:pt x="1017" y="976"/>
                    </a:cubicBezTo>
                    <a:moveTo>
                      <a:pt x="1386" y="712"/>
                    </a:moveTo>
                    <a:cubicBezTo>
                      <a:pt x="1425" y="676"/>
                      <a:pt x="1411" y="598"/>
                      <a:pt x="1365" y="579"/>
                    </a:cubicBezTo>
                    <a:cubicBezTo>
                      <a:pt x="1346" y="619"/>
                      <a:pt x="1355" y="680"/>
                      <a:pt x="1386" y="712"/>
                    </a:cubicBezTo>
                    <a:moveTo>
                      <a:pt x="3361" y="1334"/>
                    </a:moveTo>
                    <a:cubicBezTo>
                      <a:pt x="3356" y="1329"/>
                      <a:pt x="3349" y="1317"/>
                      <a:pt x="3338" y="1314"/>
                    </a:cubicBezTo>
                    <a:cubicBezTo>
                      <a:pt x="3318" y="1308"/>
                      <a:pt x="3277" y="1345"/>
                      <a:pt x="3277" y="1370"/>
                    </a:cubicBezTo>
                    <a:cubicBezTo>
                      <a:pt x="3278" y="1382"/>
                      <a:pt x="3290" y="1399"/>
                      <a:pt x="3300" y="1402"/>
                    </a:cubicBezTo>
                    <a:cubicBezTo>
                      <a:pt x="3321" y="1407"/>
                      <a:pt x="3358" y="1369"/>
                      <a:pt x="3361" y="1334"/>
                    </a:cubicBezTo>
                    <a:moveTo>
                      <a:pt x="451" y="1728"/>
                    </a:moveTo>
                    <a:cubicBezTo>
                      <a:pt x="500" y="1752"/>
                      <a:pt x="538" y="1730"/>
                      <a:pt x="545" y="1677"/>
                    </a:cubicBezTo>
                    <a:cubicBezTo>
                      <a:pt x="481" y="1657"/>
                      <a:pt x="465" y="1666"/>
                      <a:pt x="451" y="1728"/>
                    </a:cubicBezTo>
                    <a:moveTo>
                      <a:pt x="2913" y="1181"/>
                    </a:moveTo>
                    <a:cubicBezTo>
                      <a:pt x="2955" y="1198"/>
                      <a:pt x="2983" y="1191"/>
                      <a:pt x="2993" y="1160"/>
                    </a:cubicBezTo>
                    <a:cubicBezTo>
                      <a:pt x="3000" y="1140"/>
                      <a:pt x="2987" y="1120"/>
                      <a:pt x="2964" y="1115"/>
                    </a:cubicBezTo>
                    <a:cubicBezTo>
                      <a:pt x="2933" y="1109"/>
                      <a:pt x="2921" y="1123"/>
                      <a:pt x="2913" y="1181"/>
                    </a:cubicBezTo>
                    <a:moveTo>
                      <a:pt x="2530" y="1784"/>
                    </a:moveTo>
                    <a:cubicBezTo>
                      <a:pt x="2562" y="1784"/>
                      <a:pt x="2595" y="1760"/>
                      <a:pt x="2587" y="1744"/>
                    </a:cubicBezTo>
                    <a:cubicBezTo>
                      <a:pt x="2579" y="1727"/>
                      <a:pt x="2560" y="1715"/>
                      <a:pt x="2546" y="1700"/>
                    </a:cubicBezTo>
                    <a:cubicBezTo>
                      <a:pt x="2532" y="1718"/>
                      <a:pt x="2513" y="1733"/>
                      <a:pt x="2506" y="1753"/>
                    </a:cubicBezTo>
                    <a:cubicBezTo>
                      <a:pt x="2499" y="1772"/>
                      <a:pt x="2517" y="1784"/>
                      <a:pt x="2530" y="1784"/>
                    </a:cubicBezTo>
                    <a:moveTo>
                      <a:pt x="871" y="1018"/>
                    </a:moveTo>
                    <a:cubicBezTo>
                      <a:pt x="877" y="999"/>
                      <a:pt x="884" y="981"/>
                      <a:pt x="890" y="962"/>
                    </a:cubicBezTo>
                    <a:lnTo>
                      <a:pt x="811" y="962"/>
                    </a:lnTo>
                    <a:cubicBezTo>
                      <a:pt x="806" y="989"/>
                      <a:pt x="801" y="1016"/>
                      <a:pt x="796" y="1044"/>
                    </a:cubicBezTo>
                    <a:cubicBezTo>
                      <a:pt x="823" y="1035"/>
                      <a:pt x="848" y="1026"/>
                      <a:pt x="871" y="1018"/>
                    </a:cubicBezTo>
                    <a:moveTo>
                      <a:pt x="3190" y="2441"/>
                    </a:moveTo>
                    <a:cubicBezTo>
                      <a:pt x="3169" y="2419"/>
                      <a:pt x="3156" y="2395"/>
                      <a:pt x="3139" y="2392"/>
                    </a:cubicBezTo>
                    <a:cubicBezTo>
                      <a:pt x="3118" y="2388"/>
                      <a:pt x="3105" y="2411"/>
                      <a:pt x="3106" y="2435"/>
                    </a:cubicBezTo>
                    <a:cubicBezTo>
                      <a:pt x="3108" y="2458"/>
                      <a:pt x="3115" y="2482"/>
                      <a:pt x="3142" y="2479"/>
                    </a:cubicBezTo>
                    <a:cubicBezTo>
                      <a:pt x="3157" y="2477"/>
                      <a:pt x="3170" y="2458"/>
                      <a:pt x="3190" y="2441"/>
                    </a:cubicBezTo>
                    <a:moveTo>
                      <a:pt x="2981" y="2502"/>
                    </a:moveTo>
                    <a:cubicBezTo>
                      <a:pt x="2982" y="2520"/>
                      <a:pt x="2978" y="2543"/>
                      <a:pt x="3006" y="2545"/>
                    </a:cubicBezTo>
                    <a:cubicBezTo>
                      <a:pt x="3023" y="2547"/>
                      <a:pt x="3052" y="2510"/>
                      <a:pt x="3052" y="2488"/>
                    </a:cubicBezTo>
                    <a:cubicBezTo>
                      <a:pt x="3052" y="2465"/>
                      <a:pt x="3036" y="2456"/>
                      <a:pt x="3016" y="2455"/>
                    </a:cubicBezTo>
                    <a:cubicBezTo>
                      <a:pt x="2984" y="2454"/>
                      <a:pt x="2982" y="2478"/>
                      <a:pt x="2981" y="2502"/>
                    </a:cubicBezTo>
                    <a:moveTo>
                      <a:pt x="92" y="1813"/>
                    </a:moveTo>
                    <a:cubicBezTo>
                      <a:pt x="104" y="1834"/>
                      <a:pt x="113" y="1864"/>
                      <a:pt x="125" y="1866"/>
                    </a:cubicBezTo>
                    <a:cubicBezTo>
                      <a:pt x="153" y="1870"/>
                      <a:pt x="155" y="1839"/>
                      <a:pt x="163" y="1818"/>
                    </a:cubicBezTo>
                    <a:cubicBezTo>
                      <a:pt x="164" y="1818"/>
                      <a:pt x="164" y="1816"/>
                      <a:pt x="164" y="1815"/>
                    </a:cubicBezTo>
                    <a:cubicBezTo>
                      <a:pt x="160" y="1802"/>
                      <a:pt x="158" y="1786"/>
                      <a:pt x="151" y="1775"/>
                    </a:cubicBezTo>
                    <a:cubicBezTo>
                      <a:pt x="147" y="1770"/>
                      <a:pt x="128" y="1769"/>
                      <a:pt x="123" y="1773"/>
                    </a:cubicBezTo>
                    <a:cubicBezTo>
                      <a:pt x="111" y="1783"/>
                      <a:pt x="104" y="1797"/>
                      <a:pt x="92" y="1813"/>
                    </a:cubicBezTo>
                    <a:moveTo>
                      <a:pt x="2736" y="2877"/>
                    </a:moveTo>
                    <a:cubicBezTo>
                      <a:pt x="2712" y="2862"/>
                      <a:pt x="2697" y="2844"/>
                      <a:pt x="2683" y="2845"/>
                    </a:cubicBezTo>
                    <a:cubicBezTo>
                      <a:pt x="2667" y="2846"/>
                      <a:pt x="2645" y="2859"/>
                      <a:pt x="2636" y="2874"/>
                    </a:cubicBezTo>
                    <a:cubicBezTo>
                      <a:pt x="2628" y="2888"/>
                      <a:pt x="2667" y="2922"/>
                      <a:pt x="2688" y="2916"/>
                    </a:cubicBezTo>
                    <a:cubicBezTo>
                      <a:pt x="2703" y="2912"/>
                      <a:pt x="2714" y="2896"/>
                      <a:pt x="2736" y="2877"/>
                    </a:cubicBezTo>
                    <a:moveTo>
                      <a:pt x="1329" y="533"/>
                    </a:moveTo>
                    <a:cubicBezTo>
                      <a:pt x="1308" y="527"/>
                      <a:pt x="1289" y="521"/>
                      <a:pt x="1276" y="517"/>
                    </a:cubicBezTo>
                    <a:cubicBezTo>
                      <a:pt x="1259" y="540"/>
                      <a:pt x="1245" y="561"/>
                      <a:pt x="1233" y="577"/>
                    </a:cubicBezTo>
                    <a:cubicBezTo>
                      <a:pt x="1259" y="584"/>
                      <a:pt x="1288" y="591"/>
                      <a:pt x="1316" y="598"/>
                    </a:cubicBezTo>
                    <a:cubicBezTo>
                      <a:pt x="1320" y="579"/>
                      <a:pt x="1324" y="557"/>
                      <a:pt x="1329" y="533"/>
                    </a:cubicBezTo>
                    <a:moveTo>
                      <a:pt x="259" y="2106"/>
                    </a:moveTo>
                    <a:cubicBezTo>
                      <a:pt x="265" y="2103"/>
                      <a:pt x="287" y="2126"/>
                      <a:pt x="307" y="2098"/>
                    </a:cubicBezTo>
                    <a:cubicBezTo>
                      <a:pt x="332" y="2064"/>
                      <a:pt x="363" y="2056"/>
                      <a:pt x="405" y="2067"/>
                    </a:cubicBezTo>
                    <a:cubicBezTo>
                      <a:pt x="398" y="2053"/>
                      <a:pt x="393" y="2042"/>
                      <a:pt x="387" y="2031"/>
                    </a:cubicBezTo>
                    <a:cubicBezTo>
                      <a:pt x="359" y="2052"/>
                      <a:pt x="330" y="2061"/>
                      <a:pt x="315" y="2051"/>
                    </a:cubicBezTo>
                    <a:cubicBezTo>
                      <a:pt x="296" y="2069"/>
                      <a:pt x="278" y="2088"/>
                      <a:pt x="259" y="2106"/>
                    </a:cubicBezTo>
                    <a:moveTo>
                      <a:pt x="2427" y="664"/>
                    </a:moveTo>
                    <a:cubicBezTo>
                      <a:pt x="2413" y="674"/>
                      <a:pt x="2402" y="685"/>
                      <a:pt x="2389" y="691"/>
                    </a:cubicBezTo>
                    <a:cubicBezTo>
                      <a:pt x="2367" y="702"/>
                      <a:pt x="2369" y="717"/>
                      <a:pt x="2378" y="734"/>
                    </a:cubicBezTo>
                    <a:cubicBezTo>
                      <a:pt x="2387" y="752"/>
                      <a:pt x="2402" y="754"/>
                      <a:pt x="2419" y="746"/>
                    </a:cubicBezTo>
                    <a:cubicBezTo>
                      <a:pt x="2457" y="729"/>
                      <a:pt x="2462" y="700"/>
                      <a:pt x="2427" y="664"/>
                    </a:cubicBezTo>
                    <a:moveTo>
                      <a:pt x="3020" y="1814"/>
                    </a:moveTo>
                    <a:cubicBezTo>
                      <a:pt x="3026" y="1793"/>
                      <a:pt x="3032" y="1775"/>
                      <a:pt x="3039" y="1754"/>
                    </a:cubicBezTo>
                    <a:cubicBezTo>
                      <a:pt x="3001" y="1764"/>
                      <a:pt x="2978" y="1748"/>
                      <a:pt x="2966" y="1728"/>
                    </a:cubicBezTo>
                    <a:cubicBezTo>
                      <a:pt x="2936" y="1730"/>
                      <a:pt x="2911" y="1732"/>
                      <a:pt x="2885" y="1734"/>
                    </a:cubicBezTo>
                    <a:lnTo>
                      <a:pt x="2885" y="1761"/>
                    </a:lnTo>
                    <a:cubicBezTo>
                      <a:pt x="2949" y="1748"/>
                      <a:pt x="2973" y="1758"/>
                      <a:pt x="3019" y="1814"/>
                    </a:cubicBezTo>
                    <a:lnTo>
                      <a:pt x="3020" y="1814"/>
                    </a:lnTo>
                    <a:moveTo>
                      <a:pt x="1929" y="2927"/>
                    </a:moveTo>
                    <a:cubicBezTo>
                      <a:pt x="1982" y="2948"/>
                      <a:pt x="2020" y="2943"/>
                      <a:pt x="2050" y="2912"/>
                    </a:cubicBezTo>
                    <a:cubicBezTo>
                      <a:pt x="2057" y="2905"/>
                      <a:pt x="2058" y="2891"/>
                      <a:pt x="2062" y="2881"/>
                    </a:cubicBezTo>
                    <a:cubicBezTo>
                      <a:pt x="2052" y="2878"/>
                      <a:pt x="2040" y="2870"/>
                      <a:pt x="2034" y="2874"/>
                    </a:cubicBezTo>
                    <a:cubicBezTo>
                      <a:pt x="2000" y="2889"/>
                      <a:pt x="1968" y="2907"/>
                      <a:pt x="1929" y="2927"/>
                    </a:cubicBezTo>
                    <a:moveTo>
                      <a:pt x="2433" y="2740"/>
                    </a:moveTo>
                    <a:cubicBezTo>
                      <a:pt x="2448" y="2719"/>
                      <a:pt x="2465" y="2699"/>
                      <a:pt x="2476" y="2676"/>
                    </a:cubicBezTo>
                    <a:cubicBezTo>
                      <a:pt x="2481" y="2667"/>
                      <a:pt x="2471" y="2652"/>
                      <a:pt x="2468" y="2640"/>
                    </a:cubicBezTo>
                    <a:cubicBezTo>
                      <a:pt x="2454" y="2643"/>
                      <a:pt x="2434" y="2643"/>
                      <a:pt x="2426" y="2652"/>
                    </a:cubicBezTo>
                    <a:cubicBezTo>
                      <a:pt x="2406" y="2676"/>
                      <a:pt x="2408" y="2706"/>
                      <a:pt x="2433" y="2740"/>
                    </a:cubicBezTo>
                    <a:moveTo>
                      <a:pt x="1785" y="3338"/>
                    </a:moveTo>
                    <a:cubicBezTo>
                      <a:pt x="1794" y="3365"/>
                      <a:pt x="1803" y="3392"/>
                      <a:pt x="1813" y="3418"/>
                    </a:cubicBezTo>
                    <a:cubicBezTo>
                      <a:pt x="1816" y="3426"/>
                      <a:pt x="1822" y="3436"/>
                      <a:pt x="1828" y="3438"/>
                    </a:cubicBezTo>
                    <a:cubicBezTo>
                      <a:pt x="1837" y="3440"/>
                      <a:pt x="1851" y="3438"/>
                      <a:pt x="1858" y="3433"/>
                    </a:cubicBezTo>
                    <a:cubicBezTo>
                      <a:pt x="1863" y="3429"/>
                      <a:pt x="1862" y="3415"/>
                      <a:pt x="1860" y="3407"/>
                    </a:cubicBezTo>
                    <a:cubicBezTo>
                      <a:pt x="1855" y="3394"/>
                      <a:pt x="1843" y="3383"/>
                      <a:pt x="1840" y="3370"/>
                    </a:cubicBezTo>
                    <a:cubicBezTo>
                      <a:pt x="1833" y="3334"/>
                      <a:pt x="1812" y="3330"/>
                      <a:pt x="1785" y="3338"/>
                    </a:cubicBezTo>
                    <a:moveTo>
                      <a:pt x="2067" y="848"/>
                    </a:moveTo>
                    <a:cubicBezTo>
                      <a:pt x="2049" y="867"/>
                      <a:pt x="2064" y="909"/>
                      <a:pt x="2113" y="975"/>
                    </a:cubicBezTo>
                    <a:cubicBezTo>
                      <a:pt x="2143" y="967"/>
                      <a:pt x="2172" y="959"/>
                      <a:pt x="2204" y="950"/>
                    </a:cubicBezTo>
                    <a:cubicBezTo>
                      <a:pt x="2170" y="943"/>
                      <a:pt x="2136" y="940"/>
                      <a:pt x="2107" y="928"/>
                    </a:cubicBezTo>
                    <a:cubicBezTo>
                      <a:pt x="2091" y="921"/>
                      <a:pt x="2079" y="901"/>
                      <a:pt x="2069" y="884"/>
                    </a:cubicBezTo>
                    <a:cubicBezTo>
                      <a:pt x="2064" y="876"/>
                      <a:pt x="2068" y="863"/>
                      <a:pt x="2067" y="848"/>
                    </a:cubicBezTo>
                    <a:moveTo>
                      <a:pt x="1599" y="2226"/>
                    </a:moveTo>
                    <a:cubicBezTo>
                      <a:pt x="1644" y="2193"/>
                      <a:pt x="1669" y="2241"/>
                      <a:pt x="1701" y="2245"/>
                    </a:cubicBezTo>
                    <a:cubicBezTo>
                      <a:pt x="1703" y="2216"/>
                      <a:pt x="1704" y="2188"/>
                      <a:pt x="1705" y="2166"/>
                    </a:cubicBezTo>
                    <a:cubicBezTo>
                      <a:pt x="1670" y="2177"/>
                      <a:pt x="1633" y="2188"/>
                      <a:pt x="1593" y="2200"/>
                    </a:cubicBezTo>
                    <a:cubicBezTo>
                      <a:pt x="1594" y="2204"/>
                      <a:pt x="1596" y="2212"/>
                      <a:pt x="1599" y="2226"/>
                    </a:cubicBezTo>
                    <a:moveTo>
                      <a:pt x="2108" y="737"/>
                    </a:moveTo>
                    <a:cubicBezTo>
                      <a:pt x="2057" y="716"/>
                      <a:pt x="2023" y="743"/>
                      <a:pt x="2014" y="810"/>
                    </a:cubicBezTo>
                    <a:cubicBezTo>
                      <a:pt x="2040" y="819"/>
                      <a:pt x="2078" y="790"/>
                      <a:pt x="2108" y="737"/>
                    </a:cubicBezTo>
                    <a:moveTo>
                      <a:pt x="2372" y="2239"/>
                    </a:moveTo>
                    <a:cubicBezTo>
                      <a:pt x="2374" y="2214"/>
                      <a:pt x="2377" y="2190"/>
                      <a:pt x="2379" y="2166"/>
                    </a:cubicBezTo>
                    <a:cubicBezTo>
                      <a:pt x="2352" y="2161"/>
                      <a:pt x="2326" y="2156"/>
                      <a:pt x="2307" y="2153"/>
                    </a:cubicBezTo>
                    <a:cubicBezTo>
                      <a:pt x="2314" y="2179"/>
                      <a:pt x="2322" y="2209"/>
                      <a:pt x="2331" y="2239"/>
                    </a:cubicBezTo>
                    <a:lnTo>
                      <a:pt x="2372" y="2239"/>
                    </a:lnTo>
                    <a:moveTo>
                      <a:pt x="923" y="3000"/>
                    </a:moveTo>
                    <a:cubicBezTo>
                      <a:pt x="957" y="2997"/>
                      <a:pt x="974" y="2982"/>
                      <a:pt x="976" y="2957"/>
                    </a:cubicBezTo>
                    <a:cubicBezTo>
                      <a:pt x="977" y="2946"/>
                      <a:pt x="965" y="2926"/>
                      <a:pt x="955" y="2922"/>
                    </a:cubicBezTo>
                    <a:cubicBezTo>
                      <a:pt x="933" y="2914"/>
                      <a:pt x="919" y="2930"/>
                      <a:pt x="911" y="2950"/>
                    </a:cubicBezTo>
                    <a:cubicBezTo>
                      <a:pt x="910" y="2953"/>
                      <a:pt x="908" y="2956"/>
                      <a:pt x="906" y="2959"/>
                    </a:cubicBezTo>
                    <a:cubicBezTo>
                      <a:pt x="903" y="2967"/>
                      <a:pt x="894" y="2979"/>
                      <a:pt x="897" y="2982"/>
                    </a:cubicBezTo>
                    <a:cubicBezTo>
                      <a:pt x="905" y="2991"/>
                      <a:pt x="917" y="2996"/>
                      <a:pt x="923" y="3000"/>
                    </a:cubicBezTo>
                    <a:moveTo>
                      <a:pt x="2910" y="1814"/>
                    </a:moveTo>
                    <a:cubicBezTo>
                      <a:pt x="2911" y="1851"/>
                      <a:pt x="2935" y="1890"/>
                      <a:pt x="2952" y="1884"/>
                    </a:cubicBezTo>
                    <a:cubicBezTo>
                      <a:pt x="2965" y="1880"/>
                      <a:pt x="2978" y="1862"/>
                      <a:pt x="2981" y="1848"/>
                    </a:cubicBezTo>
                    <a:cubicBezTo>
                      <a:pt x="2985" y="1826"/>
                      <a:pt x="2951" y="1795"/>
                      <a:pt x="2929" y="1799"/>
                    </a:cubicBezTo>
                    <a:cubicBezTo>
                      <a:pt x="2921" y="1801"/>
                      <a:pt x="2914" y="1811"/>
                      <a:pt x="2910" y="1814"/>
                    </a:cubicBezTo>
                    <a:moveTo>
                      <a:pt x="2383" y="2955"/>
                    </a:moveTo>
                    <a:cubicBezTo>
                      <a:pt x="2374" y="2971"/>
                      <a:pt x="2367" y="2983"/>
                      <a:pt x="2358" y="2997"/>
                    </a:cubicBezTo>
                    <a:cubicBezTo>
                      <a:pt x="2402" y="3008"/>
                      <a:pt x="2441" y="3022"/>
                      <a:pt x="2453" y="3064"/>
                    </a:cubicBezTo>
                    <a:cubicBezTo>
                      <a:pt x="2480" y="3063"/>
                      <a:pt x="2504" y="3061"/>
                      <a:pt x="2529" y="3059"/>
                    </a:cubicBezTo>
                    <a:cubicBezTo>
                      <a:pt x="2531" y="3057"/>
                      <a:pt x="2532" y="3055"/>
                      <a:pt x="2534" y="3052"/>
                    </a:cubicBezTo>
                    <a:cubicBezTo>
                      <a:pt x="2522" y="3045"/>
                      <a:pt x="2510" y="3031"/>
                      <a:pt x="2498" y="3031"/>
                    </a:cubicBezTo>
                    <a:cubicBezTo>
                      <a:pt x="2446" y="3029"/>
                      <a:pt x="2406" y="3011"/>
                      <a:pt x="2383" y="2954"/>
                    </a:cubicBezTo>
                    <a:lnTo>
                      <a:pt x="2383" y="2955"/>
                    </a:lnTo>
                    <a:moveTo>
                      <a:pt x="3509" y="1413"/>
                    </a:moveTo>
                    <a:cubicBezTo>
                      <a:pt x="3506" y="1392"/>
                      <a:pt x="3487" y="1386"/>
                      <a:pt x="3467" y="1385"/>
                    </a:cubicBezTo>
                    <a:cubicBezTo>
                      <a:pt x="3431" y="1382"/>
                      <a:pt x="3447" y="1419"/>
                      <a:pt x="3434" y="1435"/>
                    </a:cubicBezTo>
                    <a:cubicBezTo>
                      <a:pt x="3433" y="1436"/>
                      <a:pt x="3449" y="1461"/>
                      <a:pt x="3460" y="1464"/>
                    </a:cubicBezTo>
                    <a:cubicBezTo>
                      <a:pt x="3478" y="1469"/>
                      <a:pt x="3509" y="1436"/>
                      <a:pt x="3509" y="1413"/>
                    </a:cubicBezTo>
                    <a:moveTo>
                      <a:pt x="2511" y="1184"/>
                    </a:moveTo>
                    <a:cubicBezTo>
                      <a:pt x="2476" y="1184"/>
                      <a:pt x="2453" y="1205"/>
                      <a:pt x="2457" y="1232"/>
                    </a:cubicBezTo>
                    <a:cubicBezTo>
                      <a:pt x="2459" y="1242"/>
                      <a:pt x="2474" y="1256"/>
                      <a:pt x="2485" y="1258"/>
                    </a:cubicBezTo>
                    <a:cubicBezTo>
                      <a:pt x="2505" y="1263"/>
                      <a:pt x="2534" y="1236"/>
                      <a:pt x="2531" y="1218"/>
                    </a:cubicBezTo>
                    <a:cubicBezTo>
                      <a:pt x="2528" y="1204"/>
                      <a:pt x="2516" y="1192"/>
                      <a:pt x="2511" y="1184"/>
                    </a:cubicBezTo>
                    <a:moveTo>
                      <a:pt x="2803" y="1682"/>
                    </a:moveTo>
                    <a:cubicBezTo>
                      <a:pt x="2799" y="1692"/>
                      <a:pt x="2794" y="1699"/>
                      <a:pt x="2793" y="1707"/>
                    </a:cubicBezTo>
                    <a:cubicBezTo>
                      <a:pt x="2792" y="1729"/>
                      <a:pt x="2788" y="1752"/>
                      <a:pt x="2794" y="1772"/>
                    </a:cubicBezTo>
                    <a:cubicBezTo>
                      <a:pt x="2801" y="1794"/>
                      <a:pt x="2818" y="1793"/>
                      <a:pt x="2832" y="1774"/>
                    </a:cubicBezTo>
                    <a:cubicBezTo>
                      <a:pt x="2854" y="1746"/>
                      <a:pt x="2844" y="1712"/>
                      <a:pt x="2803" y="1682"/>
                    </a:cubicBezTo>
                    <a:moveTo>
                      <a:pt x="518" y="2220"/>
                    </a:moveTo>
                    <a:cubicBezTo>
                      <a:pt x="513" y="2228"/>
                      <a:pt x="506" y="2234"/>
                      <a:pt x="506" y="2241"/>
                    </a:cubicBezTo>
                    <a:cubicBezTo>
                      <a:pt x="503" y="2263"/>
                      <a:pt x="501" y="2286"/>
                      <a:pt x="503" y="2308"/>
                    </a:cubicBezTo>
                    <a:cubicBezTo>
                      <a:pt x="504" y="2317"/>
                      <a:pt x="519" y="2324"/>
                      <a:pt x="527" y="2332"/>
                    </a:cubicBezTo>
                    <a:cubicBezTo>
                      <a:pt x="534" y="2325"/>
                      <a:pt x="543" y="2318"/>
                      <a:pt x="547" y="2310"/>
                    </a:cubicBezTo>
                    <a:cubicBezTo>
                      <a:pt x="561" y="2279"/>
                      <a:pt x="551" y="2249"/>
                      <a:pt x="518" y="2220"/>
                    </a:cubicBezTo>
                    <a:moveTo>
                      <a:pt x="2395" y="2763"/>
                    </a:moveTo>
                    <a:cubicBezTo>
                      <a:pt x="2371" y="2743"/>
                      <a:pt x="2358" y="2725"/>
                      <a:pt x="2340" y="2719"/>
                    </a:cubicBezTo>
                    <a:cubicBezTo>
                      <a:pt x="2333" y="2717"/>
                      <a:pt x="2308" y="2738"/>
                      <a:pt x="2307" y="2750"/>
                    </a:cubicBezTo>
                    <a:cubicBezTo>
                      <a:pt x="2305" y="2774"/>
                      <a:pt x="2325" y="2791"/>
                      <a:pt x="2348" y="2791"/>
                    </a:cubicBezTo>
                    <a:cubicBezTo>
                      <a:pt x="2360" y="2792"/>
                      <a:pt x="2372" y="2777"/>
                      <a:pt x="2395" y="2763"/>
                    </a:cubicBezTo>
                    <a:moveTo>
                      <a:pt x="2848" y="1262"/>
                    </a:moveTo>
                    <a:cubicBezTo>
                      <a:pt x="2885" y="1294"/>
                      <a:pt x="2910" y="1296"/>
                      <a:pt x="2930" y="1271"/>
                    </a:cubicBezTo>
                    <a:cubicBezTo>
                      <a:pt x="2942" y="1257"/>
                      <a:pt x="2943" y="1245"/>
                      <a:pt x="2927" y="1233"/>
                    </a:cubicBezTo>
                    <a:cubicBezTo>
                      <a:pt x="2900" y="1214"/>
                      <a:pt x="2880" y="1221"/>
                      <a:pt x="2848" y="1262"/>
                    </a:cubicBezTo>
                    <a:moveTo>
                      <a:pt x="1868" y="2385"/>
                    </a:moveTo>
                    <a:cubicBezTo>
                      <a:pt x="1867" y="2348"/>
                      <a:pt x="1847" y="2321"/>
                      <a:pt x="1826" y="2324"/>
                    </a:cubicBezTo>
                    <a:cubicBezTo>
                      <a:pt x="1817" y="2325"/>
                      <a:pt x="1805" y="2341"/>
                      <a:pt x="1803" y="2351"/>
                    </a:cubicBezTo>
                    <a:cubicBezTo>
                      <a:pt x="1800" y="2379"/>
                      <a:pt x="1825" y="2409"/>
                      <a:pt x="1847" y="2404"/>
                    </a:cubicBezTo>
                    <a:cubicBezTo>
                      <a:pt x="1856" y="2402"/>
                      <a:pt x="1864" y="2389"/>
                      <a:pt x="1868" y="2385"/>
                    </a:cubicBezTo>
                    <a:moveTo>
                      <a:pt x="1999" y="1222"/>
                    </a:moveTo>
                    <a:cubicBezTo>
                      <a:pt x="2007" y="1249"/>
                      <a:pt x="2033" y="1257"/>
                      <a:pt x="2080" y="1250"/>
                    </a:cubicBezTo>
                    <a:lnTo>
                      <a:pt x="2080" y="1137"/>
                    </a:lnTo>
                    <a:cubicBezTo>
                      <a:pt x="2077" y="1136"/>
                      <a:pt x="2070" y="1134"/>
                      <a:pt x="2061" y="1132"/>
                    </a:cubicBezTo>
                    <a:cubicBezTo>
                      <a:pt x="2074" y="1188"/>
                      <a:pt x="2058" y="1211"/>
                      <a:pt x="1999" y="1223"/>
                    </a:cubicBezTo>
                    <a:lnTo>
                      <a:pt x="1999" y="1222"/>
                    </a:lnTo>
                    <a:moveTo>
                      <a:pt x="489" y="2616"/>
                    </a:moveTo>
                    <a:cubicBezTo>
                      <a:pt x="504" y="2609"/>
                      <a:pt x="517" y="2602"/>
                      <a:pt x="524" y="2599"/>
                    </a:cubicBezTo>
                    <a:cubicBezTo>
                      <a:pt x="505" y="2565"/>
                      <a:pt x="486" y="2533"/>
                      <a:pt x="471" y="2505"/>
                    </a:cubicBezTo>
                    <a:cubicBezTo>
                      <a:pt x="464" y="2517"/>
                      <a:pt x="453" y="2534"/>
                      <a:pt x="443" y="2551"/>
                    </a:cubicBezTo>
                    <a:cubicBezTo>
                      <a:pt x="458" y="2572"/>
                      <a:pt x="473" y="2593"/>
                      <a:pt x="489" y="2616"/>
                    </a:cubicBezTo>
                    <a:moveTo>
                      <a:pt x="3008" y="2297"/>
                    </a:moveTo>
                    <a:cubicBezTo>
                      <a:pt x="3008" y="2291"/>
                      <a:pt x="3008" y="2286"/>
                      <a:pt x="3007" y="2281"/>
                    </a:cubicBezTo>
                    <a:cubicBezTo>
                      <a:pt x="2995" y="2273"/>
                      <a:pt x="2982" y="2261"/>
                      <a:pt x="2968" y="2259"/>
                    </a:cubicBezTo>
                    <a:cubicBezTo>
                      <a:pt x="2948" y="2255"/>
                      <a:pt x="2925" y="2282"/>
                      <a:pt x="2931" y="2303"/>
                    </a:cubicBezTo>
                    <a:cubicBezTo>
                      <a:pt x="2934" y="2314"/>
                      <a:pt x="2954" y="2332"/>
                      <a:pt x="2961" y="2329"/>
                    </a:cubicBezTo>
                    <a:cubicBezTo>
                      <a:pt x="2978" y="2323"/>
                      <a:pt x="2993" y="2308"/>
                      <a:pt x="3009" y="2297"/>
                    </a:cubicBezTo>
                    <a:lnTo>
                      <a:pt x="3008" y="2297"/>
                    </a:lnTo>
                    <a:moveTo>
                      <a:pt x="1210" y="440"/>
                    </a:moveTo>
                    <a:cubicBezTo>
                      <a:pt x="1212" y="439"/>
                      <a:pt x="1214" y="437"/>
                      <a:pt x="1217" y="436"/>
                    </a:cubicBezTo>
                    <a:cubicBezTo>
                      <a:pt x="1210" y="430"/>
                      <a:pt x="1204" y="424"/>
                      <a:pt x="1197" y="420"/>
                    </a:cubicBezTo>
                    <a:cubicBezTo>
                      <a:pt x="1185" y="413"/>
                      <a:pt x="1170" y="411"/>
                      <a:pt x="1160" y="402"/>
                    </a:cubicBezTo>
                    <a:cubicBezTo>
                      <a:pt x="1146" y="388"/>
                      <a:pt x="1136" y="370"/>
                      <a:pt x="1124" y="352"/>
                    </a:cubicBezTo>
                    <a:cubicBezTo>
                      <a:pt x="1117" y="371"/>
                      <a:pt x="1110" y="389"/>
                      <a:pt x="1102" y="410"/>
                    </a:cubicBezTo>
                    <a:cubicBezTo>
                      <a:pt x="1120" y="418"/>
                      <a:pt x="1135" y="429"/>
                      <a:pt x="1153" y="433"/>
                    </a:cubicBezTo>
                    <a:cubicBezTo>
                      <a:pt x="1171" y="438"/>
                      <a:pt x="1191" y="438"/>
                      <a:pt x="1210" y="440"/>
                    </a:cubicBezTo>
                    <a:moveTo>
                      <a:pt x="1160" y="477"/>
                    </a:moveTo>
                    <a:cubicBezTo>
                      <a:pt x="1147" y="520"/>
                      <a:pt x="1151" y="541"/>
                      <a:pt x="1175" y="542"/>
                    </a:cubicBezTo>
                    <a:cubicBezTo>
                      <a:pt x="1191" y="542"/>
                      <a:pt x="1214" y="533"/>
                      <a:pt x="1223" y="521"/>
                    </a:cubicBezTo>
                    <a:cubicBezTo>
                      <a:pt x="1234" y="508"/>
                      <a:pt x="1195" y="480"/>
                      <a:pt x="1160" y="477"/>
                    </a:cubicBezTo>
                    <a:moveTo>
                      <a:pt x="1819" y="1443"/>
                    </a:moveTo>
                    <a:cubicBezTo>
                      <a:pt x="1787" y="1451"/>
                      <a:pt x="1750" y="1459"/>
                      <a:pt x="1710" y="1468"/>
                    </a:cubicBezTo>
                    <a:cubicBezTo>
                      <a:pt x="1785" y="1473"/>
                      <a:pt x="1792" y="1477"/>
                      <a:pt x="1822" y="1546"/>
                    </a:cubicBezTo>
                    <a:cubicBezTo>
                      <a:pt x="1824" y="1551"/>
                      <a:pt x="1834" y="1552"/>
                      <a:pt x="1836" y="1554"/>
                    </a:cubicBezTo>
                    <a:cubicBezTo>
                      <a:pt x="1830" y="1513"/>
                      <a:pt x="1824" y="1474"/>
                      <a:pt x="1819" y="1443"/>
                    </a:cubicBezTo>
                    <a:moveTo>
                      <a:pt x="1718" y="2703"/>
                    </a:moveTo>
                    <a:cubicBezTo>
                      <a:pt x="1732" y="2719"/>
                      <a:pt x="1741" y="2730"/>
                      <a:pt x="1750" y="2741"/>
                    </a:cubicBezTo>
                    <a:cubicBezTo>
                      <a:pt x="1764" y="2726"/>
                      <a:pt x="1778" y="2711"/>
                      <a:pt x="1792" y="2696"/>
                    </a:cubicBezTo>
                    <a:cubicBezTo>
                      <a:pt x="1779" y="2686"/>
                      <a:pt x="1767" y="2670"/>
                      <a:pt x="1752" y="2667"/>
                    </a:cubicBezTo>
                    <a:cubicBezTo>
                      <a:pt x="1745" y="2666"/>
                      <a:pt x="1733" y="2687"/>
                      <a:pt x="1718" y="2703"/>
                    </a:cubicBezTo>
                    <a:moveTo>
                      <a:pt x="2134" y="1595"/>
                    </a:moveTo>
                    <a:cubicBezTo>
                      <a:pt x="2127" y="1555"/>
                      <a:pt x="2120" y="1519"/>
                      <a:pt x="2112" y="1476"/>
                    </a:cubicBezTo>
                    <a:cubicBezTo>
                      <a:pt x="2099" y="1502"/>
                      <a:pt x="2086" y="1526"/>
                      <a:pt x="2075" y="1548"/>
                    </a:cubicBezTo>
                    <a:cubicBezTo>
                      <a:pt x="2090" y="1566"/>
                      <a:pt x="2103" y="1582"/>
                      <a:pt x="2119" y="1600"/>
                    </a:cubicBezTo>
                    <a:cubicBezTo>
                      <a:pt x="2125" y="1598"/>
                      <a:pt x="2134" y="1595"/>
                      <a:pt x="2134" y="1595"/>
                    </a:cubicBezTo>
                    <a:moveTo>
                      <a:pt x="3036" y="2191"/>
                    </a:moveTo>
                    <a:cubicBezTo>
                      <a:pt x="3003" y="2181"/>
                      <a:pt x="2978" y="2174"/>
                      <a:pt x="2952" y="2166"/>
                    </a:cubicBezTo>
                    <a:cubicBezTo>
                      <a:pt x="2951" y="2180"/>
                      <a:pt x="2949" y="2197"/>
                      <a:pt x="2948" y="2210"/>
                    </a:cubicBezTo>
                    <a:cubicBezTo>
                      <a:pt x="2974" y="2216"/>
                      <a:pt x="2997" y="2222"/>
                      <a:pt x="3023" y="2228"/>
                    </a:cubicBezTo>
                    <a:cubicBezTo>
                      <a:pt x="3027" y="2217"/>
                      <a:pt x="3032" y="2203"/>
                      <a:pt x="3036" y="2191"/>
                    </a:cubicBezTo>
                    <a:moveTo>
                      <a:pt x="1758" y="721"/>
                    </a:moveTo>
                    <a:cubicBezTo>
                      <a:pt x="1778" y="717"/>
                      <a:pt x="1800" y="713"/>
                      <a:pt x="1822" y="709"/>
                    </a:cubicBezTo>
                    <a:cubicBezTo>
                      <a:pt x="1823" y="692"/>
                      <a:pt x="1824" y="675"/>
                      <a:pt x="1826" y="662"/>
                    </a:cubicBezTo>
                    <a:cubicBezTo>
                      <a:pt x="1797" y="664"/>
                      <a:pt x="1770" y="665"/>
                      <a:pt x="1747" y="666"/>
                    </a:cubicBezTo>
                    <a:cubicBezTo>
                      <a:pt x="1750" y="683"/>
                      <a:pt x="1754" y="703"/>
                      <a:pt x="1758" y="721"/>
                    </a:cubicBezTo>
                    <a:moveTo>
                      <a:pt x="2942" y="2537"/>
                    </a:moveTo>
                    <a:cubicBezTo>
                      <a:pt x="2909" y="2541"/>
                      <a:pt x="2878" y="2544"/>
                      <a:pt x="2840" y="2548"/>
                    </a:cubicBezTo>
                    <a:cubicBezTo>
                      <a:pt x="2881" y="2549"/>
                      <a:pt x="2902" y="2568"/>
                      <a:pt x="2906" y="2603"/>
                    </a:cubicBezTo>
                    <a:cubicBezTo>
                      <a:pt x="2927" y="2592"/>
                      <a:pt x="2944" y="2583"/>
                      <a:pt x="2962" y="2574"/>
                    </a:cubicBezTo>
                    <a:cubicBezTo>
                      <a:pt x="2954" y="2558"/>
                      <a:pt x="2946" y="2544"/>
                      <a:pt x="2942" y="2537"/>
                    </a:cubicBezTo>
                    <a:moveTo>
                      <a:pt x="2563" y="879"/>
                    </a:moveTo>
                    <a:lnTo>
                      <a:pt x="2524" y="879"/>
                    </a:lnTo>
                    <a:cubicBezTo>
                      <a:pt x="2517" y="931"/>
                      <a:pt x="2530" y="955"/>
                      <a:pt x="2563" y="950"/>
                    </a:cubicBezTo>
                    <a:lnTo>
                      <a:pt x="2563" y="879"/>
                    </a:lnTo>
                    <a:moveTo>
                      <a:pt x="3045" y="1345"/>
                    </a:moveTo>
                    <a:lnTo>
                      <a:pt x="2978" y="1345"/>
                    </a:lnTo>
                    <a:cubicBezTo>
                      <a:pt x="2972" y="1361"/>
                      <a:pt x="2966" y="1374"/>
                      <a:pt x="2961" y="1388"/>
                    </a:cubicBezTo>
                    <a:cubicBezTo>
                      <a:pt x="2980" y="1397"/>
                      <a:pt x="2999" y="1405"/>
                      <a:pt x="3014" y="1412"/>
                    </a:cubicBezTo>
                    <a:cubicBezTo>
                      <a:pt x="3025" y="1387"/>
                      <a:pt x="3036" y="1364"/>
                      <a:pt x="3045" y="1345"/>
                    </a:cubicBezTo>
                    <a:moveTo>
                      <a:pt x="1109" y="2798"/>
                    </a:moveTo>
                    <a:cubicBezTo>
                      <a:pt x="1102" y="2757"/>
                      <a:pt x="1097" y="2725"/>
                      <a:pt x="1092" y="2690"/>
                    </a:cubicBezTo>
                    <a:cubicBezTo>
                      <a:pt x="1082" y="2691"/>
                      <a:pt x="1073" y="2692"/>
                      <a:pt x="1065" y="2692"/>
                    </a:cubicBezTo>
                    <a:cubicBezTo>
                      <a:pt x="1061" y="2716"/>
                      <a:pt x="1057" y="2737"/>
                      <a:pt x="1054" y="2754"/>
                    </a:cubicBezTo>
                    <a:cubicBezTo>
                      <a:pt x="1072" y="2768"/>
                      <a:pt x="1088" y="2781"/>
                      <a:pt x="1109" y="2798"/>
                    </a:cubicBezTo>
                    <a:moveTo>
                      <a:pt x="2484" y="1911"/>
                    </a:moveTo>
                    <a:cubicBezTo>
                      <a:pt x="2492" y="1919"/>
                      <a:pt x="2516" y="1914"/>
                      <a:pt x="2539" y="1900"/>
                    </a:cubicBezTo>
                    <a:cubicBezTo>
                      <a:pt x="2549" y="1894"/>
                      <a:pt x="2554" y="1881"/>
                      <a:pt x="2561" y="1871"/>
                    </a:cubicBezTo>
                    <a:cubicBezTo>
                      <a:pt x="2548" y="1866"/>
                      <a:pt x="2537" y="1857"/>
                      <a:pt x="2524" y="1856"/>
                    </a:cubicBezTo>
                    <a:cubicBezTo>
                      <a:pt x="2516" y="1855"/>
                      <a:pt x="2504" y="1863"/>
                      <a:pt x="2499" y="1871"/>
                    </a:cubicBezTo>
                    <a:cubicBezTo>
                      <a:pt x="2491" y="1883"/>
                      <a:pt x="2489" y="1898"/>
                      <a:pt x="2484" y="1911"/>
                    </a:cubicBezTo>
                    <a:moveTo>
                      <a:pt x="2926" y="2118"/>
                    </a:moveTo>
                    <a:cubicBezTo>
                      <a:pt x="2913" y="2085"/>
                      <a:pt x="2904" y="2060"/>
                      <a:pt x="2894" y="2035"/>
                    </a:cubicBezTo>
                    <a:cubicBezTo>
                      <a:pt x="2882" y="2049"/>
                      <a:pt x="2872" y="2065"/>
                      <a:pt x="2858" y="2073"/>
                    </a:cubicBezTo>
                    <a:cubicBezTo>
                      <a:pt x="2844" y="2081"/>
                      <a:pt x="2826" y="2082"/>
                      <a:pt x="2809" y="2086"/>
                    </a:cubicBezTo>
                    <a:cubicBezTo>
                      <a:pt x="2811" y="2093"/>
                      <a:pt x="2814" y="2101"/>
                      <a:pt x="2817" y="2111"/>
                    </a:cubicBezTo>
                    <a:cubicBezTo>
                      <a:pt x="2853" y="2089"/>
                      <a:pt x="2886" y="2092"/>
                      <a:pt x="2926" y="2118"/>
                    </a:cubicBezTo>
                    <a:moveTo>
                      <a:pt x="899" y="2451"/>
                    </a:moveTo>
                    <a:cubicBezTo>
                      <a:pt x="894" y="2468"/>
                      <a:pt x="886" y="2480"/>
                      <a:pt x="885" y="2493"/>
                    </a:cubicBezTo>
                    <a:cubicBezTo>
                      <a:pt x="883" y="2506"/>
                      <a:pt x="887" y="2520"/>
                      <a:pt x="891" y="2533"/>
                    </a:cubicBezTo>
                    <a:cubicBezTo>
                      <a:pt x="892" y="2536"/>
                      <a:pt x="906" y="2539"/>
                      <a:pt x="907" y="2537"/>
                    </a:cubicBezTo>
                    <a:cubicBezTo>
                      <a:pt x="917" y="2521"/>
                      <a:pt x="931" y="2504"/>
                      <a:pt x="934" y="2486"/>
                    </a:cubicBezTo>
                    <a:cubicBezTo>
                      <a:pt x="938" y="2465"/>
                      <a:pt x="922" y="2451"/>
                      <a:pt x="899" y="2451"/>
                    </a:cubicBezTo>
                    <a:moveTo>
                      <a:pt x="600" y="1803"/>
                    </a:moveTo>
                    <a:cubicBezTo>
                      <a:pt x="579" y="1791"/>
                      <a:pt x="566" y="1777"/>
                      <a:pt x="554" y="1778"/>
                    </a:cubicBezTo>
                    <a:cubicBezTo>
                      <a:pt x="541" y="1779"/>
                      <a:pt x="530" y="1794"/>
                      <a:pt x="518" y="1804"/>
                    </a:cubicBezTo>
                    <a:cubicBezTo>
                      <a:pt x="530" y="1816"/>
                      <a:pt x="540" y="1838"/>
                      <a:pt x="552" y="1839"/>
                    </a:cubicBezTo>
                    <a:cubicBezTo>
                      <a:pt x="564" y="1840"/>
                      <a:pt x="578" y="1821"/>
                      <a:pt x="600" y="1803"/>
                    </a:cubicBezTo>
                    <a:moveTo>
                      <a:pt x="1197" y="3084"/>
                    </a:moveTo>
                    <a:cubicBezTo>
                      <a:pt x="1201" y="3079"/>
                      <a:pt x="1207" y="3069"/>
                      <a:pt x="1209" y="3066"/>
                    </a:cubicBezTo>
                    <a:cubicBezTo>
                      <a:pt x="1188" y="3037"/>
                      <a:pt x="1170" y="3012"/>
                      <a:pt x="1152" y="2987"/>
                    </a:cubicBezTo>
                    <a:cubicBezTo>
                      <a:pt x="1141" y="2993"/>
                      <a:pt x="1125" y="3002"/>
                      <a:pt x="1115" y="3007"/>
                    </a:cubicBezTo>
                    <a:cubicBezTo>
                      <a:pt x="1142" y="3032"/>
                      <a:pt x="1168" y="3057"/>
                      <a:pt x="1197" y="3084"/>
                    </a:cubicBezTo>
                    <a:moveTo>
                      <a:pt x="1763" y="1203"/>
                    </a:moveTo>
                    <a:cubicBezTo>
                      <a:pt x="1796" y="1182"/>
                      <a:pt x="1827" y="1162"/>
                      <a:pt x="1859" y="1141"/>
                    </a:cubicBezTo>
                    <a:cubicBezTo>
                      <a:pt x="1859" y="1139"/>
                      <a:pt x="1859" y="1137"/>
                      <a:pt x="1859" y="1134"/>
                    </a:cubicBezTo>
                    <a:cubicBezTo>
                      <a:pt x="1825" y="1139"/>
                      <a:pt x="1791" y="1142"/>
                      <a:pt x="1757" y="1147"/>
                    </a:cubicBezTo>
                    <a:cubicBezTo>
                      <a:pt x="1759" y="1167"/>
                      <a:pt x="1761" y="1187"/>
                      <a:pt x="1763" y="1203"/>
                    </a:cubicBezTo>
                    <a:moveTo>
                      <a:pt x="2890" y="1097"/>
                    </a:moveTo>
                    <a:cubicBezTo>
                      <a:pt x="2907" y="1089"/>
                      <a:pt x="2922" y="1080"/>
                      <a:pt x="2937" y="1076"/>
                    </a:cubicBezTo>
                    <a:cubicBezTo>
                      <a:pt x="2979" y="1065"/>
                      <a:pt x="2980" y="1063"/>
                      <a:pt x="2970" y="1022"/>
                    </a:cubicBezTo>
                    <a:cubicBezTo>
                      <a:pt x="2940" y="1038"/>
                      <a:pt x="2909" y="1055"/>
                      <a:pt x="2877" y="1072"/>
                    </a:cubicBezTo>
                    <a:cubicBezTo>
                      <a:pt x="2880" y="1078"/>
                      <a:pt x="2885" y="1087"/>
                      <a:pt x="2890" y="1097"/>
                    </a:cubicBezTo>
                    <a:moveTo>
                      <a:pt x="3113" y="2705"/>
                    </a:moveTo>
                    <a:cubicBezTo>
                      <a:pt x="3106" y="2700"/>
                      <a:pt x="3095" y="2691"/>
                      <a:pt x="3085" y="2683"/>
                    </a:cubicBezTo>
                    <a:cubicBezTo>
                      <a:pt x="3075" y="2701"/>
                      <a:pt x="3063" y="2720"/>
                      <a:pt x="3057" y="2740"/>
                    </a:cubicBezTo>
                    <a:cubicBezTo>
                      <a:pt x="3055" y="2745"/>
                      <a:pt x="3069" y="2756"/>
                      <a:pt x="3076" y="2765"/>
                    </a:cubicBezTo>
                    <a:cubicBezTo>
                      <a:pt x="3087" y="2750"/>
                      <a:pt x="3099" y="2736"/>
                      <a:pt x="3110" y="2721"/>
                    </a:cubicBezTo>
                    <a:cubicBezTo>
                      <a:pt x="3111" y="2720"/>
                      <a:pt x="3111" y="2717"/>
                      <a:pt x="3113" y="2705"/>
                    </a:cubicBezTo>
                    <a:moveTo>
                      <a:pt x="3068" y="1660"/>
                    </a:moveTo>
                    <a:cubicBezTo>
                      <a:pt x="3067" y="1655"/>
                      <a:pt x="3066" y="1651"/>
                      <a:pt x="3065" y="1646"/>
                    </a:cubicBezTo>
                    <a:cubicBezTo>
                      <a:pt x="3054" y="1644"/>
                      <a:pt x="3040" y="1637"/>
                      <a:pt x="3035" y="1641"/>
                    </a:cubicBezTo>
                    <a:cubicBezTo>
                      <a:pt x="3020" y="1654"/>
                      <a:pt x="3008" y="1671"/>
                      <a:pt x="2998" y="1688"/>
                    </a:cubicBezTo>
                    <a:cubicBezTo>
                      <a:pt x="2995" y="1692"/>
                      <a:pt x="3000" y="1705"/>
                      <a:pt x="3005" y="1710"/>
                    </a:cubicBezTo>
                    <a:cubicBezTo>
                      <a:pt x="3009" y="1714"/>
                      <a:pt x="3021" y="1715"/>
                      <a:pt x="3024" y="1712"/>
                    </a:cubicBezTo>
                    <a:cubicBezTo>
                      <a:pt x="3040" y="1695"/>
                      <a:pt x="3054" y="1677"/>
                      <a:pt x="3068" y="1660"/>
                    </a:cubicBezTo>
                    <a:moveTo>
                      <a:pt x="1601" y="3147"/>
                    </a:moveTo>
                    <a:cubicBezTo>
                      <a:pt x="1619" y="3158"/>
                      <a:pt x="1636" y="3168"/>
                      <a:pt x="1653" y="3178"/>
                    </a:cubicBezTo>
                    <a:cubicBezTo>
                      <a:pt x="1658" y="3155"/>
                      <a:pt x="1662" y="3136"/>
                      <a:pt x="1666" y="3117"/>
                    </a:cubicBezTo>
                    <a:cubicBezTo>
                      <a:pt x="1646" y="3112"/>
                      <a:pt x="1627" y="3106"/>
                      <a:pt x="1607" y="3101"/>
                    </a:cubicBezTo>
                    <a:cubicBezTo>
                      <a:pt x="1605" y="3115"/>
                      <a:pt x="1603" y="3130"/>
                      <a:pt x="1601" y="3147"/>
                    </a:cubicBezTo>
                    <a:moveTo>
                      <a:pt x="1761" y="1429"/>
                    </a:moveTo>
                    <a:cubicBezTo>
                      <a:pt x="1775" y="1413"/>
                      <a:pt x="1790" y="1399"/>
                      <a:pt x="1800" y="1382"/>
                    </a:cubicBezTo>
                    <a:cubicBezTo>
                      <a:pt x="1803" y="1377"/>
                      <a:pt x="1790" y="1357"/>
                      <a:pt x="1781" y="1354"/>
                    </a:cubicBezTo>
                    <a:cubicBezTo>
                      <a:pt x="1773" y="1351"/>
                      <a:pt x="1758" y="1360"/>
                      <a:pt x="1749" y="1368"/>
                    </a:cubicBezTo>
                    <a:cubicBezTo>
                      <a:pt x="1729" y="1385"/>
                      <a:pt x="1736" y="1404"/>
                      <a:pt x="1761" y="1428"/>
                    </a:cubicBezTo>
                    <a:lnTo>
                      <a:pt x="1761" y="1429"/>
                    </a:lnTo>
                    <a:moveTo>
                      <a:pt x="1184" y="3158"/>
                    </a:moveTo>
                    <a:cubicBezTo>
                      <a:pt x="1176" y="3168"/>
                      <a:pt x="1165" y="3181"/>
                      <a:pt x="1150" y="3199"/>
                    </a:cubicBezTo>
                    <a:cubicBezTo>
                      <a:pt x="1194" y="3192"/>
                      <a:pt x="1216" y="3216"/>
                      <a:pt x="1234" y="3248"/>
                    </a:cubicBezTo>
                    <a:cubicBezTo>
                      <a:pt x="1246" y="3237"/>
                      <a:pt x="1254" y="3230"/>
                      <a:pt x="1262" y="3223"/>
                    </a:cubicBezTo>
                    <a:cubicBezTo>
                      <a:pt x="1236" y="3201"/>
                      <a:pt x="1210" y="3180"/>
                      <a:pt x="1184" y="3158"/>
                    </a:cubicBezTo>
                    <a:moveTo>
                      <a:pt x="3161" y="1730"/>
                    </a:moveTo>
                    <a:cubicBezTo>
                      <a:pt x="3179" y="1724"/>
                      <a:pt x="3189" y="1720"/>
                      <a:pt x="3196" y="1718"/>
                    </a:cubicBezTo>
                    <a:cubicBezTo>
                      <a:pt x="3191" y="1693"/>
                      <a:pt x="3185" y="1668"/>
                      <a:pt x="3178" y="1639"/>
                    </a:cubicBezTo>
                    <a:cubicBezTo>
                      <a:pt x="3167" y="1646"/>
                      <a:pt x="3145" y="1654"/>
                      <a:pt x="3146" y="1662"/>
                    </a:cubicBezTo>
                    <a:cubicBezTo>
                      <a:pt x="3146" y="1685"/>
                      <a:pt x="3155" y="1707"/>
                      <a:pt x="3161" y="1730"/>
                    </a:cubicBezTo>
                    <a:moveTo>
                      <a:pt x="2914" y="2357"/>
                    </a:moveTo>
                    <a:cubicBezTo>
                      <a:pt x="2903" y="2337"/>
                      <a:pt x="2891" y="2316"/>
                      <a:pt x="2879" y="2292"/>
                    </a:cubicBezTo>
                    <a:cubicBezTo>
                      <a:pt x="2867" y="2293"/>
                      <a:pt x="2853" y="2293"/>
                      <a:pt x="2843" y="2294"/>
                    </a:cubicBezTo>
                    <a:cubicBezTo>
                      <a:pt x="2849" y="2319"/>
                      <a:pt x="2854" y="2342"/>
                      <a:pt x="2860" y="2364"/>
                    </a:cubicBezTo>
                    <a:cubicBezTo>
                      <a:pt x="2876" y="2362"/>
                      <a:pt x="2896" y="2360"/>
                      <a:pt x="2914" y="2357"/>
                    </a:cubicBezTo>
                    <a:moveTo>
                      <a:pt x="601" y="2650"/>
                    </a:moveTo>
                    <a:cubicBezTo>
                      <a:pt x="587" y="2646"/>
                      <a:pt x="573" y="2640"/>
                      <a:pt x="558" y="2639"/>
                    </a:cubicBezTo>
                    <a:cubicBezTo>
                      <a:pt x="548" y="2639"/>
                      <a:pt x="528" y="2647"/>
                      <a:pt x="529" y="2650"/>
                    </a:cubicBezTo>
                    <a:cubicBezTo>
                      <a:pt x="530" y="2664"/>
                      <a:pt x="533" y="2681"/>
                      <a:pt x="543" y="2690"/>
                    </a:cubicBezTo>
                    <a:cubicBezTo>
                      <a:pt x="561" y="2708"/>
                      <a:pt x="586" y="2691"/>
                      <a:pt x="601" y="2650"/>
                    </a:cubicBezTo>
                    <a:moveTo>
                      <a:pt x="2310" y="901"/>
                    </a:moveTo>
                    <a:cubicBezTo>
                      <a:pt x="2288" y="918"/>
                      <a:pt x="2265" y="934"/>
                      <a:pt x="2240" y="952"/>
                    </a:cubicBezTo>
                    <a:cubicBezTo>
                      <a:pt x="2264" y="969"/>
                      <a:pt x="2283" y="964"/>
                      <a:pt x="2349" y="933"/>
                    </a:cubicBezTo>
                    <a:cubicBezTo>
                      <a:pt x="2337" y="923"/>
                      <a:pt x="2324" y="913"/>
                      <a:pt x="2310" y="901"/>
                    </a:cubicBezTo>
                    <a:moveTo>
                      <a:pt x="286" y="1619"/>
                    </a:moveTo>
                    <a:cubicBezTo>
                      <a:pt x="258" y="1643"/>
                      <a:pt x="288" y="1647"/>
                      <a:pt x="293" y="1658"/>
                    </a:cubicBezTo>
                    <a:cubicBezTo>
                      <a:pt x="300" y="1674"/>
                      <a:pt x="305" y="1690"/>
                      <a:pt x="310" y="1703"/>
                    </a:cubicBezTo>
                    <a:cubicBezTo>
                      <a:pt x="344" y="1706"/>
                      <a:pt x="376" y="1708"/>
                      <a:pt x="408" y="1711"/>
                    </a:cubicBezTo>
                    <a:cubicBezTo>
                      <a:pt x="409" y="1707"/>
                      <a:pt x="410" y="1704"/>
                      <a:pt x="411" y="1700"/>
                    </a:cubicBezTo>
                    <a:cubicBezTo>
                      <a:pt x="353" y="1698"/>
                      <a:pt x="311" y="1672"/>
                      <a:pt x="286" y="1618"/>
                    </a:cubicBezTo>
                    <a:lnTo>
                      <a:pt x="286" y="1619"/>
                    </a:lnTo>
                    <a:moveTo>
                      <a:pt x="878" y="1345"/>
                    </a:moveTo>
                    <a:cubicBezTo>
                      <a:pt x="821" y="1350"/>
                      <a:pt x="788" y="1320"/>
                      <a:pt x="760" y="1277"/>
                    </a:cubicBezTo>
                    <a:cubicBezTo>
                      <a:pt x="755" y="1290"/>
                      <a:pt x="751" y="1301"/>
                      <a:pt x="748" y="1309"/>
                    </a:cubicBezTo>
                    <a:cubicBezTo>
                      <a:pt x="789" y="1335"/>
                      <a:pt x="828" y="1360"/>
                      <a:pt x="869" y="1386"/>
                    </a:cubicBezTo>
                    <a:cubicBezTo>
                      <a:pt x="872" y="1372"/>
                      <a:pt x="875" y="1361"/>
                      <a:pt x="878" y="1345"/>
                    </a:cubicBezTo>
                    <a:moveTo>
                      <a:pt x="1810" y="179"/>
                    </a:moveTo>
                    <a:cubicBezTo>
                      <a:pt x="1828" y="161"/>
                      <a:pt x="1843" y="147"/>
                      <a:pt x="1855" y="131"/>
                    </a:cubicBezTo>
                    <a:cubicBezTo>
                      <a:pt x="1857" y="130"/>
                      <a:pt x="1841" y="115"/>
                      <a:pt x="1833" y="106"/>
                    </a:cubicBezTo>
                    <a:cubicBezTo>
                      <a:pt x="1818" y="121"/>
                      <a:pt x="1802" y="135"/>
                      <a:pt x="1788" y="151"/>
                    </a:cubicBezTo>
                    <a:cubicBezTo>
                      <a:pt x="1787" y="153"/>
                      <a:pt x="1799" y="166"/>
                      <a:pt x="1810" y="179"/>
                    </a:cubicBezTo>
                    <a:moveTo>
                      <a:pt x="1311" y="722"/>
                    </a:moveTo>
                    <a:cubicBezTo>
                      <a:pt x="1336" y="744"/>
                      <a:pt x="1358" y="763"/>
                      <a:pt x="1381" y="783"/>
                    </a:cubicBezTo>
                    <a:cubicBezTo>
                      <a:pt x="1388" y="778"/>
                      <a:pt x="1396" y="772"/>
                      <a:pt x="1405" y="769"/>
                    </a:cubicBezTo>
                    <a:cubicBezTo>
                      <a:pt x="1418" y="764"/>
                      <a:pt x="1432" y="761"/>
                      <a:pt x="1445" y="757"/>
                    </a:cubicBezTo>
                    <a:cubicBezTo>
                      <a:pt x="1446" y="754"/>
                      <a:pt x="1447" y="751"/>
                      <a:pt x="1448" y="749"/>
                    </a:cubicBezTo>
                    <a:cubicBezTo>
                      <a:pt x="1439" y="746"/>
                      <a:pt x="1428" y="739"/>
                      <a:pt x="1421" y="741"/>
                    </a:cubicBezTo>
                    <a:cubicBezTo>
                      <a:pt x="1372" y="760"/>
                      <a:pt x="1356" y="755"/>
                      <a:pt x="1331" y="707"/>
                    </a:cubicBezTo>
                    <a:cubicBezTo>
                      <a:pt x="1330" y="705"/>
                      <a:pt x="1328" y="703"/>
                      <a:pt x="1324" y="699"/>
                    </a:cubicBezTo>
                    <a:cubicBezTo>
                      <a:pt x="1319" y="708"/>
                      <a:pt x="1314" y="715"/>
                      <a:pt x="1310" y="722"/>
                    </a:cubicBezTo>
                    <a:lnTo>
                      <a:pt x="1311" y="722"/>
                    </a:lnTo>
                    <a:moveTo>
                      <a:pt x="2115" y="591"/>
                    </a:moveTo>
                    <a:cubicBezTo>
                      <a:pt x="2096" y="607"/>
                      <a:pt x="2084" y="620"/>
                      <a:pt x="2069" y="628"/>
                    </a:cubicBezTo>
                    <a:cubicBezTo>
                      <a:pt x="2058" y="634"/>
                      <a:pt x="2039" y="632"/>
                      <a:pt x="2049" y="654"/>
                    </a:cubicBezTo>
                    <a:cubicBezTo>
                      <a:pt x="2058" y="672"/>
                      <a:pt x="2060" y="700"/>
                      <a:pt x="2088" y="684"/>
                    </a:cubicBezTo>
                    <a:cubicBezTo>
                      <a:pt x="2097" y="653"/>
                      <a:pt x="2105" y="625"/>
                      <a:pt x="2115" y="591"/>
                    </a:cubicBezTo>
                    <a:moveTo>
                      <a:pt x="2715" y="1747"/>
                    </a:moveTo>
                    <a:cubicBezTo>
                      <a:pt x="2701" y="1752"/>
                      <a:pt x="2688" y="1755"/>
                      <a:pt x="2677" y="1759"/>
                    </a:cubicBezTo>
                    <a:cubicBezTo>
                      <a:pt x="2670" y="1762"/>
                      <a:pt x="2657" y="1768"/>
                      <a:pt x="2658" y="1771"/>
                    </a:cubicBezTo>
                    <a:cubicBezTo>
                      <a:pt x="2659" y="1784"/>
                      <a:pt x="2663" y="1798"/>
                      <a:pt x="2669" y="1809"/>
                    </a:cubicBezTo>
                    <a:cubicBezTo>
                      <a:pt x="2671" y="1813"/>
                      <a:pt x="2683" y="1815"/>
                      <a:pt x="2688" y="1812"/>
                    </a:cubicBezTo>
                    <a:cubicBezTo>
                      <a:pt x="2711" y="1803"/>
                      <a:pt x="2722" y="1767"/>
                      <a:pt x="2715" y="1747"/>
                    </a:cubicBezTo>
                    <a:moveTo>
                      <a:pt x="2653" y="1184"/>
                    </a:moveTo>
                    <a:cubicBezTo>
                      <a:pt x="2638" y="1184"/>
                      <a:pt x="2624" y="1181"/>
                      <a:pt x="2613" y="1185"/>
                    </a:cubicBezTo>
                    <a:cubicBezTo>
                      <a:pt x="2604" y="1188"/>
                      <a:pt x="2598" y="1200"/>
                      <a:pt x="2590" y="1207"/>
                    </a:cubicBezTo>
                    <a:cubicBezTo>
                      <a:pt x="2599" y="1214"/>
                      <a:pt x="2607" y="1225"/>
                      <a:pt x="2617" y="1227"/>
                    </a:cubicBezTo>
                    <a:cubicBezTo>
                      <a:pt x="2633" y="1230"/>
                      <a:pt x="2650" y="1228"/>
                      <a:pt x="2670" y="1228"/>
                    </a:cubicBezTo>
                    <a:cubicBezTo>
                      <a:pt x="2664" y="1211"/>
                      <a:pt x="2659" y="1199"/>
                      <a:pt x="2653" y="1184"/>
                    </a:cubicBezTo>
                    <a:moveTo>
                      <a:pt x="3429" y="1335"/>
                    </a:moveTo>
                    <a:cubicBezTo>
                      <a:pt x="3454" y="1315"/>
                      <a:pt x="3455" y="1296"/>
                      <a:pt x="3442" y="1277"/>
                    </a:cubicBezTo>
                    <a:cubicBezTo>
                      <a:pt x="3429" y="1258"/>
                      <a:pt x="3411" y="1249"/>
                      <a:pt x="3382" y="1260"/>
                    </a:cubicBezTo>
                    <a:cubicBezTo>
                      <a:pt x="3399" y="1287"/>
                      <a:pt x="3413" y="1310"/>
                      <a:pt x="3429" y="1335"/>
                    </a:cubicBezTo>
                    <a:moveTo>
                      <a:pt x="1520" y="1970"/>
                    </a:moveTo>
                    <a:cubicBezTo>
                      <a:pt x="1511" y="1977"/>
                      <a:pt x="1499" y="1981"/>
                      <a:pt x="1495" y="1989"/>
                    </a:cubicBezTo>
                    <a:cubicBezTo>
                      <a:pt x="1489" y="2000"/>
                      <a:pt x="1485" y="2014"/>
                      <a:pt x="1486" y="2027"/>
                    </a:cubicBezTo>
                    <a:cubicBezTo>
                      <a:pt x="1487" y="2033"/>
                      <a:pt x="1501" y="2045"/>
                      <a:pt x="1505" y="2043"/>
                    </a:cubicBezTo>
                    <a:cubicBezTo>
                      <a:pt x="1516" y="2039"/>
                      <a:pt x="1528" y="2031"/>
                      <a:pt x="1533" y="2021"/>
                    </a:cubicBezTo>
                    <a:cubicBezTo>
                      <a:pt x="1543" y="2002"/>
                      <a:pt x="1542" y="1983"/>
                      <a:pt x="1520" y="1970"/>
                    </a:cubicBezTo>
                    <a:moveTo>
                      <a:pt x="2025" y="1664"/>
                    </a:moveTo>
                    <a:cubicBezTo>
                      <a:pt x="2042" y="1644"/>
                      <a:pt x="2055" y="1632"/>
                      <a:pt x="2065" y="1618"/>
                    </a:cubicBezTo>
                    <a:cubicBezTo>
                      <a:pt x="2068" y="1614"/>
                      <a:pt x="2064" y="1605"/>
                      <a:pt x="2063" y="1598"/>
                    </a:cubicBezTo>
                    <a:cubicBezTo>
                      <a:pt x="2052" y="1600"/>
                      <a:pt x="2040" y="1602"/>
                      <a:pt x="2029" y="1605"/>
                    </a:cubicBezTo>
                    <a:cubicBezTo>
                      <a:pt x="2026" y="1605"/>
                      <a:pt x="2022" y="1605"/>
                      <a:pt x="2020" y="1607"/>
                    </a:cubicBezTo>
                    <a:cubicBezTo>
                      <a:pt x="2011" y="1612"/>
                      <a:pt x="2004" y="1618"/>
                      <a:pt x="1996" y="1623"/>
                    </a:cubicBezTo>
                    <a:cubicBezTo>
                      <a:pt x="2004" y="1635"/>
                      <a:pt x="2012" y="1646"/>
                      <a:pt x="2025" y="1664"/>
                    </a:cubicBezTo>
                    <a:moveTo>
                      <a:pt x="1722" y="1520"/>
                    </a:moveTo>
                    <a:cubicBezTo>
                      <a:pt x="1724" y="1540"/>
                      <a:pt x="1725" y="1555"/>
                      <a:pt x="1727" y="1579"/>
                    </a:cubicBezTo>
                    <a:cubicBezTo>
                      <a:pt x="1745" y="1573"/>
                      <a:pt x="1763" y="1569"/>
                      <a:pt x="1777" y="1559"/>
                    </a:cubicBezTo>
                    <a:cubicBezTo>
                      <a:pt x="1780" y="1557"/>
                      <a:pt x="1772" y="1532"/>
                      <a:pt x="1764" y="1522"/>
                    </a:cubicBezTo>
                    <a:cubicBezTo>
                      <a:pt x="1752" y="1508"/>
                      <a:pt x="1735" y="1504"/>
                      <a:pt x="1722" y="1520"/>
                    </a:cubicBezTo>
                    <a:moveTo>
                      <a:pt x="1340" y="3038"/>
                    </a:moveTo>
                    <a:cubicBezTo>
                      <a:pt x="1353" y="3016"/>
                      <a:pt x="1364" y="2995"/>
                      <a:pt x="1377" y="2973"/>
                    </a:cubicBezTo>
                    <a:cubicBezTo>
                      <a:pt x="1360" y="2966"/>
                      <a:pt x="1345" y="2960"/>
                      <a:pt x="1334" y="2956"/>
                    </a:cubicBezTo>
                    <a:cubicBezTo>
                      <a:pt x="1325" y="2980"/>
                      <a:pt x="1317" y="3002"/>
                      <a:pt x="1308" y="3026"/>
                    </a:cubicBezTo>
                    <a:cubicBezTo>
                      <a:pt x="1318" y="3029"/>
                      <a:pt x="1329" y="3034"/>
                      <a:pt x="1340" y="3038"/>
                    </a:cubicBezTo>
                    <a:moveTo>
                      <a:pt x="1892" y="1631"/>
                    </a:moveTo>
                    <a:cubicBezTo>
                      <a:pt x="1916" y="1639"/>
                      <a:pt x="1938" y="1648"/>
                      <a:pt x="1962" y="1657"/>
                    </a:cubicBezTo>
                    <a:cubicBezTo>
                      <a:pt x="1958" y="1637"/>
                      <a:pt x="1955" y="1618"/>
                      <a:pt x="1952" y="1597"/>
                    </a:cubicBezTo>
                    <a:cubicBezTo>
                      <a:pt x="1937" y="1596"/>
                      <a:pt x="1922" y="1595"/>
                      <a:pt x="1907" y="1594"/>
                    </a:cubicBezTo>
                    <a:cubicBezTo>
                      <a:pt x="1902" y="1607"/>
                      <a:pt x="1897" y="1618"/>
                      <a:pt x="1893" y="1631"/>
                    </a:cubicBezTo>
                    <a:lnTo>
                      <a:pt x="1892" y="1631"/>
                    </a:lnTo>
                    <a:moveTo>
                      <a:pt x="3220" y="919"/>
                    </a:moveTo>
                    <a:cubicBezTo>
                      <a:pt x="3197" y="903"/>
                      <a:pt x="3182" y="892"/>
                      <a:pt x="3165" y="883"/>
                    </a:cubicBezTo>
                    <a:cubicBezTo>
                      <a:pt x="3161" y="882"/>
                      <a:pt x="3146" y="896"/>
                      <a:pt x="3146" y="896"/>
                    </a:cubicBezTo>
                    <a:cubicBezTo>
                      <a:pt x="3157" y="914"/>
                      <a:pt x="3168" y="930"/>
                      <a:pt x="3180" y="947"/>
                    </a:cubicBezTo>
                    <a:cubicBezTo>
                      <a:pt x="3190" y="940"/>
                      <a:pt x="3201" y="933"/>
                      <a:pt x="3220" y="919"/>
                    </a:cubicBezTo>
                    <a:moveTo>
                      <a:pt x="2359" y="1272"/>
                    </a:moveTo>
                    <a:cubicBezTo>
                      <a:pt x="2377" y="1252"/>
                      <a:pt x="2389" y="1238"/>
                      <a:pt x="2401" y="1224"/>
                    </a:cubicBezTo>
                    <a:cubicBezTo>
                      <a:pt x="2391" y="1217"/>
                      <a:pt x="2379" y="1201"/>
                      <a:pt x="2373" y="1203"/>
                    </a:cubicBezTo>
                    <a:cubicBezTo>
                      <a:pt x="2359" y="1208"/>
                      <a:pt x="2345" y="1219"/>
                      <a:pt x="2338" y="1232"/>
                    </a:cubicBezTo>
                    <a:cubicBezTo>
                      <a:pt x="2334" y="1238"/>
                      <a:pt x="2348" y="1253"/>
                      <a:pt x="2359" y="1272"/>
                    </a:cubicBezTo>
                    <a:moveTo>
                      <a:pt x="3012" y="1242"/>
                    </a:moveTo>
                    <a:cubicBezTo>
                      <a:pt x="3000" y="1261"/>
                      <a:pt x="2988" y="1272"/>
                      <a:pt x="2987" y="1284"/>
                    </a:cubicBezTo>
                    <a:cubicBezTo>
                      <a:pt x="2986" y="1291"/>
                      <a:pt x="3005" y="1309"/>
                      <a:pt x="3010" y="1307"/>
                    </a:cubicBezTo>
                    <a:cubicBezTo>
                      <a:pt x="3025" y="1301"/>
                      <a:pt x="3039" y="1289"/>
                      <a:pt x="3053" y="1279"/>
                    </a:cubicBezTo>
                    <a:cubicBezTo>
                      <a:pt x="3042" y="1269"/>
                      <a:pt x="3031" y="1259"/>
                      <a:pt x="3012" y="1242"/>
                    </a:cubicBezTo>
                    <a:moveTo>
                      <a:pt x="2848" y="2883"/>
                    </a:moveTo>
                    <a:cubicBezTo>
                      <a:pt x="2868" y="2909"/>
                      <a:pt x="2887" y="2932"/>
                      <a:pt x="2905" y="2956"/>
                    </a:cubicBezTo>
                    <a:cubicBezTo>
                      <a:pt x="2928" y="2985"/>
                      <a:pt x="2956" y="2987"/>
                      <a:pt x="2984" y="2960"/>
                    </a:cubicBezTo>
                    <a:cubicBezTo>
                      <a:pt x="2913" y="2973"/>
                      <a:pt x="2895" y="2956"/>
                      <a:pt x="2880" y="2859"/>
                    </a:cubicBezTo>
                    <a:cubicBezTo>
                      <a:pt x="2869" y="2867"/>
                      <a:pt x="2859" y="2875"/>
                      <a:pt x="2848" y="2883"/>
                    </a:cubicBezTo>
                    <a:moveTo>
                      <a:pt x="1506" y="565"/>
                    </a:moveTo>
                    <a:cubicBezTo>
                      <a:pt x="1505" y="593"/>
                      <a:pt x="1495" y="621"/>
                      <a:pt x="1526" y="632"/>
                    </a:cubicBezTo>
                    <a:cubicBezTo>
                      <a:pt x="1531" y="634"/>
                      <a:pt x="1554" y="611"/>
                      <a:pt x="1555" y="598"/>
                    </a:cubicBezTo>
                    <a:cubicBezTo>
                      <a:pt x="1558" y="568"/>
                      <a:pt x="1532" y="569"/>
                      <a:pt x="1506" y="565"/>
                    </a:cubicBezTo>
                    <a:moveTo>
                      <a:pt x="1201" y="2125"/>
                    </a:moveTo>
                    <a:cubicBezTo>
                      <a:pt x="1222" y="2145"/>
                      <a:pt x="1246" y="2168"/>
                      <a:pt x="1272" y="2192"/>
                    </a:cubicBezTo>
                    <a:cubicBezTo>
                      <a:pt x="1293" y="2164"/>
                      <a:pt x="1261" y="2142"/>
                      <a:pt x="1265" y="2117"/>
                    </a:cubicBezTo>
                    <a:cubicBezTo>
                      <a:pt x="1239" y="2120"/>
                      <a:pt x="1218" y="2123"/>
                      <a:pt x="1201" y="2125"/>
                    </a:cubicBezTo>
                    <a:moveTo>
                      <a:pt x="1921" y="948"/>
                    </a:moveTo>
                    <a:cubicBezTo>
                      <a:pt x="1927" y="943"/>
                      <a:pt x="1939" y="931"/>
                      <a:pt x="1951" y="919"/>
                    </a:cubicBezTo>
                    <a:cubicBezTo>
                      <a:pt x="1934" y="912"/>
                      <a:pt x="1919" y="904"/>
                      <a:pt x="1902" y="899"/>
                    </a:cubicBezTo>
                    <a:cubicBezTo>
                      <a:pt x="1888" y="895"/>
                      <a:pt x="1872" y="895"/>
                      <a:pt x="1865" y="894"/>
                    </a:cubicBezTo>
                    <a:cubicBezTo>
                      <a:pt x="1882" y="910"/>
                      <a:pt x="1900" y="928"/>
                      <a:pt x="1921" y="948"/>
                    </a:cubicBezTo>
                    <a:moveTo>
                      <a:pt x="2312" y="3142"/>
                    </a:moveTo>
                    <a:cubicBezTo>
                      <a:pt x="2336" y="3167"/>
                      <a:pt x="2332" y="3210"/>
                      <a:pt x="2379" y="3202"/>
                    </a:cubicBezTo>
                    <a:lnTo>
                      <a:pt x="2379" y="3150"/>
                    </a:lnTo>
                    <a:cubicBezTo>
                      <a:pt x="2358" y="3147"/>
                      <a:pt x="2339" y="3145"/>
                      <a:pt x="2312" y="3142"/>
                    </a:cubicBezTo>
                    <a:moveTo>
                      <a:pt x="777" y="2764"/>
                    </a:moveTo>
                    <a:cubicBezTo>
                      <a:pt x="777" y="2760"/>
                      <a:pt x="778" y="2755"/>
                      <a:pt x="778" y="2751"/>
                    </a:cubicBezTo>
                    <a:cubicBezTo>
                      <a:pt x="762" y="2744"/>
                      <a:pt x="746" y="2735"/>
                      <a:pt x="729" y="2731"/>
                    </a:cubicBezTo>
                    <a:cubicBezTo>
                      <a:pt x="723" y="2729"/>
                      <a:pt x="714" y="2740"/>
                      <a:pt x="706" y="2745"/>
                    </a:cubicBezTo>
                    <a:cubicBezTo>
                      <a:pt x="717" y="2757"/>
                      <a:pt x="727" y="2774"/>
                      <a:pt x="741" y="2780"/>
                    </a:cubicBezTo>
                    <a:cubicBezTo>
                      <a:pt x="749" y="2784"/>
                      <a:pt x="765" y="2770"/>
                      <a:pt x="777" y="2764"/>
                    </a:cubicBezTo>
                    <a:moveTo>
                      <a:pt x="1252" y="2682"/>
                    </a:moveTo>
                    <a:cubicBezTo>
                      <a:pt x="1254" y="2643"/>
                      <a:pt x="1256" y="2603"/>
                      <a:pt x="1258" y="2563"/>
                    </a:cubicBezTo>
                    <a:lnTo>
                      <a:pt x="1245" y="2563"/>
                    </a:lnTo>
                    <a:cubicBezTo>
                      <a:pt x="1237" y="2592"/>
                      <a:pt x="1230" y="2617"/>
                      <a:pt x="1221" y="2648"/>
                    </a:cubicBezTo>
                    <a:cubicBezTo>
                      <a:pt x="1229" y="2656"/>
                      <a:pt x="1242" y="2670"/>
                      <a:pt x="1252" y="2682"/>
                    </a:cubicBezTo>
                    <a:moveTo>
                      <a:pt x="3083" y="2247"/>
                    </a:moveTo>
                    <a:cubicBezTo>
                      <a:pt x="3071" y="2261"/>
                      <a:pt x="3057" y="2271"/>
                      <a:pt x="3059" y="2277"/>
                    </a:cubicBezTo>
                    <a:cubicBezTo>
                      <a:pt x="3062" y="2292"/>
                      <a:pt x="3073" y="2305"/>
                      <a:pt x="3081" y="2318"/>
                    </a:cubicBezTo>
                    <a:cubicBezTo>
                      <a:pt x="3092" y="2306"/>
                      <a:pt x="3106" y="2296"/>
                      <a:pt x="3112" y="2282"/>
                    </a:cubicBezTo>
                    <a:cubicBezTo>
                      <a:pt x="3115" y="2277"/>
                      <a:pt x="3097" y="2263"/>
                      <a:pt x="3083" y="2247"/>
                    </a:cubicBezTo>
                    <a:moveTo>
                      <a:pt x="2104" y="1048"/>
                    </a:moveTo>
                    <a:cubicBezTo>
                      <a:pt x="2093" y="1061"/>
                      <a:pt x="2083" y="1074"/>
                      <a:pt x="2072" y="1087"/>
                    </a:cubicBezTo>
                    <a:cubicBezTo>
                      <a:pt x="2105" y="1112"/>
                      <a:pt x="2132" y="1103"/>
                      <a:pt x="2157" y="1081"/>
                    </a:cubicBezTo>
                    <a:cubicBezTo>
                      <a:pt x="2140" y="1071"/>
                      <a:pt x="2123" y="1060"/>
                      <a:pt x="2104" y="1048"/>
                    </a:cubicBezTo>
                    <a:moveTo>
                      <a:pt x="2960" y="1948"/>
                    </a:moveTo>
                    <a:cubicBezTo>
                      <a:pt x="2942" y="1933"/>
                      <a:pt x="2926" y="1920"/>
                      <a:pt x="2912" y="1909"/>
                    </a:cubicBezTo>
                    <a:cubicBezTo>
                      <a:pt x="2898" y="1930"/>
                      <a:pt x="2886" y="1947"/>
                      <a:pt x="2874" y="1966"/>
                    </a:cubicBezTo>
                    <a:cubicBezTo>
                      <a:pt x="2878" y="1969"/>
                      <a:pt x="2884" y="1975"/>
                      <a:pt x="2884" y="1975"/>
                    </a:cubicBezTo>
                    <a:cubicBezTo>
                      <a:pt x="2911" y="1965"/>
                      <a:pt x="2932" y="1958"/>
                      <a:pt x="2960" y="1948"/>
                    </a:cubicBezTo>
                    <a:moveTo>
                      <a:pt x="1422" y="1031"/>
                    </a:moveTo>
                    <a:cubicBezTo>
                      <a:pt x="1415" y="1000"/>
                      <a:pt x="1394" y="986"/>
                      <a:pt x="1366" y="980"/>
                    </a:cubicBezTo>
                    <a:cubicBezTo>
                      <a:pt x="1360" y="979"/>
                      <a:pt x="1352" y="984"/>
                      <a:pt x="1347" y="988"/>
                    </a:cubicBezTo>
                    <a:cubicBezTo>
                      <a:pt x="1345" y="990"/>
                      <a:pt x="1349" y="1000"/>
                      <a:pt x="1352" y="1005"/>
                    </a:cubicBezTo>
                    <a:cubicBezTo>
                      <a:pt x="1370" y="1026"/>
                      <a:pt x="1392" y="1038"/>
                      <a:pt x="1422" y="1031"/>
                    </a:cubicBezTo>
                    <a:moveTo>
                      <a:pt x="1493" y="674"/>
                    </a:moveTo>
                    <a:cubicBezTo>
                      <a:pt x="1481" y="645"/>
                      <a:pt x="1470" y="618"/>
                      <a:pt x="1458" y="592"/>
                    </a:cubicBezTo>
                    <a:cubicBezTo>
                      <a:pt x="1439" y="603"/>
                      <a:pt x="1439" y="605"/>
                      <a:pt x="1453" y="674"/>
                    </a:cubicBezTo>
                    <a:lnTo>
                      <a:pt x="1493" y="674"/>
                    </a:lnTo>
                    <a:moveTo>
                      <a:pt x="531" y="2770"/>
                    </a:moveTo>
                    <a:cubicBezTo>
                      <a:pt x="518" y="2758"/>
                      <a:pt x="507" y="2747"/>
                      <a:pt x="506" y="2748"/>
                    </a:cubicBezTo>
                    <a:cubicBezTo>
                      <a:pt x="490" y="2759"/>
                      <a:pt x="476" y="2772"/>
                      <a:pt x="463" y="2785"/>
                    </a:cubicBezTo>
                    <a:cubicBezTo>
                      <a:pt x="463" y="2786"/>
                      <a:pt x="478" y="2806"/>
                      <a:pt x="480" y="2805"/>
                    </a:cubicBezTo>
                    <a:cubicBezTo>
                      <a:pt x="496" y="2796"/>
                      <a:pt x="511" y="2785"/>
                      <a:pt x="531" y="2770"/>
                    </a:cubicBezTo>
                    <a:moveTo>
                      <a:pt x="3193" y="2303"/>
                    </a:moveTo>
                    <a:cubicBezTo>
                      <a:pt x="3181" y="2299"/>
                      <a:pt x="3170" y="2295"/>
                      <a:pt x="3160" y="2291"/>
                    </a:cubicBezTo>
                    <a:cubicBezTo>
                      <a:pt x="3148" y="2310"/>
                      <a:pt x="3138" y="2326"/>
                      <a:pt x="3128" y="2342"/>
                    </a:cubicBezTo>
                    <a:cubicBezTo>
                      <a:pt x="3148" y="2348"/>
                      <a:pt x="3166" y="2353"/>
                      <a:pt x="3183" y="2359"/>
                    </a:cubicBezTo>
                    <a:cubicBezTo>
                      <a:pt x="3186" y="2341"/>
                      <a:pt x="3189" y="2324"/>
                      <a:pt x="3193" y="2303"/>
                    </a:cubicBezTo>
                    <a:moveTo>
                      <a:pt x="2469" y="3281"/>
                    </a:moveTo>
                    <a:lnTo>
                      <a:pt x="2469" y="3326"/>
                    </a:lnTo>
                    <a:cubicBezTo>
                      <a:pt x="2514" y="3319"/>
                      <a:pt x="2524" y="3307"/>
                      <a:pt x="2521" y="3267"/>
                    </a:cubicBezTo>
                    <a:cubicBezTo>
                      <a:pt x="2504" y="3272"/>
                      <a:pt x="2486" y="3276"/>
                      <a:pt x="2469" y="3281"/>
                    </a:cubicBezTo>
                    <a:moveTo>
                      <a:pt x="2138" y="234"/>
                    </a:moveTo>
                    <a:cubicBezTo>
                      <a:pt x="2118" y="222"/>
                      <a:pt x="2105" y="209"/>
                      <a:pt x="2097" y="212"/>
                    </a:cubicBezTo>
                    <a:cubicBezTo>
                      <a:pt x="2086" y="215"/>
                      <a:pt x="2074" y="230"/>
                      <a:pt x="2072" y="242"/>
                    </a:cubicBezTo>
                    <a:cubicBezTo>
                      <a:pt x="2070" y="250"/>
                      <a:pt x="2083" y="261"/>
                      <a:pt x="2089" y="271"/>
                    </a:cubicBezTo>
                    <a:cubicBezTo>
                      <a:pt x="2103" y="261"/>
                      <a:pt x="2117" y="250"/>
                      <a:pt x="2138" y="234"/>
                    </a:cubicBezTo>
                    <a:moveTo>
                      <a:pt x="1095" y="455"/>
                    </a:moveTo>
                    <a:cubicBezTo>
                      <a:pt x="1068" y="465"/>
                      <a:pt x="1066" y="488"/>
                      <a:pt x="1066" y="510"/>
                    </a:cubicBezTo>
                    <a:cubicBezTo>
                      <a:pt x="1066" y="516"/>
                      <a:pt x="1072" y="525"/>
                      <a:pt x="1077" y="526"/>
                    </a:cubicBezTo>
                    <a:cubicBezTo>
                      <a:pt x="1082" y="528"/>
                      <a:pt x="1092" y="524"/>
                      <a:pt x="1096" y="519"/>
                    </a:cubicBezTo>
                    <a:cubicBezTo>
                      <a:pt x="1109" y="498"/>
                      <a:pt x="1115" y="476"/>
                      <a:pt x="1095" y="455"/>
                    </a:cubicBezTo>
                    <a:moveTo>
                      <a:pt x="3245" y="1628"/>
                    </a:moveTo>
                    <a:cubicBezTo>
                      <a:pt x="3246" y="1651"/>
                      <a:pt x="3202" y="1666"/>
                      <a:pt x="3237" y="1689"/>
                    </a:cubicBezTo>
                    <a:cubicBezTo>
                      <a:pt x="3243" y="1692"/>
                      <a:pt x="3268" y="1676"/>
                      <a:pt x="3275" y="1664"/>
                    </a:cubicBezTo>
                    <a:cubicBezTo>
                      <a:pt x="3287" y="1641"/>
                      <a:pt x="3270" y="1632"/>
                      <a:pt x="3245" y="1628"/>
                    </a:cubicBezTo>
                    <a:moveTo>
                      <a:pt x="367" y="2371"/>
                    </a:moveTo>
                    <a:cubicBezTo>
                      <a:pt x="366" y="2396"/>
                      <a:pt x="365" y="2412"/>
                      <a:pt x="365" y="2426"/>
                    </a:cubicBezTo>
                    <a:cubicBezTo>
                      <a:pt x="384" y="2430"/>
                      <a:pt x="402" y="2431"/>
                      <a:pt x="417" y="2437"/>
                    </a:cubicBezTo>
                    <a:cubicBezTo>
                      <a:pt x="432" y="2443"/>
                      <a:pt x="446" y="2453"/>
                      <a:pt x="461" y="2462"/>
                    </a:cubicBezTo>
                    <a:lnTo>
                      <a:pt x="461" y="2429"/>
                    </a:lnTo>
                    <a:cubicBezTo>
                      <a:pt x="418" y="2435"/>
                      <a:pt x="391" y="2414"/>
                      <a:pt x="367" y="2371"/>
                    </a:cubicBezTo>
                    <a:moveTo>
                      <a:pt x="3150" y="2556"/>
                    </a:moveTo>
                    <a:cubicBezTo>
                      <a:pt x="3185" y="2555"/>
                      <a:pt x="3209" y="2526"/>
                      <a:pt x="3212" y="2485"/>
                    </a:cubicBezTo>
                    <a:cubicBezTo>
                      <a:pt x="3193" y="2498"/>
                      <a:pt x="3171" y="2513"/>
                      <a:pt x="3147" y="2529"/>
                    </a:cubicBezTo>
                    <a:cubicBezTo>
                      <a:pt x="3148" y="2535"/>
                      <a:pt x="3149" y="2545"/>
                      <a:pt x="3150" y="2556"/>
                    </a:cubicBezTo>
                    <a:moveTo>
                      <a:pt x="414" y="2337"/>
                    </a:moveTo>
                    <a:cubicBezTo>
                      <a:pt x="412" y="2341"/>
                      <a:pt x="409" y="2345"/>
                      <a:pt x="406" y="2349"/>
                    </a:cubicBezTo>
                    <a:cubicBezTo>
                      <a:pt x="415" y="2362"/>
                      <a:pt x="423" y="2375"/>
                      <a:pt x="434" y="2386"/>
                    </a:cubicBezTo>
                    <a:cubicBezTo>
                      <a:pt x="437" y="2389"/>
                      <a:pt x="455" y="2384"/>
                      <a:pt x="457" y="2378"/>
                    </a:cubicBezTo>
                    <a:cubicBezTo>
                      <a:pt x="462" y="2369"/>
                      <a:pt x="464" y="2348"/>
                      <a:pt x="460" y="2347"/>
                    </a:cubicBezTo>
                    <a:cubicBezTo>
                      <a:pt x="446" y="2341"/>
                      <a:pt x="430" y="2340"/>
                      <a:pt x="414" y="2338"/>
                    </a:cubicBezTo>
                    <a:lnTo>
                      <a:pt x="414" y="2337"/>
                    </a:lnTo>
                    <a:moveTo>
                      <a:pt x="1635" y="2692"/>
                    </a:moveTo>
                    <a:cubicBezTo>
                      <a:pt x="1655" y="2700"/>
                      <a:pt x="1671" y="2706"/>
                      <a:pt x="1688" y="2713"/>
                    </a:cubicBezTo>
                    <a:cubicBezTo>
                      <a:pt x="1689" y="2695"/>
                      <a:pt x="1690" y="2681"/>
                      <a:pt x="1691" y="2666"/>
                    </a:cubicBezTo>
                    <a:cubicBezTo>
                      <a:pt x="1675" y="2662"/>
                      <a:pt x="1662" y="2658"/>
                      <a:pt x="1648" y="2654"/>
                    </a:cubicBezTo>
                    <a:cubicBezTo>
                      <a:pt x="1644" y="2667"/>
                      <a:pt x="1640" y="2679"/>
                      <a:pt x="1635" y="2692"/>
                    </a:cubicBezTo>
                    <a:moveTo>
                      <a:pt x="2505" y="807"/>
                    </a:moveTo>
                    <a:cubicBezTo>
                      <a:pt x="2523" y="821"/>
                      <a:pt x="2533" y="829"/>
                      <a:pt x="2543" y="837"/>
                    </a:cubicBezTo>
                    <a:cubicBezTo>
                      <a:pt x="2551" y="827"/>
                      <a:pt x="2564" y="816"/>
                      <a:pt x="2564" y="806"/>
                    </a:cubicBezTo>
                    <a:cubicBezTo>
                      <a:pt x="2564" y="797"/>
                      <a:pt x="2550" y="782"/>
                      <a:pt x="2541" y="780"/>
                    </a:cubicBezTo>
                    <a:cubicBezTo>
                      <a:pt x="2533" y="779"/>
                      <a:pt x="2522" y="794"/>
                      <a:pt x="2505" y="807"/>
                    </a:cubicBezTo>
                    <a:moveTo>
                      <a:pt x="1602" y="1614"/>
                    </a:moveTo>
                    <a:cubicBezTo>
                      <a:pt x="1586" y="1607"/>
                      <a:pt x="1579" y="1600"/>
                      <a:pt x="1573" y="1601"/>
                    </a:cubicBezTo>
                    <a:cubicBezTo>
                      <a:pt x="1557" y="1604"/>
                      <a:pt x="1541" y="1610"/>
                      <a:pt x="1526" y="1614"/>
                    </a:cubicBezTo>
                    <a:cubicBezTo>
                      <a:pt x="1528" y="1622"/>
                      <a:pt x="1530" y="1635"/>
                      <a:pt x="1533" y="1635"/>
                    </a:cubicBezTo>
                    <a:cubicBezTo>
                      <a:pt x="1548" y="1635"/>
                      <a:pt x="1564" y="1632"/>
                      <a:pt x="1580" y="1629"/>
                    </a:cubicBezTo>
                    <a:cubicBezTo>
                      <a:pt x="1585" y="1628"/>
                      <a:pt x="1590" y="1622"/>
                      <a:pt x="1602" y="1614"/>
                    </a:cubicBezTo>
                    <a:moveTo>
                      <a:pt x="2001" y="374"/>
                    </a:moveTo>
                    <a:cubicBezTo>
                      <a:pt x="2027" y="352"/>
                      <a:pt x="2050" y="333"/>
                      <a:pt x="2072" y="314"/>
                    </a:cubicBezTo>
                    <a:cubicBezTo>
                      <a:pt x="2071" y="312"/>
                      <a:pt x="2069" y="309"/>
                      <a:pt x="2068" y="306"/>
                    </a:cubicBezTo>
                    <a:cubicBezTo>
                      <a:pt x="2039" y="324"/>
                      <a:pt x="2011" y="342"/>
                      <a:pt x="1981" y="361"/>
                    </a:cubicBezTo>
                    <a:cubicBezTo>
                      <a:pt x="1982" y="362"/>
                      <a:pt x="1985" y="364"/>
                      <a:pt x="1988" y="366"/>
                    </a:cubicBezTo>
                    <a:cubicBezTo>
                      <a:pt x="1995" y="370"/>
                      <a:pt x="2002" y="375"/>
                      <a:pt x="2001" y="374"/>
                    </a:cubicBezTo>
                    <a:moveTo>
                      <a:pt x="1584" y="653"/>
                    </a:moveTo>
                    <a:cubicBezTo>
                      <a:pt x="1616" y="662"/>
                      <a:pt x="1631" y="652"/>
                      <a:pt x="1641" y="617"/>
                    </a:cubicBezTo>
                    <a:cubicBezTo>
                      <a:pt x="1605" y="599"/>
                      <a:pt x="1599" y="603"/>
                      <a:pt x="1584" y="653"/>
                    </a:cubicBezTo>
                    <a:moveTo>
                      <a:pt x="1825" y="2733"/>
                    </a:moveTo>
                    <a:cubicBezTo>
                      <a:pt x="1797" y="2770"/>
                      <a:pt x="1767" y="2790"/>
                      <a:pt x="1723" y="2780"/>
                    </a:cubicBezTo>
                    <a:cubicBezTo>
                      <a:pt x="1727" y="2795"/>
                      <a:pt x="1729" y="2805"/>
                      <a:pt x="1731" y="2813"/>
                    </a:cubicBezTo>
                    <a:cubicBezTo>
                      <a:pt x="1762" y="2797"/>
                      <a:pt x="1792" y="2782"/>
                      <a:pt x="1825" y="2766"/>
                    </a:cubicBezTo>
                    <a:lnTo>
                      <a:pt x="1825" y="2733"/>
                    </a:lnTo>
                    <a:moveTo>
                      <a:pt x="2181" y="3315"/>
                    </a:moveTo>
                    <a:cubicBezTo>
                      <a:pt x="2187" y="3342"/>
                      <a:pt x="2192" y="3367"/>
                      <a:pt x="2197" y="3393"/>
                    </a:cubicBezTo>
                    <a:cubicBezTo>
                      <a:pt x="2237" y="3359"/>
                      <a:pt x="2233" y="3336"/>
                      <a:pt x="2181" y="3315"/>
                    </a:cubicBezTo>
                    <a:moveTo>
                      <a:pt x="1935" y="2028"/>
                    </a:moveTo>
                    <a:cubicBezTo>
                      <a:pt x="1921" y="2048"/>
                      <a:pt x="1908" y="2066"/>
                      <a:pt x="1892" y="2088"/>
                    </a:cubicBezTo>
                    <a:cubicBezTo>
                      <a:pt x="1930" y="2091"/>
                      <a:pt x="1945" y="2061"/>
                      <a:pt x="1974" y="2050"/>
                    </a:cubicBezTo>
                    <a:cubicBezTo>
                      <a:pt x="1958" y="2041"/>
                      <a:pt x="1947" y="2035"/>
                      <a:pt x="1935" y="2028"/>
                    </a:cubicBezTo>
                    <a:moveTo>
                      <a:pt x="2918" y="2761"/>
                    </a:moveTo>
                    <a:lnTo>
                      <a:pt x="2918" y="2793"/>
                    </a:lnTo>
                    <a:cubicBezTo>
                      <a:pt x="2950" y="2782"/>
                      <a:pt x="2983" y="2770"/>
                      <a:pt x="3018" y="2757"/>
                    </a:cubicBezTo>
                    <a:cubicBezTo>
                      <a:pt x="3018" y="2756"/>
                      <a:pt x="3015" y="2748"/>
                      <a:pt x="3016" y="2750"/>
                    </a:cubicBezTo>
                    <a:cubicBezTo>
                      <a:pt x="2981" y="2754"/>
                      <a:pt x="2952" y="2757"/>
                      <a:pt x="2918" y="2761"/>
                    </a:cubicBezTo>
                    <a:moveTo>
                      <a:pt x="472" y="1261"/>
                    </a:moveTo>
                    <a:cubicBezTo>
                      <a:pt x="472" y="1257"/>
                      <a:pt x="471" y="1254"/>
                      <a:pt x="471" y="1250"/>
                    </a:cubicBezTo>
                    <a:cubicBezTo>
                      <a:pt x="450" y="1256"/>
                      <a:pt x="429" y="1261"/>
                      <a:pt x="414" y="1265"/>
                    </a:cubicBezTo>
                    <a:cubicBezTo>
                      <a:pt x="429" y="1278"/>
                      <a:pt x="444" y="1290"/>
                      <a:pt x="458" y="1302"/>
                    </a:cubicBezTo>
                    <a:cubicBezTo>
                      <a:pt x="455" y="1305"/>
                      <a:pt x="451" y="1309"/>
                      <a:pt x="447" y="1313"/>
                    </a:cubicBezTo>
                    <a:cubicBezTo>
                      <a:pt x="456" y="1295"/>
                      <a:pt x="464" y="1278"/>
                      <a:pt x="472" y="1261"/>
                    </a:cubicBezTo>
                    <a:moveTo>
                      <a:pt x="3143" y="2001"/>
                    </a:moveTo>
                    <a:cubicBezTo>
                      <a:pt x="3140" y="2003"/>
                      <a:pt x="3137" y="2005"/>
                      <a:pt x="3135" y="2007"/>
                    </a:cubicBezTo>
                    <a:lnTo>
                      <a:pt x="3135" y="2077"/>
                    </a:lnTo>
                    <a:cubicBezTo>
                      <a:pt x="3139" y="2078"/>
                      <a:pt x="3144" y="2079"/>
                      <a:pt x="3149" y="2080"/>
                    </a:cubicBezTo>
                    <a:cubicBezTo>
                      <a:pt x="3154" y="2062"/>
                      <a:pt x="3161" y="2044"/>
                      <a:pt x="3162" y="2026"/>
                    </a:cubicBezTo>
                    <a:cubicBezTo>
                      <a:pt x="3162" y="2018"/>
                      <a:pt x="3150" y="2009"/>
                      <a:pt x="3143" y="2000"/>
                    </a:cubicBezTo>
                    <a:lnTo>
                      <a:pt x="3143" y="2001"/>
                    </a:lnTo>
                    <a:moveTo>
                      <a:pt x="1618" y="1572"/>
                    </a:moveTo>
                    <a:cubicBezTo>
                      <a:pt x="1627" y="1584"/>
                      <a:pt x="1634" y="1594"/>
                      <a:pt x="1641" y="1604"/>
                    </a:cubicBezTo>
                    <a:cubicBezTo>
                      <a:pt x="1656" y="1599"/>
                      <a:pt x="1669" y="1595"/>
                      <a:pt x="1678" y="1592"/>
                    </a:cubicBezTo>
                    <a:cubicBezTo>
                      <a:pt x="1671" y="1577"/>
                      <a:pt x="1664" y="1564"/>
                      <a:pt x="1657" y="1549"/>
                    </a:cubicBezTo>
                    <a:cubicBezTo>
                      <a:pt x="1645" y="1556"/>
                      <a:pt x="1632" y="1563"/>
                      <a:pt x="1618" y="1572"/>
                    </a:cubicBezTo>
                    <a:moveTo>
                      <a:pt x="2826" y="1832"/>
                    </a:moveTo>
                    <a:cubicBezTo>
                      <a:pt x="2829" y="1867"/>
                      <a:pt x="2857" y="1850"/>
                      <a:pt x="2874" y="1862"/>
                    </a:cubicBezTo>
                    <a:cubicBezTo>
                      <a:pt x="2872" y="1839"/>
                      <a:pt x="2870" y="1821"/>
                      <a:pt x="2868" y="1801"/>
                    </a:cubicBezTo>
                    <a:cubicBezTo>
                      <a:pt x="2852" y="1813"/>
                      <a:pt x="2839" y="1822"/>
                      <a:pt x="2826" y="1832"/>
                    </a:cubicBezTo>
                    <a:moveTo>
                      <a:pt x="2336" y="748"/>
                    </a:moveTo>
                    <a:cubicBezTo>
                      <a:pt x="2327" y="757"/>
                      <a:pt x="2318" y="766"/>
                      <a:pt x="2308" y="775"/>
                    </a:cubicBezTo>
                    <a:cubicBezTo>
                      <a:pt x="2318" y="786"/>
                      <a:pt x="2328" y="797"/>
                      <a:pt x="2338" y="808"/>
                    </a:cubicBezTo>
                    <a:cubicBezTo>
                      <a:pt x="2349" y="800"/>
                      <a:pt x="2359" y="794"/>
                      <a:pt x="2369" y="787"/>
                    </a:cubicBezTo>
                    <a:cubicBezTo>
                      <a:pt x="2357" y="773"/>
                      <a:pt x="2347" y="761"/>
                      <a:pt x="2336" y="748"/>
                    </a:cubicBezTo>
                    <a:moveTo>
                      <a:pt x="1896" y="2435"/>
                    </a:moveTo>
                    <a:cubicBezTo>
                      <a:pt x="1872" y="2441"/>
                      <a:pt x="1851" y="2446"/>
                      <a:pt x="1829" y="2451"/>
                    </a:cubicBezTo>
                    <a:cubicBezTo>
                      <a:pt x="1855" y="2496"/>
                      <a:pt x="1888" y="2445"/>
                      <a:pt x="1916" y="2457"/>
                    </a:cubicBezTo>
                    <a:cubicBezTo>
                      <a:pt x="1909" y="2450"/>
                      <a:pt x="1902" y="2442"/>
                      <a:pt x="1896" y="2436"/>
                    </a:cubicBezTo>
                    <a:lnTo>
                      <a:pt x="1896" y="2435"/>
                    </a:lnTo>
                    <a:moveTo>
                      <a:pt x="2404" y="1285"/>
                    </a:moveTo>
                    <a:cubicBezTo>
                      <a:pt x="2437" y="1300"/>
                      <a:pt x="2466" y="1313"/>
                      <a:pt x="2497" y="1327"/>
                    </a:cubicBezTo>
                    <a:cubicBezTo>
                      <a:pt x="2499" y="1321"/>
                      <a:pt x="2502" y="1311"/>
                      <a:pt x="2504" y="1307"/>
                    </a:cubicBezTo>
                    <a:cubicBezTo>
                      <a:pt x="2474" y="1296"/>
                      <a:pt x="2447" y="1286"/>
                      <a:pt x="2416" y="1274"/>
                    </a:cubicBezTo>
                    <a:cubicBezTo>
                      <a:pt x="2414" y="1276"/>
                      <a:pt x="2408" y="1281"/>
                      <a:pt x="2404" y="1285"/>
                    </a:cubicBezTo>
                    <a:moveTo>
                      <a:pt x="2295" y="1322"/>
                    </a:moveTo>
                    <a:cubicBezTo>
                      <a:pt x="2309" y="1314"/>
                      <a:pt x="2321" y="1306"/>
                      <a:pt x="2335" y="1298"/>
                    </a:cubicBezTo>
                    <a:cubicBezTo>
                      <a:pt x="2323" y="1288"/>
                      <a:pt x="2312" y="1279"/>
                      <a:pt x="2302" y="1270"/>
                    </a:cubicBezTo>
                    <a:cubicBezTo>
                      <a:pt x="2289" y="1279"/>
                      <a:pt x="2278" y="1286"/>
                      <a:pt x="2265" y="1295"/>
                    </a:cubicBezTo>
                    <a:cubicBezTo>
                      <a:pt x="2276" y="1304"/>
                      <a:pt x="2284" y="1312"/>
                      <a:pt x="2295" y="1322"/>
                    </a:cubicBezTo>
                    <a:moveTo>
                      <a:pt x="3090" y="2203"/>
                    </a:moveTo>
                    <a:cubicBezTo>
                      <a:pt x="3101" y="2183"/>
                      <a:pt x="3124" y="2173"/>
                      <a:pt x="3108" y="2149"/>
                    </a:cubicBezTo>
                    <a:cubicBezTo>
                      <a:pt x="3105" y="2145"/>
                      <a:pt x="3087" y="2146"/>
                      <a:pt x="3082" y="2151"/>
                    </a:cubicBezTo>
                    <a:cubicBezTo>
                      <a:pt x="3062" y="2167"/>
                      <a:pt x="3068" y="2183"/>
                      <a:pt x="3090" y="2203"/>
                    </a:cubicBezTo>
                    <a:moveTo>
                      <a:pt x="1363" y="2235"/>
                    </a:moveTo>
                    <a:cubicBezTo>
                      <a:pt x="1364" y="2236"/>
                      <a:pt x="1365" y="2237"/>
                      <a:pt x="1366" y="2238"/>
                    </a:cubicBezTo>
                    <a:lnTo>
                      <a:pt x="1485" y="2238"/>
                    </a:lnTo>
                    <a:cubicBezTo>
                      <a:pt x="1485" y="2237"/>
                      <a:pt x="1485" y="2236"/>
                      <a:pt x="1486" y="2234"/>
                    </a:cubicBezTo>
                    <a:cubicBezTo>
                      <a:pt x="1469" y="2227"/>
                      <a:pt x="1452" y="2220"/>
                      <a:pt x="1436" y="2213"/>
                    </a:cubicBezTo>
                    <a:cubicBezTo>
                      <a:pt x="1412" y="2220"/>
                      <a:pt x="1387" y="2228"/>
                      <a:pt x="1363" y="2235"/>
                    </a:cubicBezTo>
                    <a:moveTo>
                      <a:pt x="3156" y="1082"/>
                    </a:moveTo>
                    <a:cubicBezTo>
                      <a:pt x="3158" y="1085"/>
                      <a:pt x="3161" y="1089"/>
                      <a:pt x="3164" y="1092"/>
                    </a:cubicBezTo>
                    <a:cubicBezTo>
                      <a:pt x="3178" y="1085"/>
                      <a:pt x="3194" y="1080"/>
                      <a:pt x="3207" y="1072"/>
                    </a:cubicBezTo>
                    <a:cubicBezTo>
                      <a:pt x="3212" y="1068"/>
                      <a:pt x="3213" y="1058"/>
                      <a:pt x="3216" y="1051"/>
                    </a:cubicBezTo>
                    <a:cubicBezTo>
                      <a:pt x="3208" y="1048"/>
                      <a:pt x="3196" y="1041"/>
                      <a:pt x="3191" y="1045"/>
                    </a:cubicBezTo>
                    <a:cubicBezTo>
                      <a:pt x="3178" y="1055"/>
                      <a:pt x="3167" y="1069"/>
                      <a:pt x="3156" y="1082"/>
                    </a:cubicBezTo>
                    <a:moveTo>
                      <a:pt x="2624" y="2558"/>
                    </a:moveTo>
                    <a:cubicBezTo>
                      <a:pt x="2628" y="2524"/>
                      <a:pt x="2631" y="2493"/>
                      <a:pt x="2635" y="2463"/>
                    </a:cubicBezTo>
                    <a:cubicBezTo>
                      <a:pt x="2624" y="2477"/>
                      <a:pt x="2622" y="2495"/>
                      <a:pt x="2615" y="2511"/>
                    </a:cubicBezTo>
                    <a:cubicBezTo>
                      <a:pt x="2608" y="2530"/>
                      <a:pt x="2597" y="2546"/>
                      <a:pt x="2586" y="2566"/>
                    </a:cubicBezTo>
                    <a:cubicBezTo>
                      <a:pt x="2601" y="2562"/>
                      <a:pt x="2613" y="2560"/>
                      <a:pt x="2624" y="2558"/>
                    </a:cubicBezTo>
                    <a:moveTo>
                      <a:pt x="649" y="2742"/>
                    </a:moveTo>
                    <a:cubicBezTo>
                      <a:pt x="657" y="2730"/>
                      <a:pt x="663" y="2719"/>
                      <a:pt x="671" y="2706"/>
                    </a:cubicBezTo>
                    <a:cubicBezTo>
                      <a:pt x="644" y="2702"/>
                      <a:pt x="619" y="2687"/>
                      <a:pt x="607" y="2725"/>
                    </a:cubicBezTo>
                    <a:cubicBezTo>
                      <a:pt x="620" y="2731"/>
                      <a:pt x="633" y="2736"/>
                      <a:pt x="649" y="2742"/>
                    </a:cubicBezTo>
                    <a:moveTo>
                      <a:pt x="3164" y="1610"/>
                    </a:moveTo>
                    <a:cubicBezTo>
                      <a:pt x="3177" y="1591"/>
                      <a:pt x="3186" y="1579"/>
                      <a:pt x="3193" y="1566"/>
                    </a:cubicBezTo>
                    <a:cubicBezTo>
                      <a:pt x="3194" y="1564"/>
                      <a:pt x="3180" y="1551"/>
                      <a:pt x="3179" y="1552"/>
                    </a:cubicBezTo>
                    <a:cubicBezTo>
                      <a:pt x="3167" y="1560"/>
                      <a:pt x="3155" y="1570"/>
                      <a:pt x="3147" y="1581"/>
                    </a:cubicBezTo>
                    <a:cubicBezTo>
                      <a:pt x="3145" y="1584"/>
                      <a:pt x="3155" y="1595"/>
                      <a:pt x="3164" y="1610"/>
                    </a:cubicBezTo>
                    <a:moveTo>
                      <a:pt x="1718" y="1193"/>
                    </a:moveTo>
                    <a:cubicBezTo>
                      <a:pt x="1721" y="1159"/>
                      <a:pt x="1712" y="1148"/>
                      <a:pt x="1681" y="1146"/>
                    </a:cubicBezTo>
                    <a:cubicBezTo>
                      <a:pt x="1677" y="1180"/>
                      <a:pt x="1685" y="1190"/>
                      <a:pt x="1718" y="1193"/>
                    </a:cubicBezTo>
                    <a:moveTo>
                      <a:pt x="2771" y="998"/>
                    </a:moveTo>
                    <a:cubicBezTo>
                      <a:pt x="2745" y="1014"/>
                      <a:pt x="2721" y="1030"/>
                      <a:pt x="2697" y="1046"/>
                    </a:cubicBezTo>
                    <a:cubicBezTo>
                      <a:pt x="2697" y="1047"/>
                      <a:pt x="2697" y="1049"/>
                      <a:pt x="2698" y="1051"/>
                    </a:cubicBezTo>
                    <a:cubicBezTo>
                      <a:pt x="2726" y="1043"/>
                      <a:pt x="2754" y="1035"/>
                      <a:pt x="2783" y="1027"/>
                    </a:cubicBezTo>
                    <a:cubicBezTo>
                      <a:pt x="2779" y="1016"/>
                      <a:pt x="2775" y="1007"/>
                      <a:pt x="2771" y="998"/>
                    </a:cubicBezTo>
                    <a:moveTo>
                      <a:pt x="2442" y="2352"/>
                    </a:moveTo>
                    <a:lnTo>
                      <a:pt x="2442" y="2368"/>
                    </a:lnTo>
                    <a:cubicBezTo>
                      <a:pt x="2476" y="2368"/>
                      <a:pt x="2509" y="2368"/>
                      <a:pt x="2542" y="2367"/>
                    </a:cubicBezTo>
                    <a:cubicBezTo>
                      <a:pt x="2546" y="2367"/>
                      <a:pt x="2550" y="2358"/>
                      <a:pt x="2555" y="2352"/>
                    </a:cubicBezTo>
                    <a:lnTo>
                      <a:pt x="2442" y="2352"/>
                    </a:lnTo>
                    <a:moveTo>
                      <a:pt x="2771" y="1907"/>
                    </a:moveTo>
                    <a:cubicBezTo>
                      <a:pt x="2776" y="1907"/>
                      <a:pt x="2781" y="1907"/>
                      <a:pt x="2786" y="1907"/>
                    </a:cubicBezTo>
                    <a:cubicBezTo>
                      <a:pt x="2788" y="1893"/>
                      <a:pt x="2792" y="1878"/>
                      <a:pt x="2790" y="1865"/>
                    </a:cubicBezTo>
                    <a:cubicBezTo>
                      <a:pt x="2789" y="1857"/>
                      <a:pt x="2777" y="1851"/>
                      <a:pt x="2769" y="1845"/>
                    </a:cubicBezTo>
                    <a:cubicBezTo>
                      <a:pt x="2766" y="1847"/>
                      <a:pt x="2762" y="1849"/>
                      <a:pt x="2758" y="1851"/>
                    </a:cubicBezTo>
                    <a:cubicBezTo>
                      <a:pt x="2763" y="1870"/>
                      <a:pt x="2767" y="1888"/>
                      <a:pt x="2771" y="1907"/>
                    </a:cubicBezTo>
                    <a:moveTo>
                      <a:pt x="2407" y="2583"/>
                    </a:moveTo>
                    <a:cubicBezTo>
                      <a:pt x="2385" y="2616"/>
                      <a:pt x="2365" y="2646"/>
                      <a:pt x="2344" y="2676"/>
                    </a:cubicBezTo>
                    <a:cubicBezTo>
                      <a:pt x="2352" y="2676"/>
                      <a:pt x="2361" y="2677"/>
                      <a:pt x="2366" y="2677"/>
                    </a:cubicBezTo>
                    <a:cubicBezTo>
                      <a:pt x="2383" y="2646"/>
                      <a:pt x="2399" y="2618"/>
                      <a:pt x="2415" y="2588"/>
                    </a:cubicBezTo>
                    <a:cubicBezTo>
                      <a:pt x="2414" y="2588"/>
                      <a:pt x="2409" y="2584"/>
                      <a:pt x="2407" y="2583"/>
                    </a:cubicBezTo>
                    <a:moveTo>
                      <a:pt x="1067" y="1999"/>
                    </a:moveTo>
                    <a:cubicBezTo>
                      <a:pt x="1045" y="1988"/>
                      <a:pt x="1028" y="1980"/>
                      <a:pt x="1009" y="1970"/>
                    </a:cubicBezTo>
                    <a:cubicBezTo>
                      <a:pt x="1006" y="1984"/>
                      <a:pt x="1004" y="1997"/>
                      <a:pt x="1001" y="2011"/>
                    </a:cubicBezTo>
                    <a:cubicBezTo>
                      <a:pt x="1023" y="2007"/>
                      <a:pt x="1043" y="2004"/>
                      <a:pt x="1067" y="1999"/>
                    </a:cubicBezTo>
                    <a:moveTo>
                      <a:pt x="642" y="2620"/>
                    </a:moveTo>
                    <a:lnTo>
                      <a:pt x="634" y="2636"/>
                    </a:lnTo>
                    <a:cubicBezTo>
                      <a:pt x="646" y="2644"/>
                      <a:pt x="658" y="2653"/>
                      <a:pt x="669" y="2661"/>
                    </a:cubicBezTo>
                    <a:cubicBezTo>
                      <a:pt x="674" y="2651"/>
                      <a:pt x="678" y="2640"/>
                      <a:pt x="682" y="2630"/>
                    </a:cubicBezTo>
                    <a:cubicBezTo>
                      <a:pt x="669" y="2627"/>
                      <a:pt x="655" y="2623"/>
                      <a:pt x="642" y="2620"/>
                    </a:cubicBezTo>
                    <a:moveTo>
                      <a:pt x="2901" y="860"/>
                    </a:moveTo>
                    <a:cubicBezTo>
                      <a:pt x="2921" y="867"/>
                      <a:pt x="2939" y="875"/>
                      <a:pt x="2960" y="883"/>
                    </a:cubicBezTo>
                    <a:cubicBezTo>
                      <a:pt x="2953" y="863"/>
                      <a:pt x="2947" y="846"/>
                      <a:pt x="2940" y="827"/>
                    </a:cubicBezTo>
                    <a:cubicBezTo>
                      <a:pt x="2926" y="838"/>
                      <a:pt x="2914" y="849"/>
                      <a:pt x="2901" y="860"/>
                    </a:cubicBezTo>
                    <a:moveTo>
                      <a:pt x="957" y="2874"/>
                    </a:moveTo>
                    <a:cubicBezTo>
                      <a:pt x="973" y="2882"/>
                      <a:pt x="986" y="2889"/>
                      <a:pt x="1002" y="2898"/>
                    </a:cubicBezTo>
                    <a:lnTo>
                      <a:pt x="1002" y="2839"/>
                    </a:lnTo>
                    <a:cubicBezTo>
                      <a:pt x="986" y="2852"/>
                      <a:pt x="972" y="2862"/>
                      <a:pt x="957" y="2874"/>
                    </a:cubicBezTo>
                    <a:moveTo>
                      <a:pt x="3233" y="1541"/>
                    </a:moveTo>
                    <a:cubicBezTo>
                      <a:pt x="3238" y="1514"/>
                      <a:pt x="3243" y="1490"/>
                      <a:pt x="3246" y="1474"/>
                    </a:cubicBezTo>
                    <a:cubicBezTo>
                      <a:pt x="3235" y="1484"/>
                      <a:pt x="3220" y="1497"/>
                      <a:pt x="3212" y="1504"/>
                    </a:cubicBezTo>
                    <a:cubicBezTo>
                      <a:pt x="3219" y="1516"/>
                      <a:pt x="3226" y="1528"/>
                      <a:pt x="3233" y="1541"/>
                    </a:cubicBezTo>
                    <a:moveTo>
                      <a:pt x="858" y="2578"/>
                    </a:moveTo>
                    <a:cubicBezTo>
                      <a:pt x="860" y="2577"/>
                      <a:pt x="862" y="2576"/>
                      <a:pt x="863" y="2575"/>
                    </a:cubicBezTo>
                    <a:cubicBezTo>
                      <a:pt x="855" y="2551"/>
                      <a:pt x="847" y="2527"/>
                      <a:pt x="838" y="2503"/>
                    </a:cubicBezTo>
                    <a:cubicBezTo>
                      <a:pt x="829" y="2509"/>
                      <a:pt x="820" y="2515"/>
                      <a:pt x="811" y="2522"/>
                    </a:cubicBezTo>
                    <a:cubicBezTo>
                      <a:pt x="827" y="2541"/>
                      <a:pt x="843" y="2559"/>
                      <a:pt x="858" y="2578"/>
                    </a:cubicBezTo>
                    <a:moveTo>
                      <a:pt x="1306" y="2231"/>
                    </a:moveTo>
                    <a:cubicBezTo>
                      <a:pt x="1299" y="2248"/>
                      <a:pt x="1293" y="2266"/>
                      <a:pt x="1286" y="2283"/>
                    </a:cubicBezTo>
                    <a:cubicBezTo>
                      <a:pt x="1293" y="2284"/>
                      <a:pt x="1302" y="2287"/>
                      <a:pt x="1306" y="2284"/>
                    </a:cubicBezTo>
                    <a:cubicBezTo>
                      <a:pt x="1325" y="2272"/>
                      <a:pt x="1329" y="2254"/>
                      <a:pt x="1306" y="2231"/>
                    </a:cubicBezTo>
                    <a:moveTo>
                      <a:pt x="2455" y="1509"/>
                    </a:moveTo>
                    <a:cubicBezTo>
                      <a:pt x="2446" y="1502"/>
                      <a:pt x="2440" y="1494"/>
                      <a:pt x="2436" y="1495"/>
                    </a:cubicBezTo>
                    <a:cubicBezTo>
                      <a:pt x="2410" y="1501"/>
                      <a:pt x="2385" y="1510"/>
                      <a:pt x="2360" y="1517"/>
                    </a:cubicBezTo>
                    <a:cubicBezTo>
                      <a:pt x="2361" y="1521"/>
                      <a:pt x="2362" y="1524"/>
                      <a:pt x="2364" y="1527"/>
                    </a:cubicBezTo>
                    <a:cubicBezTo>
                      <a:pt x="2391" y="1522"/>
                      <a:pt x="2418" y="1516"/>
                      <a:pt x="2455" y="1509"/>
                    </a:cubicBezTo>
                    <a:moveTo>
                      <a:pt x="2818" y="2039"/>
                    </a:moveTo>
                    <a:cubicBezTo>
                      <a:pt x="2824" y="2040"/>
                      <a:pt x="2831" y="2042"/>
                      <a:pt x="2838" y="2044"/>
                    </a:cubicBezTo>
                    <a:cubicBezTo>
                      <a:pt x="2842" y="2030"/>
                      <a:pt x="2848" y="2016"/>
                      <a:pt x="2849" y="2002"/>
                    </a:cubicBezTo>
                    <a:cubicBezTo>
                      <a:pt x="2849" y="2000"/>
                      <a:pt x="2832" y="1995"/>
                      <a:pt x="2823" y="1992"/>
                    </a:cubicBezTo>
                    <a:cubicBezTo>
                      <a:pt x="2821" y="2007"/>
                      <a:pt x="2819" y="2023"/>
                      <a:pt x="2818" y="2039"/>
                    </a:cubicBezTo>
                    <a:moveTo>
                      <a:pt x="1753" y="1806"/>
                    </a:moveTo>
                    <a:cubicBezTo>
                      <a:pt x="1764" y="1823"/>
                      <a:pt x="1774" y="1837"/>
                      <a:pt x="1784" y="1852"/>
                    </a:cubicBezTo>
                    <a:cubicBezTo>
                      <a:pt x="1787" y="1852"/>
                      <a:pt x="1791" y="1851"/>
                      <a:pt x="1794" y="1850"/>
                    </a:cubicBezTo>
                    <a:cubicBezTo>
                      <a:pt x="1791" y="1830"/>
                      <a:pt x="1788" y="1810"/>
                      <a:pt x="1783" y="1786"/>
                    </a:cubicBezTo>
                    <a:cubicBezTo>
                      <a:pt x="1771" y="1795"/>
                      <a:pt x="1762" y="1800"/>
                      <a:pt x="1753" y="1806"/>
                    </a:cubicBezTo>
                    <a:moveTo>
                      <a:pt x="1502" y="2133"/>
                    </a:moveTo>
                    <a:cubicBezTo>
                      <a:pt x="1517" y="2135"/>
                      <a:pt x="1526" y="2136"/>
                      <a:pt x="1537" y="2137"/>
                    </a:cubicBezTo>
                    <a:lnTo>
                      <a:pt x="1537" y="2082"/>
                    </a:lnTo>
                    <a:cubicBezTo>
                      <a:pt x="1500" y="2082"/>
                      <a:pt x="1514" y="2113"/>
                      <a:pt x="1502" y="2133"/>
                    </a:cubicBezTo>
                    <a:moveTo>
                      <a:pt x="1303" y="968"/>
                    </a:moveTo>
                    <a:cubicBezTo>
                      <a:pt x="1289" y="973"/>
                      <a:pt x="1276" y="978"/>
                      <a:pt x="1254" y="986"/>
                    </a:cubicBezTo>
                    <a:cubicBezTo>
                      <a:pt x="1272" y="999"/>
                      <a:pt x="1285" y="1008"/>
                      <a:pt x="1303" y="1021"/>
                    </a:cubicBezTo>
                    <a:lnTo>
                      <a:pt x="1303" y="968"/>
                    </a:lnTo>
                    <a:moveTo>
                      <a:pt x="2530" y="1544"/>
                    </a:moveTo>
                    <a:lnTo>
                      <a:pt x="2534" y="1554"/>
                    </a:lnTo>
                    <a:cubicBezTo>
                      <a:pt x="2555" y="1542"/>
                      <a:pt x="2577" y="1530"/>
                      <a:pt x="2600" y="1517"/>
                    </a:cubicBezTo>
                    <a:cubicBezTo>
                      <a:pt x="2585" y="1513"/>
                      <a:pt x="2572" y="1509"/>
                      <a:pt x="2559" y="1505"/>
                    </a:cubicBezTo>
                    <a:cubicBezTo>
                      <a:pt x="2549" y="1518"/>
                      <a:pt x="2540" y="1531"/>
                      <a:pt x="2530" y="1544"/>
                    </a:cubicBezTo>
                    <a:moveTo>
                      <a:pt x="2817" y="2394"/>
                    </a:moveTo>
                    <a:cubicBezTo>
                      <a:pt x="2782" y="2390"/>
                      <a:pt x="2761" y="2393"/>
                      <a:pt x="2756" y="2403"/>
                    </a:cubicBezTo>
                    <a:cubicBezTo>
                      <a:pt x="2770" y="2409"/>
                      <a:pt x="2783" y="2415"/>
                      <a:pt x="2797" y="2421"/>
                    </a:cubicBezTo>
                    <a:cubicBezTo>
                      <a:pt x="2803" y="2412"/>
                      <a:pt x="2809" y="2405"/>
                      <a:pt x="2817" y="2394"/>
                    </a:cubicBezTo>
                    <a:moveTo>
                      <a:pt x="220" y="1735"/>
                    </a:moveTo>
                    <a:cubicBezTo>
                      <a:pt x="249" y="1734"/>
                      <a:pt x="261" y="1720"/>
                      <a:pt x="263" y="1697"/>
                    </a:cubicBezTo>
                    <a:cubicBezTo>
                      <a:pt x="264" y="1693"/>
                      <a:pt x="258" y="1685"/>
                      <a:pt x="254" y="1683"/>
                    </a:cubicBezTo>
                    <a:cubicBezTo>
                      <a:pt x="249" y="1682"/>
                      <a:pt x="239" y="1685"/>
                      <a:pt x="237" y="1689"/>
                    </a:cubicBezTo>
                    <a:cubicBezTo>
                      <a:pt x="231" y="1702"/>
                      <a:pt x="227" y="1716"/>
                      <a:pt x="220" y="1735"/>
                    </a:cubicBezTo>
                    <a:moveTo>
                      <a:pt x="497" y="1448"/>
                    </a:moveTo>
                    <a:cubicBezTo>
                      <a:pt x="485" y="1440"/>
                      <a:pt x="476" y="1431"/>
                      <a:pt x="471" y="1433"/>
                    </a:cubicBezTo>
                    <a:cubicBezTo>
                      <a:pt x="463" y="1435"/>
                      <a:pt x="452" y="1444"/>
                      <a:pt x="451" y="1451"/>
                    </a:cubicBezTo>
                    <a:cubicBezTo>
                      <a:pt x="451" y="1458"/>
                      <a:pt x="461" y="1466"/>
                      <a:pt x="467" y="1474"/>
                    </a:cubicBezTo>
                    <a:cubicBezTo>
                      <a:pt x="475" y="1467"/>
                      <a:pt x="484" y="1460"/>
                      <a:pt x="497" y="1448"/>
                    </a:cubicBezTo>
                    <a:moveTo>
                      <a:pt x="908" y="1850"/>
                    </a:moveTo>
                    <a:cubicBezTo>
                      <a:pt x="929" y="1860"/>
                      <a:pt x="949" y="1869"/>
                      <a:pt x="972" y="1880"/>
                    </a:cubicBezTo>
                    <a:cubicBezTo>
                      <a:pt x="974" y="1868"/>
                      <a:pt x="976" y="1857"/>
                      <a:pt x="977" y="1846"/>
                    </a:cubicBezTo>
                    <a:cubicBezTo>
                      <a:pt x="951" y="1847"/>
                      <a:pt x="929" y="1849"/>
                      <a:pt x="908" y="1850"/>
                    </a:cubicBezTo>
                    <a:moveTo>
                      <a:pt x="3062" y="1508"/>
                    </a:moveTo>
                    <a:lnTo>
                      <a:pt x="3054" y="1509"/>
                    </a:lnTo>
                    <a:cubicBezTo>
                      <a:pt x="3051" y="1517"/>
                      <a:pt x="3047" y="1525"/>
                      <a:pt x="3044" y="1533"/>
                    </a:cubicBezTo>
                    <a:cubicBezTo>
                      <a:pt x="3041" y="1543"/>
                      <a:pt x="3040" y="1552"/>
                      <a:pt x="3038" y="1562"/>
                    </a:cubicBezTo>
                    <a:cubicBezTo>
                      <a:pt x="3042" y="1563"/>
                      <a:pt x="3048" y="1566"/>
                      <a:pt x="3049" y="1564"/>
                    </a:cubicBezTo>
                    <a:cubicBezTo>
                      <a:pt x="3057" y="1556"/>
                      <a:pt x="3066" y="1547"/>
                      <a:pt x="3069" y="1537"/>
                    </a:cubicBezTo>
                    <a:cubicBezTo>
                      <a:pt x="3072" y="1528"/>
                      <a:pt x="3065" y="1518"/>
                      <a:pt x="3062" y="1508"/>
                    </a:cubicBezTo>
                    <a:moveTo>
                      <a:pt x="707" y="2493"/>
                    </a:moveTo>
                    <a:cubicBezTo>
                      <a:pt x="691" y="2483"/>
                      <a:pt x="677" y="2475"/>
                      <a:pt x="662" y="2466"/>
                    </a:cubicBezTo>
                    <a:cubicBezTo>
                      <a:pt x="667" y="2489"/>
                      <a:pt x="671" y="2509"/>
                      <a:pt x="675" y="2531"/>
                    </a:cubicBezTo>
                    <a:cubicBezTo>
                      <a:pt x="686" y="2518"/>
                      <a:pt x="696" y="2506"/>
                      <a:pt x="707" y="2493"/>
                    </a:cubicBezTo>
                    <a:moveTo>
                      <a:pt x="400" y="1395"/>
                    </a:moveTo>
                    <a:cubicBezTo>
                      <a:pt x="423" y="1425"/>
                      <a:pt x="435" y="1384"/>
                      <a:pt x="455" y="1390"/>
                    </a:cubicBezTo>
                    <a:cubicBezTo>
                      <a:pt x="450" y="1376"/>
                      <a:pt x="446" y="1365"/>
                      <a:pt x="442" y="1356"/>
                    </a:cubicBezTo>
                    <a:cubicBezTo>
                      <a:pt x="427" y="1369"/>
                      <a:pt x="414" y="1382"/>
                      <a:pt x="400" y="1395"/>
                    </a:cubicBezTo>
                    <a:moveTo>
                      <a:pt x="1562" y="2220"/>
                    </a:moveTo>
                    <a:cubicBezTo>
                      <a:pt x="1545" y="2204"/>
                      <a:pt x="1534" y="2192"/>
                      <a:pt x="1522" y="2181"/>
                    </a:cubicBezTo>
                    <a:cubicBezTo>
                      <a:pt x="1518" y="2186"/>
                      <a:pt x="1510" y="2193"/>
                      <a:pt x="1511" y="2196"/>
                    </a:cubicBezTo>
                    <a:cubicBezTo>
                      <a:pt x="1518" y="2213"/>
                      <a:pt x="1527" y="2229"/>
                      <a:pt x="1562" y="2220"/>
                    </a:cubicBezTo>
                    <a:moveTo>
                      <a:pt x="809" y="1820"/>
                    </a:moveTo>
                    <a:cubicBezTo>
                      <a:pt x="807" y="1816"/>
                      <a:pt x="804" y="1812"/>
                      <a:pt x="801" y="1809"/>
                    </a:cubicBezTo>
                    <a:cubicBezTo>
                      <a:pt x="780" y="1804"/>
                      <a:pt x="766" y="1815"/>
                      <a:pt x="758" y="1835"/>
                    </a:cubicBezTo>
                    <a:cubicBezTo>
                      <a:pt x="757" y="1838"/>
                      <a:pt x="765" y="1845"/>
                      <a:pt x="768" y="1851"/>
                    </a:cubicBezTo>
                    <a:cubicBezTo>
                      <a:pt x="782" y="1841"/>
                      <a:pt x="796" y="1830"/>
                      <a:pt x="810" y="1820"/>
                    </a:cubicBezTo>
                    <a:lnTo>
                      <a:pt x="809" y="1820"/>
                    </a:lnTo>
                    <a:moveTo>
                      <a:pt x="3077" y="1596"/>
                    </a:moveTo>
                    <a:cubicBezTo>
                      <a:pt x="3088" y="1611"/>
                      <a:pt x="3098" y="1624"/>
                      <a:pt x="3107" y="1637"/>
                    </a:cubicBezTo>
                    <a:cubicBezTo>
                      <a:pt x="3111" y="1636"/>
                      <a:pt x="3114" y="1635"/>
                      <a:pt x="3117" y="1635"/>
                    </a:cubicBezTo>
                    <a:cubicBezTo>
                      <a:pt x="3112" y="1614"/>
                      <a:pt x="3108" y="1594"/>
                      <a:pt x="3103" y="1568"/>
                    </a:cubicBezTo>
                    <a:cubicBezTo>
                      <a:pt x="3092" y="1580"/>
                      <a:pt x="3085" y="1588"/>
                      <a:pt x="3077" y="1596"/>
                    </a:cubicBezTo>
                    <a:moveTo>
                      <a:pt x="3275" y="2327"/>
                    </a:moveTo>
                    <a:cubicBezTo>
                      <a:pt x="3286" y="2304"/>
                      <a:pt x="3286" y="2282"/>
                      <a:pt x="3271" y="2271"/>
                    </a:cubicBezTo>
                    <a:cubicBezTo>
                      <a:pt x="3267" y="2267"/>
                      <a:pt x="3258" y="2267"/>
                      <a:pt x="3252" y="2266"/>
                    </a:cubicBezTo>
                    <a:cubicBezTo>
                      <a:pt x="3252" y="2272"/>
                      <a:pt x="3252" y="2279"/>
                      <a:pt x="3254" y="2285"/>
                    </a:cubicBezTo>
                    <a:cubicBezTo>
                      <a:pt x="3260" y="2299"/>
                      <a:pt x="3268" y="2313"/>
                      <a:pt x="3275" y="2327"/>
                    </a:cubicBezTo>
                    <a:moveTo>
                      <a:pt x="2040" y="1719"/>
                    </a:moveTo>
                    <a:cubicBezTo>
                      <a:pt x="2087" y="1715"/>
                      <a:pt x="2091" y="1710"/>
                      <a:pt x="2082" y="1664"/>
                    </a:cubicBezTo>
                    <a:cubicBezTo>
                      <a:pt x="2067" y="1683"/>
                      <a:pt x="2055" y="1699"/>
                      <a:pt x="2040" y="1719"/>
                    </a:cubicBezTo>
                    <a:moveTo>
                      <a:pt x="2633" y="525"/>
                    </a:moveTo>
                    <a:cubicBezTo>
                      <a:pt x="2632" y="554"/>
                      <a:pt x="2639" y="568"/>
                      <a:pt x="2653" y="568"/>
                    </a:cubicBezTo>
                    <a:cubicBezTo>
                      <a:pt x="2655" y="552"/>
                      <a:pt x="2658" y="537"/>
                      <a:pt x="2661" y="519"/>
                    </a:cubicBezTo>
                    <a:cubicBezTo>
                      <a:pt x="2651" y="521"/>
                      <a:pt x="2643" y="523"/>
                      <a:pt x="2633" y="525"/>
                    </a:cubicBezTo>
                    <a:moveTo>
                      <a:pt x="2147" y="1025"/>
                    </a:moveTo>
                    <a:cubicBezTo>
                      <a:pt x="2152" y="1031"/>
                      <a:pt x="2157" y="1036"/>
                      <a:pt x="2162" y="1041"/>
                    </a:cubicBezTo>
                    <a:cubicBezTo>
                      <a:pt x="2173" y="1031"/>
                      <a:pt x="2184" y="1020"/>
                      <a:pt x="2195" y="1010"/>
                    </a:cubicBezTo>
                    <a:cubicBezTo>
                      <a:pt x="2189" y="1006"/>
                      <a:pt x="2179" y="997"/>
                      <a:pt x="2176" y="999"/>
                    </a:cubicBezTo>
                    <a:cubicBezTo>
                      <a:pt x="2165" y="1006"/>
                      <a:pt x="2157" y="1016"/>
                      <a:pt x="2147" y="1025"/>
                    </a:cubicBezTo>
                    <a:moveTo>
                      <a:pt x="2099" y="2862"/>
                    </a:moveTo>
                    <a:cubicBezTo>
                      <a:pt x="2106" y="2877"/>
                      <a:pt x="2111" y="2888"/>
                      <a:pt x="2117" y="2899"/>
                    </a:cubicBezTo>
                    <a:lnTo>
                      <a:pt x="2149" y="2857"/>
                    </a:lnTo>
                    <a:cubicBezTo>
                      <a:pt x="2147" y="2855"/>
                      <a:pt x="2145" y="2854"/>
                      <a:pt x="2143" y="2852"/>
                    </a:cubicBezTo>
                    <a:cubicBezTo>
                      <a:pt x="2131" y="2855"/>
                      <a:pt x="2118" y="2858"/>
                      <a:pt x="2099" y="2862"/>
                    </a:cubicBezTo>
                    <a:moveTo>
                      <a:pt x="655" y="746"/>
                    </a:moveTo>
                    <a:cubicBezTo>
                      <a:pt x="631" y="776"/>
                      <a:pt x="662" y="786"/>
                      <a:pt x="672" y="807"/>
                    </a:cubicBezTo>
                    <a:cubicBezTo>
                      <a:pt x="692" y="777"/>
                      <a:pt x="672" y="764"/>
                      <a:pt x="655" y="746"/>
                    </a:cubicBezTo>
                    <a:moveTo>
                      <a:pt x="1299" y="1286"/>
                    </a:moveTo>
                    <a:cubicBezTo>
                      <a:pt x="1295" y="1285"/>
                      <a:pt x="1292" y="1284"/>
                      <a:pt x="1288" y="1283"/>
                    </a:cubicBezTo>
                    <a:cubicBezTo>
                      <a:pt x="1266" y="1296"/>
                      <a:pt x="1258" y="1313"/>
                      <a:pt x="1281" y="1344"/>
                    </a:cubicBezTo>
                    <a:cubicBezTo>
                      <a:pt x="1288" y="1321"/>
                      <a:pt x="1294" y="1304"/>
                      <a:pt x="1299" y="1286"/>
                    </a:cubicBezTo>
                    <a:moveTo>
                      <a:pt x="551" y="2185"/>
                    </a:moveTo>
                    <a:cubicBezTo>
                      <a:pt x="544" y="2160"/>
                      <a:pt x="538" y="2140"/>
                      <a:pt x="532" y="2123"/>
                    </a:cubicBezTo>
                    <a:cubicBezTo>
                      <a:pt x="527" y="2138"/>
                      <a:pt x="520" y="2156"/>
                      <a:pt x="513" y="2175"/>
                    </a:cubicBezTo>
                    <a:cubicBezTo>
                      <a:pt x="524" y="2178"/>
                      <a:pt x="536" y="2181"/>
                      <a:pt x="551" y="2185"/>
                    </a:cubicBezTo>
                    <a:moveTo>
                      <a:pt x="1492" y="708"/>
                    </a:moveTo>
                    <a:cubicBezTo>
                      <a:pt x="1486" y="712"/>
                      <a:pt x="1481" y="717"/>
                      <a:pt x="1476" y="722"/>
                    </a:cubicBezTo>
                    <a:cubicBezTo>
                      <a:pt x="1485" y="732"/>
                      <a:pt x="1495" y="742"/>
                      <a:pt x="1504" y="752"/>
                    </a:cubicBezTo>
                    <a:cubicBezTo>
                      <a:pt x="1509" y="748"/>
                      <a:pt x="1518" y="740"/>
                      <a:pt x="1518" y="739"/>
                    </a:cubicBezTo>
                    <a:cubicBezTo>
                      <a:pt x="1510" y="728"/>
                      <a:pt x="1501" y="718"/>
                      <a:pt x="1492" y="708"/>
                    </a:cubicBezTo>
                    <a:moveTo>
                      <a:pt x="2216" y="1365"/>
                    </a:moveTo>
                    <a:cubicBezTo>
                      <a:pt x="2220" y="1369"/>
                      <a:pt x="2224" y="1373"/>
                      <a:pt x="2228" y="1376"/>
                    </a:cubicBezTo>
                    <a:cubicBezTo>
                      <a:pt x="2238" y="1368"/>
                      <a:pt x="2248" y="1359"/>
                      <a:pt x="2257" y="1351"/>
                    </a:cubicBezTo>
                    <a:cubicBezTo>
                      <a:pt x="2252" y="1345"/>
                      <a:pt x="2246" y="1339"/>
                      <a:pt x="2241" y="1333"/>
                    </a:cubicBezTo>
                    <a:lnTo>
                      <a:pt x="2216" y="1365"/>
                    </a:lnTo>
                    <a:moveTo>
                      <a:pt x="1947" y="2679"/>
                    </a:moveTo>
                    <a:cubicBezTo>
                      <a:pt x="1935" y="2667"/>
                      <a:pt x="1924" y="2655"/>
                      <a:pt x="1914" y="2644"/>
                    </a:cubicBezTo>
                    <a:cubicBezTo>
                      <a:pt x="1901" y="2654"/>
                      <a:pt x="1891" y="2662"/>
                      <a:pt x="1882" y="2671"/>
                    </a:cubicBezTo>
                    <a:cubicBezTo>
                      <a:pt x="1905" y="2674"/>
                      <a:pt x="1925" y="2677"/>
                      <a:pt x="1947" y="2680"/>
                    </a:cubicBezTo>
                    <a:lnTo>
                      <a:pt x="1947" y="2679"/>
                    </a:lnTo>
                    <a:moveTo>
                      <a:pt x="2892" y="1644"/>
                    </a:moveTo>
                    <a:cubicBezTo>
                      <a:pt x="2902" y="1667"/>
                      <a:pt x="2908" y="1681"/>
                      <a:pt x="2918" y="1702"/>
                    </a:cubicBezTo>
                    <a:cubicBezTo>
                      <a:pt x="2938" y="1668"/>
                      <a:pt x="2924" y="1656"/>
                      <a:pt x="2892" y="1644"/>
                    </a:cubicBezTo>
                    <a:moveTo>
                      <a:pt x="483" y="780"/>
                    </a:moveTo>
                    <a:cubicBezTo>
                      <a:pt x="446" y="800"/>
                      <a:pt x="463" y="826"/>
                      <a:pt x="456" y="850"/>
                    </a:cubicBezTo>
                    <a:cubicBezTo>
                      <a:pt x="463" y="847"/>
                      <a:pt x="466" y="847"/>
                      <a:pt x="466" y="846"/>
                    </a:cubicBezTo>
                    <a:cubicBezTo>
                      <a:pt x="471" y="827"/>
                      <a:pt x="476" y="807"/>
                      <a:pt x="483" y="780"/>
                    </a:cubicBezTo>
                    <a:moveTo>
                      <a:pt x="2128" y="1680"/>
                    </a:moveTo>
                    <a:cubicBezTo>
                      <a:pt x="2147" y="1669"/>
                      <a:pt x="2162" y="1660"/>
                      <a:pt x="2179" y="1650"/>
                    </a:cubicBezTo>
                    <a:cubicBezTo>
                      <a:pt x="2145" y="1631"/>
                      <a:pt x="2139" y="1635"/>
                      <a:pt x="2128" y="1680"/>
                    </a:cubicBezTo>
                    <a:moveTo>
                      <a:pt x="2795" y="909"/>
                    </a:moveTo>
                    <a:cubicBezTo>
                      <a:pt x="2810" y="898"/>
                      <a:pt x="2822" y="889"/>
                      <a:pt x="2839" y="876"/>
                    </a:cubicBezTo>
                    <a:cubicBezTo>
                      <a:pt x="2818" y="873"/>
                      <a:pt x="2803" y="870"/>
                      <a:pt x="2784" y="867"/>
                    </a:cubicBezTo>
                    <a:cubicBezTo>
                      <a:pt x="2788" y="883"/>
                      <a:pt x="2791" y="894"/>
                      <a:pt x="2795" y="909"/>
                    </a:cubicBezTo>
                    <a:moveTo>
                      <a:pt x="3096" y="2564"/>
                    </a:moveTo>
                    <a:cubicBezTo>
                      <a:pt x="3087" y="2578"/>
                      <a:pt x="3078" y="2593"/>
                      <a:pt x="3069" y="2607"/>
                    </a:cubicBezTo>
                    <a:cubicBezTo>
                      <a:pt x="3101" y="2607"/>
                      <a:pt x="3111" y="2593"/>
                      <a:pt x="3096" y="2564"/>
                    </a:cubicBezTo>
                    <a:moveTo>
                      <a:pt x="1543" y="1216"/>
                    </a:moveTo>
                    <a:cubicBezTo>
                      <a:pt x="1555" y="1205"/>
                      <a:pt x="1565" y="1195"/>
                      <a:pt x="1579" y="1182"/>
                    </a:cubicBezTo>
                    <a:cubicBezTo>
                      <a:pt x="1555" y="1184"/>
                      <a:pt x="1536" y="1186"/>
                      <a:pt x="1513" y="1187"/>
                    </a:cubicBezTo>
                    <a:cubicBezTo>
                      <a:pt x="1524" y="1198"/>
                      <a:pt x="1533" y="1207"/>
                      <a:pt x="1543" y="1216"/>
                    </a:cubicBezTo>
                    <a:moveTo>
                      <a:pt x="2083" y="2258"/>
                    </a:moveTo>
                    <a:cubicBezTo>
                      <a:pt x="2099" y="2284"/>
                      <a:pt x="2115" y="2286"/>
                      <a:pt x="2135" y="2258"/>
                    </a:cubicBezTo>
                    <a:lnTo>
                      <a:pt x="2083" y="2258"/>
                    </a:lnTo>
                    <a:moveTo>
                      <a:pt x="1796" y="1601"/>
                    </a:moveTo>
                    <a:cubicBezTo>
                      <a:pt x="1781" y="1609"/>
                      <a:pt x="1775" y="1613"/>
                      <a:pt x="1775" y="1613"/>
                    </a:cubicBezTo>
                    <a:cubicBezTo>
                      <a:pt x="1786" y="1630"/>
                      <a:pt x="1796" y="1647"/>
                      <a:pt x="1808" y="1665"/>
                    </a:cubicBezTo>
                    <a:cubicBezTo>
                      <a:pt x="1833" y="1635"/>
                      <a:pt x="1786" y="1629"/>
                      <a:pt x="1795" y="1601"/>
                    </a:cubicBezTo>
                    <a:lnTo>
                      <a:pt x="1796" y="160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sp>
        <p:nvSpPr>
          <p:cNvPr id="349" name="Google Shape;349;p29"/>
          <p:cNvSpPr txBox="1"/>
          <p:nvPr>
            <p:ph type="subTitle" idx="8"/>
          </p:nvPr>
        </p:nvSpPr>
        <p:spPr>
          <a:xfrm>
            <a:off x="1685925" y="1981200"/>
            <a:ext cx="3608705" cy="447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PROPOSED METHODOLOGY</a:t>
            </a:r>
            <a:endParaRPr lang="en-US" altLang="en-GB"/>
          </a:p>
        </p:txBody>
      </p:sp>
      <p:sp>
        <p:nvSpPr>
          <p:cNvPr id="350" name="Google Shape;350;p29"/>
          <p:cNvSpPr txBox="1"/>
          <p:nvPr>
            <p:ph type="subTitle" idx="9"/>
          </p:nvPr>
        </p:nvSpPr>
        <p:spPr>
          <a:xfrm>
            <a:off x="1686050" y="2481125"/>
            <a:ext cx="3124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DATA FLOW DIAGRAM</a:t>
            </a:r>
            <a:endParaRPr lang="en-US" altLang="en-GB"/>
          </a:p>
        </p:txBody>
      </p:sp>
      <p:sp>
        <p:nvSpPr>
          <p:cNvPr id="351" name="Google Shape;351;p29"/>
          <p:cNvSpPr txBox="1"/>
          <p:nvPr>
            <p:ph type="subTitle" idx="13"/>
          </p:nvPr>
        </p:nvSpPr>
        <p:spPr>
          <a:xfrm>
            <a:off x="1685925" y="2981325"/>
            <a:ext cx="4208145" cy="447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ym typeface="+mn-ea"/>
              </a:rPr>
              <a:t>TECHNOLOGY STACK &amp; LINKS</a:t>
            </a:r>
            <a:endParaRPr lang="en-US" altLang="en-GB"/>
          </a:p>
        </p:txBody>
      </p:sp>
      <p:sp>
        <p:nvSpPr>
          <p:cNvPr id="352" name="Google Shape;352;p29"/>
          <p:cNvSpPr txBox="1"/>
          <p:nvPr>
            <p:ph type="subTitle" idx="14"/>
          </p:nvPr>
        </p:nvSpPr>
        <p:spPr>
          <a:xfrm>
            <a:off x="1686050" y="3481375"/>
            <a:ext cx="31242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EXPECTED OUTCOME</a:t>
            </a:r>
            <a:endParaRPr lang="en-US" altLang="en-GB"/>
          </a:p>
        </p:txBody>
      </p:sp>
      <p:sp>
        <p:nvSpPr>
          <p:cNvPr id="353" name="Google Shape;353;p29"/>
          <p:cNvSpPr txBox="1"/>
          <p:nvPr>
            <p:ph type="subTitle" idx="15"/>
          </p:nvPr>
        </p:nvSpPr>
        <p:spPr>
          <a:xfrm>
            <a:off x="1685925" y="3981450"/>
            <a:ext cx="4171950" cy="447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CONCLUSION AND FUTURE SCOPE</a:t>
            </a:r>
            <a:endParaRPr lang="en-US" altLang="en-GB"/>
          </a:p>
        </p:txBody>
      </p:sp>
      <p:sp>
        <p:nvSpPr>
          <p:cNvPr id="2" name="Google Shape;331;p29"/>
          <p:cNvSpPr txBox="1"/>
          <p:nvPr/>
        </p:nvSpPr>
        <p:spPr>
          <a:xfrm rot="10800000" flipV="1">
            <a:off x="741045" y="4481195"/>
            <a:ext cx="788670" cy="41402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7</a:t>
            </a:r>
            <a:endParaRPr lang="en-US" altLang="en-GB"/>
          </a:p>
        </p:txBody>
      </p:sp>
      <p:sp>
        <p:nvSpPr>
          <p:cNvPr id="3" name="Text Box 2"/>
          <p:cNvSpPr txBox="1"/>
          <p:nvPr/>
        </p:nvSpPr>
        <p:spPr>
          <a:xfrm>
            <a:off x="1641475" y="4481195"/>
            <a:ext cx="5253355" cy="503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US" altLang="en-GB" sz="2000">
                <a:sym typeface="+mn-ea"/>
              </a:rPr>
              <a:t>SCREENSHOTS</a:t>
            </a:r>
            <a:endParaRPr lang="en-US" altLang="en-GB" sz="2000" b="1">
              <a:solidFill>
                <a:schemeClr val="tx1"/>
              </a:solidFill>
              <a:latin typeface="Figtree" charset="0"/>
              <a:cs typeface="Figtree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2"/>
          <p:cNvSpPr txBox="1"/>
          <p:nvPr>
            <p:ph type="title"/>
          </p:nvPr>
        </p:nvSpPr>
        <p:spPr>
          <a:xfrm>
            <a:off x="603250" y="539750"/>
            <a:ext cx="782891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ym typeface="+mn-ea"/>
              </a:rPr>
              <a:t>OBJECTIVE </a:t>
            </a:r>
            <a:endParaRPr lang="en-US" altLang="en-GB"/>
          </a:p>
        </p:txBody>
      </p:sp>
      <p:sp>
        <p:nvSpPr>
          <p:cNvPr id="393" name="Google Shape;393;p32"/>
          <p:cNvSpPr txBox="1"/>
          <p:nvPr>
            <p:ph type="subTitle" idx="2"/>
          </p:nvPr>
        </p:nvSpPr>
        <p:spPr>
          <a:xfrm>
            <a:off x="603250" y="1244600"/>
            <a:ext cx="8089900" cy="29984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Develop an AI-powered study assistant chatbot.</a:t>
            </a:r>
            <a:endParaRPr lang="en-US" altLang="en-GB" sz="2000"/>
          </a:p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Answer students' academic questions instantly.</a:t>
            </a:r>
            <a:endParaRPr lang="en-US" altLang="en-GB" sz="2000"/>
          </a:p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Provide study materials and learning resources.</a:t>
            </a:r>
            <a:endParaRPr lang="en-US" altLang="en-GB" sz="2000"/>
          </a:p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Assist with exam preparation and revision.</a:t>
            </a:r>
            <a:endParaRPr lang="en-US" altLang="en-GB" sz="2000"/>
          </a:p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Offer programming and career guidance.</a:t>
            </a:r>
            <a:endParaRPr lang="en-US" altLang="en-GB" sz="2000"/>
          </a:p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Support 24/7 learning assistance.</a:t>
            </a:r>
            <a:endParaRPr lang="en-US" altLang="en-GB" sz="2000"/>
          </a:p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Promote quality education through AI (SDG 4).</a:t>
            </a:r>
            <a:endParaRPr lang="en-US" altLang="en-GB" sz="2000"/>
          </a:p>
          <a:p>
            <a:pPr marL="3429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Provide a simple and user-friendly interface.</a:t>
            </a:r>
            <a:endParaRPr lang="en-US" altLang="en-GB" sz="2000"/>
          </a:p>
        </p:txBody>
      </p:sp>
      <p:grpSp>
        <p:nvGrpSpPr>
          <p:cNvPr id="400" name="Google Shape;400;p32"/>
          <p:cNvGrpSpPr/>
          <p:nvPr/>
        </p:nvGrpSpPr>
        <p:grpSpPr>
          <a:xfrm flipH="1">
            <a:off x="7596505" y="4299585"/>
            <a:ext cx="313055" cy="340360"/>
            <a:chOff x="3860250" y="1427025"/>
            <a:chExt cx="487900" cy="483200"/>
          </a:xfrm>
        </p:grpSpPr>
        <p:sp>
          <p:nvSpPr>
            <p:cNvPr id="401" name="Google Shape;401;p32"/>
            <p:cNvSpPr/>
            <p:nvPr/>
          </p:nvSpPr>
          <p:spPr>
            <a:xfrm>
              <a:off x="3875800" y="1427025"/>
              <a:ext cx="472350" cy="468650"/>
            </a:xfrm>
            <a:custGeom>
              <a:avLst/>
              <a:gdLst/>
              <a:ahLst/>
              <a:cxnLst/>
              <a:rect l="l" t="t" r="r" b="b"/>
              <a:pathLst>
                <a:path w="18894" h="18746" extrusionOk="0">
                  <a:moveTo>
                    <a:pt x="15874" y="1821"/>
                  </a:moveTo>
                  <a:lnTo>
                    <a:pt x="6498" y="9403"/>
                  </a:lnTo>
                  <a:lnTo>
                    <a:pt x="1918" y="5629"/>
                  </a:lnTo>
                  <a:lnTo>
                    <a:pt x="15874" y="1821"/>
                  </a:lnTo>
                  <a:close/>
                  <a:moveTo>
                    <a:pt x="14524" y="4370"/>
                  </a:moveTo>
                  <a:lnTo>
                    <a:pt x="8425" y="11912"/>
                  </a:lnTo>
                  <a:lnTo>
                    <a:pt x="6257" y="12634"/>
                  </a:lnTo>
                  <a:lnTo>
                    <a:pt x="6981" y="10469"/>
                  </a:lnTo>
                  <a:lnTo>
                    <a:pt x="14524" y="4370"/>
                  </a:lnTo>
                  <a:close/>
                  <a:moveTo>
                    <a:pt x="17072" y="3020"/>
                  </a:moveTo>
                  <a:lnTo>
                    <a:pt x="13265" y="16976"/>
                  </a:lnTo>
                  <a:lnTo>
                    <a:pt x="9491" y="12392"/>
                  </a:lnTo>
                  <a:lnTo>
                    <a:pt x="17072" y="3020"/>
                  </a:lnTo>
                  <a:close/>
                  <a:moveTo>
                    <a:pt x="18298" y="0"/>
                  </a:moveTo>
                  <a:cubicBezTo>
                    <a:pt x="18286" y="0"/>
                    <a:pt x="18274" y="0"/>
                    <a:pt x="18262" y="3"/>
                  </a:cubicBezTo>
                  <a:lnTo>
                    <a:pt x="18253" y="3"/>
                  </a:lnTo>
                  <a:cubicBezTo>
                    <a:pt x="18238" y="6"/>
                    <a:pt x="18223" y="6"/>
                    <a:pt x="18211" y="12"/>
                  </a:cubicBezTo>
                  <a:lnTo>
                    <a:pt x="18193" y="15"/>
                  </a:lnTo>
                  <a:lnTo>
                    <a:pt x="18178" y="18"/>
                  </a:lnTo>
                  <a:lnTo>
                    <a:pt x="562" y="4822"/>
                  </a:lnTo>
                  <a:cubicBezTo>
                    <a:pt x="121" y="4943"/>
                    <a:pt x="0" y="5511"/>
                    <a:pt x="351" y="5804"/>
                  </a:cubicBezTo>
                  <a:lnTo>
                    <a:pt x="5834" y="10321"/>
                  </a:lnTo>
                  <a:lnTo>
                    <a:pt x="4826" y="13349"/>
                  </a:lnTo>
                  <a:cubicBezTo>
                    <a:pt x="4696" y="13732"/>
                    <a:pt x="4991" y="14098"/>
                    <a:pt x="5359" y="14098"/>
                  </a:cubicBezTo>
                  <a:cubicBezTo>
                    <a:pt x="5418" y="14098"/>
                    <a:pt x="5479" y="14089"/>
                    <a:pt x="5541" y="14068"/>
                  </a:cubicBezTo>
                  <a:lnTo>
                    <a:pt x="8570" y="13060"/>
                  </a:lnTo>
                  <a:lnTo>
                    <a:pt x="13087" y="18540"/>
                  </a:lnTo>
                  <a:cubicBezTo>
                    <a:pt x="13195" y="18670"/>
                    <a:pt x="13355" y="18745"/>
                    <a:pt x="13525" y="18745"/>
                  </a:cubicBezTo>
                  <a:cubicBezTo>
                    <a:pt x="13564" y="18745"/>
                    <a:pt x="13603" y="18742"/>
                    <a:pt x="13642" y="18733"/>
                  </a:cubicBezTo>
                  <a:cubicBezTo>
                    <a:pt x="13848" y="18691"/>
                    <a:pt x="14014" y="18534"/>
                    <a:pt x="14071" y="18328"/>
                  </a:cubicBezTo>
                  <a:lnTo>
                    <a:pt x="18875" y="716"/>
                  </a:lnTo>
                  <a:cubicBezTo>
                    <a:pt x="18875" y="710"/>
                    <a:pt x="18875" y="704"/>
                    <a:pt x="18878" y="698"/>
                  </a:cubicBezTo>
                  <a:lnTo>
                    <a:pt x="18881" y="683"/>
                  </a:lnTo>
                  <a:cubicBezTo>
                    <a:pt x="18884" y="668"/>
                    <a:pt x="18887" y="653"/>
                    <a:pt x="18890" y="637"/>
                  </a:cubicBezTo>
                  <a:cubicBezTo>
                    <a:pt x="18890" y="637"/>
                    <a:pt x="18890" y="634"/>
                    <a:pt x="18890" y="631"/>
                  </a:cubicBezTo>
                  <a:cubicBezTo>
                    <a:pt x="18890" y="619"/>
                    <a:pt x="18890" y="604"/>
                    <a:pt x="18893" y="592"/>
                  </a:cubicBezTo>
                  <a:lnTo>
                    <a:pt x="18893" y="580"/>
                  </a:lnTo>
                  <a:cubicBezTo>
                    <a:pt x="18893" y="568"/>
                    <a:pt x="18893" y="553"/>
                    <a:pt x="18893" y="541"/>
                  </a:cubicBezTo>
                  <a:cubicBezTo>
                    <a:pt x="18893" y="538"/>
                    <a:pt x="18893" y="535"/>
                    <a:pt x="18893" y="532"/>
                  </a:cubicBezTo>
                  <a:cubicBezTo>
                    <a:pt x="18893" y="517"/>
                    <a:pt x="18890" y="502"/>
                    <a:pt x="18890" y="487"/>
                  </a:cubicBezTo>
                  <a:cubicBezTo>
                    <a:pt x="18890" y="483"/>
                    <a:pt x="18890" y="480"/>
                    <a:pt x="18887" y="477"/>
                  </a:cubicBezTo>
                  <a:cubicBezTo>
                    <a:pt x="18887" y="465"/>
                    <a:pt x="18884" y="453"/>
                    <a:pt x="18881" y="441"/>
                  </a:cubicBezTo>
                  <a:lnTo>
                    <a:pt x="18878" y="429"/>
                  </a:lnTo>
                  <a:cubicBezTo>
                    <a:pt x="18875" y="417"/>
                    <a:pt x="18872" y="402"/>
                    <a:pt x="18866" y="390"/>
                  </a:cubicBezTo>
                  <a:cubicBezTo>
                    <a:pt x="18866" y="387"/>
                    <a:pt x="18866" y="384"/>
                    <a:pt x="18863" y="381"/>
                  </a:cubicBezTo>
                  <a:cubicBezTo>
                    <a:pt x="18860" y="369"/>
                    <a:pt x="18854" y="354"/>
                    <a:pt x="18848" y="345"/>
                  </a:cubicBezTo>
                  <a:cubicBezTo>
                    <a:pt x="18848" y="339"/>
                    <a:pt x="18845" y="333"/>
                    <a:pt x="18842" y="329"/>
                  </a:cubicBezTo>
                  <a:cubicBezTo>
                    <a:pt x="18839" y="323"/>
                    <a:pt x="18833" y="308"/>
                    <a:pt x="18830" y="299"/>
                  </a:cubicBezTo>
                  <a:cubicBezTo>
                    <a:pt x="18824" y="290"/>
                    <a:pt x="18824" y="290"/>
                    <a:pt x="18821" y="287"/>
                  </a:cubicBezTo>
                  <a:cubicBezTo>
                    <a:pt x="18815" y="275"/>
                    <a:pt x="18806" y="263"/>
                    <a:pt x="18797" y="248"/>
                  </a:cubicBezTo>
                  <a:lnTo>
                    <a:pt x="18790" y="239"/>
                  </a:lnTo>
                  <a:cubicBezTo>
                    <a:pt x="18784" y="230"/>
                    <a:pt x="18775" y="221"/>
                    <a:pt x="18769" y="212"/>
                  </a:cubicBezTo>
                  <a:cubicBezTo>
                    <a:pt x="18760" y="203"/>
                    <a:pt x="18763" y="203"/>
                    <a:pt x="18760" y="200"/>
                  </a:cubicBezTo>
                  <a:cubicBezTo>
                    <a:pt x="18751" y="188"/>
                    <a:pt x="18739" y="176"/>
                    <a:pt x="18727" y="163"/>
                  </a:cubicBezTo>
                  <a:cubicBezTo>
                    <a:pt x="18718" y="154"/>
                    <a:pt x="18706" y="142"/>
                    <a:pt x="18694" y="133"/>
                  </a:cubicBezTo>
                  <a:lnTo>
                    <a:pt x="18682" y="124"/>
                  </a:lnTo>
                  <a:cubicBezTo>
                    <a:pt x="18673" y="115"/>
                    <a:pt x="18664" y="109"/>
                    <a:pt x="18655" y="103"/>
                  </a:cubicBezTo>
                  <a:lnTo>
                    <a:pt x="18643" y="94"/>
                  </a:lnTo>
                  <a:cubicBezTo>
                    <a:pt x="18630" y="88"/>
                    <a:pt x="18618" y="79"/>
                    <a:pt x="18606" y="73"/>
                  </a:cubicBezTo>
                  <a:lnTo>
                    <a:pt x="18591" y="64"/>
                  </a:lnTo>
                  <a:lnTo>
                    <a:pt x="18564" y="52"/>
                  </a:lnTo>
                  <a:lnTo>
                    <a:pt x="18549" y="43"/>
                  </a:lnTo>
                  <a:cubicBezTo>
                    <a:pt x="18537" y="40"/>
                    <a:pt x="18522" y="34"/>
                    <a:pt x="18510" y="28"/>
                  </a:cubicBezTo>
                  <a:lnTo>
                    <a:pt x="18501" y="28"/>
                  </a:lnTo>
                  <a:cubicBezTo>
                    <a:pt x="18489" y="22"/>
                    <a:pt x="18476" y="18"/>
                    <a:pt x="18464" y="15"/>
                  </a:cubicBezTo>
                  <a:lnTo>
                    <a:pt x="18449" y="12"/>
                  </a:lnTo>
                  <a:lnTo>
                    <a:pt x="18416" y="6"/>
                  </a:lnTo>
                  <a:lnTo>
                    <a:pt x="18404" y="3"/>
                  </a:lnTo>
                  <a:cubicBezTo>
                    <a:pt x="18389" y="3"/>
                    <a:pt x="18374" y="0"/>
                    <a:pt x="18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>
              <a:off x="3860250" y="1861675"/>
              <a:ext cx="54675" cy="48550"/>
            </a:xfrm>
            <a:custGeom>
              <a:avLst/>
              <a:gdLst/>
              <a:ahLst/>
              <a:cxnLst/>
              <a:rect l="l" t="t" r="r" b="b"/>
              <a:pathLst>
                <a:path w="2187" h="1942" extrusionOk="0">
                  <a:moveTo>
                    <a:pt x="1563" y="1"/>
                  </a:moveTo>
                  <a:cubicBezTo>
                    <a:pt x="1416" y="1"/>
                    <a:pt x="1268" y="58"/>
                    <a:pt x="1157" y="172"/>
                  </a:cubicBezTo>
                  <a:lnTo>
                    <a:pt x="357" y="976"/>
                  </a:lnTo>
                  <a:cubicBezTo>
                    <a:pt x="0" y="1332"/>
                    <a:pt x="254" y="1942"/>
                    <a:pt x="758" y="1942"/>
                  </a:cubicBezTo>
                  <a:cubicBezTo>
                    <a:pt x="906" y="1942"/>
                    <a:pt x="1051" y="1882"/>
                    <a:pt x="1157" y="1776"/>
                  </a:cubicBezTo>
                  <a:lnTo>
                    <a:pt x="1957" y="973"/>
                  </a:lnTo>
                  <a:cubicBezTo>
                    <a:pt x="2184" y="755"/>
                    <a:pt x="2187" y="390"/>
                    <a:pt x="1963" y="166"/>
                  </a:cubicBezTo>
                  <a:cubicBezTo>
                    <a:pt x="1853" y="56"/>
                    <a:pt x="1708" y="1"/>
                    <a:pt x="1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3923425" y="1801775"/>
              <a:ext cx="51350" cy="48550"/>
            </a:xfrm>
            <a:custGeom>
              <a:avLst/>
              <a:gdLst/>
              <a:ahLst/>
              <a:cxnLst/>
              <a:rect l="l" t="t" r="r" b="b"/>
              <a:pathLst>
                <a:path w="2054" h="1942" extrusionOk="0">
                  <a:moveTo>
                    <a:pt x="1430" y="0"/>
                  </a:moveTo>
                  <a:cubicBezTo>
                    <a:pt x="1286" y="0"/>
                    <a:pt x="1141" y="56"/>
                    <a:pt x="1030" y="168"/>
                  </a:cubicBezTo>
                  <a:lnTo>
                    <a:pt x="230" y="968"/>
                  </a:lnTo>
                  <a:cubicBezTo>
                    <a:pt x="4" y="1189"/>
                    <a:pt x="1" y="1551"/>
                    <a:pt x="224" y="1774"/>
                  </a:cubicBezTo>
                  <a:cubicBezTo>
                    <a:pt x="334" y="1886"/>
                    <a:pt x="478" y="1941"/>
                    <a:pt x="623" y="1941"/>
                  </a:cubicBezTo>
                  <a:cubicBezTo>
                    <a:pt x="771" y="1941"/>
                    <a:pt x="919" y="1883"/>
                    <a:pt x="1030" y="1768"/>
                  </a:cubicBezTo>
                  <a:lnTo>
                    <a:pt x="1831" y="968"/>
                  </a:lnTo>
                  <a:cubicBezTo>
                    <a:pt x="2054" y="745"/>
                    <a:pt x="2051" y="388"/>
                    <a:pt x="1831" y="168"/>
                  </a:cubicBezTo>
                  <a:cubicBezTo>
                    <a:pt x="1720" y="56"/>
                    <a:pt x="1575" y="0"/>
                    <a:pt x="1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 txBox="1"/>
          <p:nvPr>
            <p:ph type="title"/>
          </p:nvPr>
        </p:nvSpPr>
        <p:spPr>
          <a:xfrm>
            <a:off x="713225" y="539500"/>
            <a:ext cx="7717500" cy="5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ym typeface="+mn-ea"/>
              </a:rPr>
              <a:t>PROPOSED METHODOLOGY</a:t>
            </a:r>
            <a:endParaRPr lang="en-US" altLang="en-GB"/>
          </a:p>
        </p:txBody>
      </p:sp>
      <p:sp>
        <p:nvSpPr>
          <p:cNvPr id="11" name="Text Box 10"/>
          <p:cNvSpPr txBox="1"/>
          <p:nvPr/>
        </p:nvSpPr>
        <p:spPr>
          <a:xfrm>
            <a:off x="899795" y="1419860"/>
            <a:ext cx="7075805" cy="3505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Collect user queries through the chatbot interface.</a:t>
            </a: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Process the queries using an AI model (Gemini/OpenAI).</a:t>
            </a: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Generate accurate and relevant responses.</a:t>
            </a: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Provide study materials, guidance, and learning resources.</a:t>
            </a: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GB" sz="2000"/>
              <a:t>Display the response and improve the chatbot based on user feedback</a:t>
            </a:r>
            <a:r>
              <a:rPr lang="en-US" altLang="en-GB"/>
              <a:t>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DATA FLOW DIAGRAM</a:t>
            </a:r>
            <a:endParaRPr lang="en-GB" altLang="en-US"/>
          </a:p>
        </p:txBody>
      </p:sp>
      <p:pic>
        <p:nvPicPr>
          <p:cNvPr id="12" name="Google Shape;360;p30" descr="C:/Users/pc-asus/OneDrive/图片/Screenshots/Screenshot 2026-07-31 164841.pngScreenshot 2026-07-31 164841"/>
          <p:cNvPicPr preferRelativeResize="0"/>
          <p:nvPr>
            <p:ph type="pic" idx="2"/>
          </p:nvPr>
        </p:nvPicPr>
        <p:blipFill rotWithShape="1">
          <a:blip r:embed="rId1"/>
          <a:srcRect t="1873" b="1873"/>
          <a:stretch>
            <a:fillRect/>
          </a:stretch>
        </p:blipFill>
        <p:spPr>
          <a:xfrm>
            <a:off x="899795" y="1398905"/>
            <a:ext cx="7035800" cy="3340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GB"/>
              <a:t>TECHNOLOGY STACK &amp; LINK</a:t>
            </a:r>
            <a:endParaRPr lang="en-US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701040" y="1497965"/>
            <a:ext cx="8603615" cy="3386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Workflow Automation: n8n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AI Model:  OpenAI API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Programming Language: JavaScript (n8n Function Nodes)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API Integration: HTTP Request Node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Version Control: GitHub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Documentation: Microsoft Word / PDF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Development Environment: n8n Cloud / Local n8n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TELEGRAM LINK : https://t.me/AI_STUDY_ASSISTANT89_bot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GITHUB LINK: https://github.com/sandy777732/AI-Study-Assistant.git</a:t>
            </a:r>
            <a:endParaRPr lang="en-US" altLang="en-GB" sz="200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GB" sz="20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586105" y="359410"/>
            <a:ext cx="7844790" cy="629285"/>
          </a:xfrm>
        </p:spPr>
        <p:txBody>
          <a:bodyPr/>
          <a:p>
            <a:r>
              <a:rPr lang="en-US" altLang="en-GB">
                <a:sym typeface="+mn-ea"/>
              </a:rPr>
              <a:t>EXPECTED OUTCOME</a:t>
            </a:r>
            <a:endParaRPr lang="en-GB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55650" y="1096010"/>
            <a:ext cx="7244715" cy="3779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Develop a functional AI Study Assistant chatbot.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Provide quick and accurate responses to student queries.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Improve access to quality study materials and learning resources.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Enhance students' learning experience through AI assistance.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Support exam preparation with useful tips and guidance.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Offer basic programming and technical support.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Provide career guidance and skill development recommendations.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Enable 24/7 academic assistance for students.</a:t>
            </a:r>
            <a:endParaRPr lang="en-US" altLang="en-GB" sz="20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Create an easy-to-use and interactive chatbot interface.</a:t>
            </a:r>
            <a:endParaRPr lang="en-US" altLang="en-GB" sz="20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CONCLUSION AND FUTURE SCOP</a:t>
            </a:r>
            <a:endParaRPr lang="en-GB" altLang="en-US"/>
          </a:p>
        </p:txBody>
      </p:sp>
      <p:sp>
        <p:nvSpPr>
          <p:cNvPr id="4" name="Subtitle 3"/>
          <p:cNvSpPr/>
          <p:nvPr>
            <p:ph type="subTitle" idx="2"/>
          </p:nvPr>
        </p:nvSpPr>
        <p:spPr>
          <a:xfrm>
            <a:off x="3156585" y="1216660"/>
            <a:ext cx="4873625" cy="1589405"/>
          </a:xfrm>
        </p:spPr>
        <p:txBody>
          <a:bodyPr/>
          <a:p>
            <a:pPr algn="just"/>
            <a:r>
              <a:rPr lang="en-US" altLang="en-GB" sz="1400"/>
              <a:t>The AI Study Assistant is an AI-powered chatbot that helps students with study materials, exam preparation, programming support, and career guidance. It provides quick and reliable academic assistance, promotes self-learning, and supports SDG 4 – Quality Education by making learning more accessible</a:t>
            </a:r>
            <a:endParaRPr lang="en-US" altLang="en-GB" sz="1400"/>
          </a:p>
        </p:txBody>
      </p:sp>
      <p:sp>
        <p:nvSpPr>
          <p:cNvPr id="7" name="Subtitle 6"/>
          <p:cNvSpPr/>
          <p:nvPr>
            <p:ph type="subTitle" idx="5"/>
          </p:nvPr>
        </p:nvSpPr>
        <p:spPr>
          <a:xfrm>
            <a:off x="650240" y="1210945"/>
            <a:ext cx="2279650" cy="464185"/>
          </a:xfrm>
        </p:spPr>
        <p:txBody>
          <a:bodyPr/>
          <a:p>
            <a:r>
              <a:rPr lang="en-US" altLang="en-GB"/>
              <a:t>Conclusion</a:t>
            </a:r>
            <a:endParaRPr lang="en-US" altLang="en-GB"/>
          </a:p>
        </p:txBody>
      </p:sp>
      <p:sp>
        <p:nvSpPr>
          <p:cNvPr id="9" name="Subtitle 6"/>
          <p:cNvSpPr/>
          <p:nvPr/>
        </p:nvSpPr>
        <p:spPr>
          <a:xfrm>
            <a:off x="518160" y="3257550"/>
            <a:ext cx="2392680" cy="5238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2">
                <a:alpha val="50000"/>
              </a:schemeClr>
            </a:outerShdw>
          </a:effectLst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GB"/>
              <a:t> Future Scope</a:t>
            </a:r>
            <a:endParaRPr lang="en-US" altLang="en-GB"/>
          </a:p>
        </p:txBody>
      </p:sp>
      <p:sp>
        <p:nvSpPr>
          <p:cNvPr id="10" name="Text Box 9"/>
          <p:cNvSpPr txBox="1"/>
          <p:nvPr/>
        </p:nvSpPr>
        <p:spPr>
          <a:xfrm>
            <a:off x="3420745" y="3114675"/>
            <a:ext cx="5186680" cy="18326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1600">
                <a:sym typeface="+mn-ea"/>
              </a:rPr>
              <a:t>Add voice-based interaction.</a:t>
            </a:r>
            <a:endParaRPr lang="en-US" altLang="en-GB" sz="160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1600">
                <a:sym typeface="+mn-ea"/>
              </a:rPr>
              <a:t>Support multiple languages.</a:t>
            </a:r>
            <a:endParaRPr lang="en-US" altLang="en-GB" sz="160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1600">
                <a:sym typeface="+mn-ea"/>
              </a:rPr>
              <a:t>Develop a mobile application.</a:t>
            </a:r>
            <a:endParaRPr lang="en-US" altLang="en-GB" sz="160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1600">
                <a:sym typeface="+mn-ea"/>
              </a:rPr>
              <a:t>Provide personalized learning recommendations.</a:t>
            </a:r>
            <a:endParaRPr lang="en-US" altLang="en-GB" sz="160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1600">
                <a:sym typeface="+mn-ea"/>
              </a:rPr>
              <a:t>Integrate with Learning Management Systems (LMS).</a:t>
            </a:r>
            <a:endParaRPr lang="en-US" altLang="en-GB" sz="160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GB" sz="1600">
                <a:sym typeface="+mn-ea"/>
              </a:rPr>
              <a:t>Improve accuracy using advanced AI models.</a:t>
            </a:r>
            <a:endParaRPr lang="en-US" altLang="en-GB" sz="16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713105" y="18415"/>
            <a:ext cx="7717790" cy="517525"/>
          </a:xfrm>
        </p:spPr>
        <p:txBody>
          <a:bodyPr/>
          <a:p>
            <a:r>
              <a:rPr lang="en-US" altLang="en-GB">
                <a:sym typeface="+mn-ea"/>
              </a:rPr>
              <a:t> </a:t>
            </a:r>
            <a:r>
              <a:rPr lang="en-US" altLang="en-GB"/>
              <a:t>SCREENSHOTS</a:t>
            </a:r>
            <a:br>
              <a:rPr lang="en-US" altLang="en-GB"/>
            </a:br>
            <a:endParaRPr lang="en-US" altLang="en-GB"/>
          </a:p>
        </p:txBody>
      </p:sp>
      <p:pic>
        <p:nvPicPr>
          <p:cNvPr id="12" name="Google Shape;360;p30" descr="C:/Users/pc-asus/Downloads/WhatsApp Image 2026-07-31 at 7.16.12 PM.jpegWhatsApp Image 2026-07-31 at 7.16.12 PM"/>
          <p:cNvPicPr preferRelativeResize="0"/>
          <p:nvPr>
            <p:ph type="pic" idx="2"/>
          </p:nvPr>
        </p:nvPicPr>
        <p:blipFill rotWithShape="1">
          <a:blip r:embed="rId1"/>
          <a:srcRect t="17820" b="17820"/>
          <a:stretch>
            <a:fillRect/>
          </a:stretch>
        </p:blipFill>
        <p:spPr>
          <a:xfrm>
            <a:off x="0" y="483235"/>
            <a:ext cx="3046730" cy="4526280"/>
          </a:xfrm>
          <a:prstGeom prst="rect">
            <a:avLst/>
          </a:prstGeom>
        </p:spPr>
      </p:pic>
      <p:pic>
        <p:nvPicPr>
          <p:cNvPr id="9" name="Google Shape;360;p30" descr="C:/Users/pc-asus/Downloads/WhatsApp Image 2026-07-31 at 7.16.12 PM (1).jpegWhatsApp Image 2026-07-31 at 7.16.12 PM (1)"/>
          <p:cNvPicPr preferRelativeResize="0"/>
          <p:nvPr/>
        </p:nvPicPr>
        <p:blipFill rotWithShape="1">
          <a:blip r:embed="rId2"/>
          <a:srcRect t="16267" b="16267"/>
          <a:stretch>
            <a:fillRect/>
          </a:stretch>
        </p:blipFill>
        <p:spPr>
          <a:xfrm>
            <a:off x="3082290" y="483235"/>
            <a:ext cx="3046730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60;p30" descr="C:/Users/pc-asus/Downloads/WhatsApp Image 2026-07-31 at 7.16.12 PM (2).jpegWhatsApp Image 2026-07-31 at 7.16.12 PM (2)"/>
          <p:cNvPicPr preferRelativeResize="0"/>
          <p:nvPr/>
        </p:nvPicPr>
        <p:blipFill rotWithShape="1">
          <a:blip r:embed="rId3"/>
          <a:srcRect t="14892" b="14892"/>
          <a:stretch>
            <a:fillRect/>
          </a:stretch>
        </p:blipFill>
        <p:spPr>
          <a:xfrm>
            <a:off x="6163945" y="483235"/>
            <a:ext cx="3046730" cy="4483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713105" y="18415"/>
            <a:ext cx="7717790" cy="356870"/>
          </a:xfrm>
        </p:spPr>
        <p:txBody>
          <a:bodyPr/>
          <a:p>
            <a:r>
              <a:rPr lang="en-US" altLang="en-GB">
                <a:sym typeface="+mn-ea"/>
              </a:rPr>
              <a:t> </a:t>
            </a:r>
            <a:r>
              <a:rPr lang="en-US" altLang="en-GB"/>
              <a:t>SCREENSHOTS</a:t>
            </a:r>
            <a:br>
              <a:rPr lang="en-US" altLang="en-GB"/>
            </a:br>
            <a:endParaRPr lang="en-US" altLang="en-GB"/>
          </a:p>
        </p:txBody>
      </p:sp>
      <p:pic>
        <p:nvPicPr>
          <p:cNvPr id="3" name="Google Shape;360;p30" descr="C:/Users/pc-asus/Downloads/WhatsApp Image 2026-07-31 at 7.16.12 PM (3).jpegWhatsApp Image 2026-07-31 at 7.16.12 PM (3)"/>
          <p:cNvPicPr preferRelativeResize="0"/>
          <p:nvPr>
            <p:ph type="pic" idx="2"/>
          </p:nvPr>
        </p:nvPicPr>
        <p:blipFill rotWithShape="1">
          <a:blip r:embed="rId1"/>
          <a:srcRect t="15377" b="15377"/>
          <a:stretch>
            <a:fillRect/>
          </a:stretch>
        </p:blipFill>
        <p:spPr>
          <a:xfrm>
            <a:off x="107950" y="528320"/>
            <a:ext cx="2987675" cy="4485640"/>
          </a:xfrm>
          <a:prstGeom prst="rect">
            <a:avLst/>
          </a:prstGeom>
        </p:spPr>
      </p:pic>
      <p:pic>
        <p:nvPicPr>
          <p:cNvPr id="9" name="Google Shape;360;p30" descr="C:/Users/pc-asus/Downloads/WhatsApp Image 2026-07-31 at 7.16.11 PM.jpegWhatsApp Image 2026-07-31 at 7.16.11 PM"/>
          <p:cNvPicPr preferRelativeResize="0"/>
          <p:nvPr/>
        </p:nvPicPr>
        <p:blipFill rotWithShape="1">
          <a:blip r:embed="rId2"/>
          <a:srcRect t="15746" b="15746"/>
          <a:stretch>
            <a:fillRect/>
          </a:stretch>
        </p:blipFill>
        <p:spPr>
          <a:xfrm>
            <a:off x="3131820" y="528320"/>
            <a:ext cx="3046730" cy="4526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60;p30" descr="C:/Users/pc-asus/Downloads/WhatsApp Image 2026-07-31 at 7.16.11 PM (1).jpegWhatsApp Image 2026-07-31 at 7.16.11 PM (1)"/>
          <p:cNvPicPr preferRelativeResize="0"/>
          <p:nvPr/>
        </p:nvPicPr>
        <p:blipFill rotWithShape="1">
          <a:blip r:embed="rId3"/>
          <a:srcRect t="15746" b="15746"/>
          <a:stretch>
            <a:fillRect/>
          </a:stretch>
        </p:blipFill>
        <p:spPr>
          <a:xfrm>
            <a:off x="6228080" y="528320"/>
            <a:ext cx="3046730" cy="452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Subtitle 5"/>
          <p:cNvSpPr/>
          <p:nvPr>
            <p:ph type="subTitle" idx="4"/>
          </p:nvPr>
        </p:nvSpPr>
        <p:spPr>
          <a:xfrm>
            <a:off x="1082040" y="1540510"/>
            <a:ext cx="6747510" cy="1114425"/>
          </a:xfrm>
        </p:spPr>
        <p:txBody>
          <a:bodyPr/>
          <a:p>
            <a:r>
              <a:rPr lang="en-US" altLang="en-GB" sz="4000"/>
              <a:t>THANK YOU</a:t>
            </a:r>
            <a:endParaRPr lang="en-US" altLang="en-GB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noa Farming Business Plan by Slidesgo">
  <a:themeElements>
    <a:clrScheme name="Simple Light">
      <a:dk1>
        <a:srgbClr val="331303"/>
      </a:dk1>
      <a:lt1>
        <a:srgbClr val="F8EFDB"/>
      </a:lt1>
      <a:dk2>
        <a:srgbClr val="755739"/>
      </a:dk2>
      <a:lt2>
        <a:srgbClr val="756B4B"/>
      </a:lt2>
      <a:accent1>
        <a:srgbClr val="B89168"/>
      </a:accent1>
      <a:accent2>
        <a:srgbClr val="E9C5A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13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2430</Words>
  <Application>WPS Presentation</Application>
  <PresentationFormat/>
  <Paragraphs>107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Arial</vt:lpstr>
      <vt:lpstr>Figtree</vt:lpstr>
      <vt:lpstr>Figtree Light</vt:lpstr>
      <vt:lpstr>Segoe Print</vt:lpstr>
      <vt:lpstr>Nunito Light</vt:lpstr>
      <vt:lpstr>Raleway</vt:lpstr>
      <vt:lpstr>Arimo</vt:lpstr>
      <vt:lpstr>Figtree</vt:lpstr>
      <vt:lpstr>Microsoft YaHei</vt:lpstr>
      <vt:lpstr>Arial Unicode MS</vt:lpstr>
      <vt:lpstr>Arimo</vt:lpstr>
      <vt:lpstr>MS PGothic</vt:lpstr>
      <vt:lpstr>BatangChe</vt:lpstr>
      <vt:lpstr>Quinoa Farming Business Plan by Slidesgo</vt:lpstr>
      <vt:lpstr>AI  STUDY  ASSISTANT</vt:lpstr>
      <vt:lpstr>06</vt:lpstr>
      <vt:lpstr>OBJECTIVE </vt:lpstr>
      <vt:lpstr>PROPOSED METHODOLOGY</vt:lpstr>
      <vt:lpstr>DATA FLOW DIAGRAM</vt:lpstr>
      <vt:lpstr>PROPOSED ALGORITHMS</vt:lpstr>
      <vt:lpstr>EXPECTED OUTCOME</vt:lpstr>
      <vt:lpstr>CONCLUSION AND FUTURE SCOP</vt:lpstr>
      <vt:lpstr>REFERENCES</vt:lpstr>
      <vt:lpstr> SCREENSHOTS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🌱 SMART AGRICULTURE SYSTEM </dc:title>
  <dc:creator/>
  <cp:lastModifiedBy>Sandeep Verma</cp:lastModifiedBy>
  <cp:revision>4</cp:revision>
  <dcterms:created xsi:type="dcterms:W3CDTF">2026-04-02T05:34:00Z</dcterms:created>
  <dcterms:modified xsi:type="dcterms:W3CDTF">2026-07-31T14:28:04Z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50264CD5659C4D27AFCEEF8BE94E2E98_12</vt:lpwstr>
  </property>
  <property fmtid="{D5CDD505-2E9C-101B-9397-08002B2CF9AE}" pid="3" name="KSOProductBuildVer">
    <vt:lpwstr>2057-12.2.0.23206</vt:lpwstr>
  </property>
</Properties>
</file>